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1" r:id="rId1"/>
  </p:sldMasterIdLst>
  <p:notesMasterIdLst>
    <p:notesMasterId r:id="rId1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58" roundtripDataSignature="AMtx7mhkiw2cmIVfXnkkgNV3zTrLYlxX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1152"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notesMaster" Target="notesMasters/notesMaster1.xml"/><Relationship Id="rId159"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slide" Target="slides/slide152.xml"/><Relationship Id="rId16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9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94" name="Google Shape;94;p9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9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3615080cd1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13615080cd1_0_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g13615080cd1_0_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13615080cd1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13615080cd1_0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g13615080cd1_0_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3615080cd1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13615080cd1_0_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g13615080cd1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3615080cd1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3615080cd1_0_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g13615080cd1_0_2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13615080cd1_0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13615080cd1_0_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g13615080cd1_0_2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13615080cd1_0_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13615080cd1_0_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g13615080cd1_0_3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3615080cd1_0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13615080cd1_0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g13615080cd1_0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13615080cd1_0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13615080cd1_0_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g13615080cd1_0_4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3615080cd1_0_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3615080cd1_0_5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g13615080cd1_0_5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13615080cd1_0_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13615080cd1_0_5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g13615080cd1_0_5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3615080cd1_0_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13615080cd1_0_6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g13615080cd1_0_6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13615080cd1_0_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13615080cd1_0_6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g13615080cd1_0_6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13615080cd1_0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13615080cd1_0_7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g13615080cd1_0_7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3615080cd1_0_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13615080cd1_0_8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g13615080cd1_0_8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13615080cd1_0_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13615080cd1_0_10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g13615080cd1_0_10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13615080cd1_0_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13615080cd1_0_1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g13615080cd1_0_1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13615080cd1_0_1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13615080cd1_0_1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g13615080cd1_0_1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13615080cd1_0_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13615080cd1_0_1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g13615080cd1_0_12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13615080cd1_0_1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13615080cd1_0_1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g13615080cd1_0_13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13615080cd1_0_1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13615080cd1_0_1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g13615080cd1_0_13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13615080cd1_0_1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13615080cd1_0_17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g13615080cd1_0_17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13615080cd1_0_1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13615080cd1_0_17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g13615080cd1_0_17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3615080cd1_0_1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3615080cd1_0_18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g13615080cd1_0_18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13615080cd1_0_1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13615080cd1_0_19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g13615080cd1_0_19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13615080cd1_0_1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13615080cd1_0_19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g13615080cd1_0_19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13615080cd1_0_2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13615080cd1_0_20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g13615080cd1_0_20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13615080cd1_0_2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13615080cd1_0_20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g13615080cd1_0_20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13615080cd1_0_2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13615080cd1_0_2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g13615080cd1_0_2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13615080cd1_0_2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13615080cd1_0_2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g13615080cd1_0_22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13615080cd1_0_2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13615080cd1_0_2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5" name="Google Shape;325;g13615080cd1_0_2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13615080cd1_0_2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13615080cd1_0_2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g13615080cd1_0_23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615080cd1_0_2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615080cd1_0_2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g13615080cd1_0_23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13615080cd1_0_2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13615080cd1_0_24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g13615080cd1_0_24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13615080cd1_0_2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13615080cd1_0_25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g13615080cd1_0_25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13615080cd1_0_2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13615080cd1_0_2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g13615080cd1_0_25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13615080cd1_0_2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13615080cd1_0_26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g13615080cd1_0_26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13615080cd1_0_2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13615080cd1_0_26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g13615080cd1_0_26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13615080cd1_0_2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13615080cd1_0_27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g13615080cd1_0_27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13615080cd1_0_3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13615080cd1_0_30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g13615080cd1_0_30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13615080cd1_0_3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13615080cd1_0_33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7" name="Google Shape;397;g13615080cd1_0_33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13615080cd1_0_3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13615080cd1_0_34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4" name="Google Shape;404;g13615080cd1_0_34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13615080cd1_0_3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13615080cd1_0_34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1" name="Google Shape;411;g13615080cd1_0_34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13615080cd1_0_3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7" name="Google Shape;417;g13615080cd1_0_35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g13615080cd1_0_35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13615080cd1_0_3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13615080cd1_0_35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5" name="Google Shape;425;g13615080cd1_0_35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13615080cd1_0_3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13615080cd1_0_36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2" name="Google Shape;432;g13615080cd1_0_36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13615080cd1_0_3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13615080cd1_0_37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g13615080cd1_0_37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13615080cd1_0_3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13615080cd1_0_37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6" name="Google Shape;446;g13615080cd1_0_37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13615080cd1_0_3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13615080cd1_0_38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4" name="Google Shape;454;g13615080cd1_0_38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13615080cd1_0_3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13615080cd1_0_38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g13615080cd1_0_38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13615080cd1_0_3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13615080cd1_0_39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g13615080cd1_0_39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13615080cd1_0_4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13615080cd1_0_40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5" name="Google Shape;475;g13615080cd1_0_40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13615080cd1_0_4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13615080cd1_0_40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2" name="Google Shape;482;g13615080cd1_0_40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13615080cd1_0_4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13615080cd1_0_4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0" name="Google Shape;490;g13615080cd1_0_4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13615080cd1_0_4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13615080cd1_0_4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g13615080cd1_0_41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13615080cd1_0_4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3" name="Google Shape;503;g13615080cd1_0_4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g13615080cd1_0_4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13615080cd1_0_4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13615080cd1_0_4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2" name="Google Shape;512;g13615080cd1_0_43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13615080cd1_0_4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8" name="Google Shape;518;g13615080cd1_0_4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9" name="Google Shape;519;g13615080cd1_0_43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13615080cd1_0_4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13615080cd1_0_4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6" name="Google Shape;526;g13615080cd1_0_44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60</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13615080cd1_0_4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13615080cd1_0_4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4" name="Google Shape;534;g13615080cd1_0_44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61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13615080cd1_0_4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g13615080cd1_0_47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2" name="Google Shape;542;g13615080cd1_0_47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13615080cd1_0_4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g13615080cd1_0_48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9" name="Google Shape;549;g13615080cd1_0_48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63</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13615080cd1_0_4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13615080cd1_0_49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g13615080cd1_0_49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64</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3615080cd1_0_4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3615080cd1_0_49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g13615080cd1_0_49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13615080cd1_0_5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13615080cd1_0_50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2" name="Google Shape;572;g13615080cd1_0_50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66</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13615080cd1_0_5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13615080cd1_0_50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0" name="Google Shape;580;g13615080cd1_0_50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67</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13615080cd1_0_5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6" name="Google Shape;586;g13615080cd1_0_5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7" name="Google Shape;587;g13615080cd1_0_5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68</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g13615080cd1_0_5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4" name="Google Shape;594;g13615080cd1_0_5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5" name="Google Shape;595;g13615080cd1_0_52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69</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13615080cd1_0_5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13615080cd1_0_5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3" name="Google Shape;603;g13615080cd1_0_52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70</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g13615080cd1_0_5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1" name="Google Shape;611;g13615080cd1_0_5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2" name="Google Shape;612;g13615080cd1_0_53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71</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13615080cd1_0_5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13615080cd1_0_5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9" name="Google Shape;619;g13615080cd1_0_5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72</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13615080cd1_0_5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 name="Google Shape;626;g13615080cd1_0_5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7" name="Google Shape;627;g13615080cd1_0_54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73</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g13615080cd1_0_5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3" name="Google Shape;633;g13615080cd1_0_55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4" name="Google Shape;634;g13615080cd1_0_55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74</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g13615080cd1_0_5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0" name="Google Shape;640;g13615080cd1_0_55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1" name="Google Shape;641;g13615080cd1_0_55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75</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13615080cd1_0_5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 name="Google Shape;647;g13615080cd1_0_56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g13615080cd1_0_56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76</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13a937d13f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13a937d13f5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6" name="Google Shape;656;g13a937d13f5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77</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13a937d13f5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3" name="Google Shape;663;g13a937d13f5_0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4" name="Google Shape;664;g13a937d13f5_0_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78</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13a937d13f5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13a937d13f5_0_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2" name="Google Shape;672;g13a937d13f5_0_1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79</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g13a937d13f5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9" name="Google Shape;679;g13a937d13f5_0_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0" name="Google Shape;680;g13a937d13f5_0_2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80</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13a937d13f5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3a937d13f5_0_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8" name="Google Shape;688;g13a937d13f5_0_3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81</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13a937d13f5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5" name="Google Shape;695;g13a937d13f5_0_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6" name="Google Shape;696;g13a937d13f5_0_3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82</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g13a937d13f5_0_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3" name="Google Shape;703;g13a937d13f5_0_4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4" name="Google Shape;704;g13a937d13f5_0_4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83</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13a937d13f5_0_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1" name="Google Shape;711;g13a937d13f5_0_5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2" name="Google Shape;712;g13a937d13f5_0_5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84</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g13a937d13f5_0_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9" name="Google Shape;719;g13a937d13f5_0_5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0" name="Google Shape;720;g13a937d13f5_0_5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85</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13a937d13f5_0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7" name="Google Shape;727;g13a937d13f5_0_6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8" name="Google Shape;728;g13a937d13f5_0_6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86</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g13a937d13f5_0_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3a937d13f5_0_7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6" name="Google Shape;736;g13a937d13f5_0_7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87</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13a937d13f5_0_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3" name="Google Shape;743;g13a937d13f5_0_7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4" name="Google Shape;744;g13a937d13f5_0_7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88</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13a937d13f5_0_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1" name="Google Shape;751;g13a937d13f5_0_8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2" name="Google Shape;752;g13a937d13f5_0_8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89</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g13a937d13f5_0_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9" name="Google Shape;759;g13a937d13f5_0_9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0" name="Google Shape;760;g13a937d13f5_0_9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90</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g13a937d13f5_0_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7" name="Google Shape;767;g13a937d13f5_0_10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g13a937d13f5_0_10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91</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13a937d13f5_0_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5" name="Google Shape;775;g13a937d13f5_0_10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6" name="Google Shape;776;g13a937d13f5_0_10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92</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13a937d13f5_0_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13a937d13f5_0_1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4" name="Google Shape;784;g13a937d13f5_0_1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93</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13a937d13f5_0_1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1" name="Google Shape;791;g13a937d13f5_0_1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2" name="Google Shape;792;g13a937d13f5_0_12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94</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g13a937d13f5_0_1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9" name="Google Shape;799;g13a937d13f5_0_1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0" name="Google Shape;800;g13a937d13f5_0_12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95</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13a937d13f5_0_1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3a937d13f5_0_1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8" name="Google Shape;808;g13a937d13f5_0_13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96</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13a937d13f5_0_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5" name="Google Shape;815;g13a937d13f5_0_1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6" name="Google Shape;816;g13a937d13f5_0_14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97</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g13a937d13f5_0_1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3" name="Google Shape;823;g13a937d13f5_0_14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4" name="Google Shape;824;g13a937d13f5_0_14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98</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13a937d13f5_0_1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13a937d13f5_0_1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2" name="Google Shape;832;g13a937d13f5_0_15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99</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13a937d13f5_0_1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9" name="Google Shape;839;g13a937d13f5_0_16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0" name="Google Shape;840;g13a937d13f5_0_16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100</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13a937d13f5_0_1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7" name="Google Shape;847;g13a937d13f5_0_17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8" name="Google Shape;848;g13a937d13f5_0_17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101</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13a937d13f5_0_1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5" name="Google Shape;855;g13a937d13f5_0_17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6" name="Google Shape;856;g13a937d13f5_0_17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102</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3a937d13f5_0_1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3a937d13f5_0_18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4" name="Google Shape;864;g13a937d13f5_0_18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103</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13a937d13f5_0_1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1" name="Google Shape;871;g13a937d13f5_0_19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2" name="Google Shape;872;g13a937d13f5_0_19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104</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g13a937d13f5_0_1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9" name="Google Shape;879;g13a937d13f5_0_19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0" name="Google Shape;880;g13a937d13f5_0_19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105</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g13a937d13f5_0_2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7" name="Google Shape;887;g13a937d13f5_0_20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8" name="Google Shape;888;g13a937d13f5_0_20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106</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13a937d13f5_0_2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5" name="Google Shape;895;g13a937d13f5_0_2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6" name="Google Shape;896;g13a937d13f5_0_2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107</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13a937d13f5_0_2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3" name="Google Shape;903;g13a937d13f5_0_2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4" name="Google Shape;904;g13a937d13f5_0_2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108</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13a937d13f5_0_2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1" name="Google Shape;911;g13a937d13f5_0_2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2" name="Google Shape;912;g13a937d13f5_0_2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109</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13a937d13f5_0_2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9" name="Google Shape;919;g13a937d13f5_0_2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0" name="Google Shape;920;g13a937d13f5_0_23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110</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13a937d13f5_0_2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7" name="Google Shape;927;g13a937d13f5_0_24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8" name="Google Shape;928;g13a937d13f5_0_24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111</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13a937d13f5_0_2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5" name="Google Shape;935;g13a937d13f5_0_24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6" name="Google Shape;936;g13a937d13f5_0_24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112</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13a937d13f5_0_2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3" name="Google Shape;943;g13a937d13f5_0_2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4" name="Google Shape;944;g13a937d13f5_0_25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113</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13a937d13f5_0_2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1" name="Google Shape;951;g13a937d13f5_0_26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2" name="Google Shape;952;g13a937d13f5_0_26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114</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13a937d13f5_0_2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9" name="Google Shape;959;g13a937d13f5_0_26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0" name="Google Shape;960;g13a937d13f5_0_26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115</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13a937d13f5_0_3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7" name="Google Shape;967;g13a937d13f5_0_34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8" name="Google Shape;968;g13a937d13f5_0_34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116</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g13a937d13f5_0_3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5" name="Google Shape;975;g13a937d13f5_0_3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6" name="Google Shape;976;g13a937d13f5_0_35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117</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13a937d13f5_0_3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3" name="Google Shape;983;g13a937d13f5_0_36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4" name="Google Shape;984;g13a937d13f5_0_36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118</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13a937d13f5_0_3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1" name="Google Shape;991;g13a937d13f5_0_37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2" name="Google Shape;992;g13a937d13f5_0_37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119</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13a937d13f5_0_3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9" name="Google Shape;999;g13a937d13f5_0_37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0" name="Google Shape;1000;g13a937d13f5_0_37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120</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13a937d13f5_0_3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7" name="Google Shape;1007;g13a937d13f5_0_38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8" name="Google Shape;1008;g13a937d13f5_0_38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121</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13a937d13f5_0_3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5" name="Google Shape;1015;g13a937d13f5_0_39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6" name="Google Shape;1016;g13a937d13f5_0_39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122</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13a937d13f5_0_3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3" name="Google Shape;1023;g13a937d13f5_0_39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4" name="Google Shape;1024;g13a937d13f5_0_39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123</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13a937d13f5_0_4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1" name="Google Shape;1031;g13a937d13f5_0_40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2" name="Google Shape;1032;g13a937d13f5_0_40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124</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13a937d13f5_0_4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9" name="Google Shape;1039;g13a937d13f5_0_4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0" name="Google Shape;1040;g13a937d13f5_0_4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125</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13a937d13f5_0_4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7" name="Google Shape;1047;g13a937d13f5_0_4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 name="Google Shape;1048;g13a937d13f5_0_4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126</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13a937d13f5_0_4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13a937d13f5_0_4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6" name="Google Shape;1056;g13a937d13f5_0_4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127</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13a937d13f5_0_4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3" name="Google Shape;1063;g13a937d13f5_0_4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4" name="Google Shape;1064;g13a937d13f5_0_43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128</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13a937d13f5_0_4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1" name="Google Shape;1071;g13a937d13f5_0_46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2" name="Google Shape;1072;g13a937d13f5_0_46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129</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13a937d13f5_0_4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9" name="Google Shape;1079;g13a937d13f5_0_47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0" name="Google Shape;1080;g13a937d13f5_0_47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130</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5"/>
        <p:cNvGrpSpPr/>
        <p:nvPr/>
      </p:nvGrpSpPr>
      <p:grpSpPr>
        <a:xfrm>
          <a:off x="0" y="0"/>
          <a:ext cx="0" cy="0"/>
          <a:chOff x="0" y="0"/>
          <a:chExt cx="0" cy="0"/>
        </a:xfrm>
      </p:grpSpPr>
      <p:sp>
        <p:nvSpPr>
          <p:cNvPr id="1086" name="Google Shape;1086;g13a937d13f5_0_4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7" name="Google Shape;1087;g13a937d13f5_0_48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8" name="Google Shape;1088;g13a937d13f5_0_48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131</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g13a937d13f5_0_4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5" name="Google Shape;1095;g13a937d13f5_0_48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6" name="Google Shape;1096;g13a937d13f5_0_48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132</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13a937d13f5_0_4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3" name="Google Shape;1103;g13a937d13f5_0_49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4" name="Google Shape;1104;g13a937d13f5_0_49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133</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13a937d13f5_0_5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1" name="Google Shape;1111;g13a937d13f5_0_50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2" name="Google Shape;1112;g13a937d13f5_0_50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134</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7"/>
        <p:cNvGrpSpPr/>
        <p:nvPr/>
      </p:nvGrpSpPr>
      <p:grpSpPr>
        <a:xfrm>
          <a:off x="0" y="0"/>
          <a:ext cx="0" cy="0"/>
          <a:chOff x="0" y="0"/>
          <a:chExt cx="0" cy="0"/>
        </a:xfrm>
      </p:grpSpPr>
      <p:sp>
        <p:nvSpPr>
          <p:cNvPr id="1118" name="Google Shape;1118;g13a937d13f5_0_5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9" name="Google Shape;1119;g13a937d13f5_0_5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0" name="Google Shape;1120;g13a937d13f5_0_52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135</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g13a937d13f5_0_5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7" name="Google Shape;1127;g13a937d13f5_0_53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8" name="Google Shape;1128;g13a937d13f5_0_53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136</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g13a937d13f5_0_5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5" name="Google Shape;1135;g13a937d13f5_0_5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6" name="Google Shape;1136;g13a937d13f5_0_54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137</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1"/>
        <p:cNvGrpSpPr/>
        <p:nvPr/>
      </p:nvGrpSpPr>
      <p:grpSpPr>
        <a:xfrm>
          <a:off x="0" y="0"/>
          <a:ext cx="0" cy="0"/>
          <a:chOff x="0" y="0"/>
          <a:chExt cx="0" cy="0"/>
        </a:xfrm>
      </p:grpSpPr>
      <p:sp>
        <p:nvSpPr>
          <p:cNvPr id="1142" name="Google Shape;1142;g13a937d13f5_0_5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3" name="Google Shape;1143;g13a937d13f5_0_5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4" name="Google Shape;1144;g13a937d13f5_0_54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138</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g13a937d13f5_0_5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1" name="Google Shape;1151;g13a937d13f5_0_55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2" name="Google Shape;1152;g13a937d13f5_0_55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139</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7"/>
        <p:cNvGrpSpPr/>
        <p:nvPr/>
      </p:nvGrpSpPr>
      <p:grpSpPr>
        <a:xfrm>
          <a:off x="0" y="0"/>
          <a:ext cx="0" cy="0"/>
          <a:chOff x="0" y="0"/>
          <a:chExt cx="0" cy="0"/>
        </a:xfrm>
      </p:grpSpPr>
      <p:sp>
        <p:nvSpPr>
          <p:cNvPr id="1158" name="Google Shape;1158;g13a937d13f5_0_5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9" name="Google Shape;1159;g13a937d13f5_0_50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0" name="Google Shape;1160;g13a937d13f5_0_50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140</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p:cNvGrpSpPr/>
        <p:nvPr/>
      </p:nvGrpSpPr>
      <p:grpSpPr>
        <a:xfrm>
          <a:off x="0" y="0"/>
          <a:ext cx="0" cy="0"/>
          <a:chOff x="0" y="0"/>
          <a:chExt cx="0" cy="0"/>
        </a:xfrm>
      </p:grpSpPr>
      <p:sp>
        <p:nvSpPr>
          <p:cNvPr id="1166" name="Google Shape;1166;g13a937d13f5_0_5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7" name="Google Shape;1167;g13a937d13f5_0_57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8" name="Google Shape;1168;g13a937d13f5_0_57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141</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3"/>
        <p:cNvGrpSpPr/>
        <p:nvPr/>
      </p:nvGrpSpPr>
      <p:grpSpPr>
        <a:xfrm>
          <a:off x="0" y="0"/>
          <a:ext cx="0" cy="0"/>
          <a:chOff x="0" y="0"/>
          <a:chExt cx="0" cy="0"/>
        </a:xfrm>
      </p:grpSpPr>
      <p:sp>
        <p:nvSpPr>
          <p:cNvPr id="1174" name="Google Shape;1174;g13a937d13f5_0_5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5" name="Google Shape;1175;g13a937d13f5_0_58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6" name="Google Shape;1176;g13a937d13f5_0_58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142</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1"/>
        <p:cNvGrpSpPr/>
        <p:nvPr/>
      </p:nvGrpSpPr>
      <p:grpSpPr>
        <a:xfrm>
          <a:off x="0" y="0"/>
          <a:ext cx="0" cy="0"/>
          <a:chOff x="0" y="0"/>
          <a:chExt cx="0" cy="0"/>
        </a:xfrm>
      </p:grpSpPr>
      <p:sp>
        <p:nvSpPr>
          <p:cNvPr id="1182" name="Google Shape;1182;g13a937d13f5_0_5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3" name="Google Shape;1183;g13a937d13f5_0_58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4" name="Google Shape;1184;g13a937d13f5_0_58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143</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9"/>
        <p:cNvGrpSpPr/>
        <p:nvPr/>
      </p:nvGrpSpPr>
      <p:grpSpPr>
        <a:xfrm>
          <a:off x="0" y="0"/>
          <a:ext cx="0" cy="0"/>
          <a:chOff x="0" y="0"/>
          <a:chExt cx="0" cy="0"/>
        </a:xfrm>
      </p:grpSpPr>
      <p:sp>
        <p:nvSpPr>
          <p:cNvPr id="1190" name="Google Shape;1190;g13a937d13f5_0_6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1" name="Google Shape;1191;g13a937d13f5_0_60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2" name="Google Shape;1192;g13a937d13f5_0_60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144</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7"/>
        <p:cNvGrpSpPr/>
        <p:nvPr/>
      </p:nvGrpSpPr>
      <p:grpSpPr>
        <a:xfrm>
          <a:off x="0" y="0"/>
          <a:ext cx="0" cy="0"/>
          <a:chOff x="0" y="0"/>
          <a:chExt cx="0" cy="0"/>
        </a:xfrm>
      </p:grpSpPr>
      <p:sp>
        <p:nvSpPr>
          <p:cNvPr id="1198" name="Google Shape;1198;g13a937d13f5_0_6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9" name="Google Shape;1199;g13a937d13f5_0_6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0" name="Google Shape;1200;g13a937d13f5_0_6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145</a:t>
            </a:fld>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5"/>
        <p:cNvGrpSpPr/>
        <p:nvPr/>
      </p:nvGrpSpPr>
      <p:grpSpPr>
        <a:xfrm>
          <a:off x="0" y="0"/>
          <a:ext cx="0" cy="0"/>
          <a:chOff x="0" y="0"/>
          <a:chExt cx="0" cy="0"/>
        </a:xfrm>
      </p:grpSpPr>
      <p:sp>
        <p:nvSpPr>
          <p:cNvPr id="1206" name="Google Shape;1206;g13a937d13f5_0_6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7" name="Google Shape;1207;g13a937d13f5_0_6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8" name="Google Shape;1208;g13a937d13f5_0_62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146</a:t>
            </a:fld>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3"/>
        <p:cNvGrpSpPr/>
        <p:nvPr/>
      </p:nvGrpSpPr>
      <p:grpSpPr>
        <a:xfrm>
          <a:off x="0" y="0"/>
          <a:ext cx="0" cy="0"/>
          <a:chOff x="0" y="0"/>
          <a:chExt cx="0" cy="0"/>
        </a:xfrm>
      </p:grpSpPr>
      <p:sp>
        <p:nvSpPr>
          <p:cNvPr id="1214" name="Google Shape;1214;g13a937d13f5_0_5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5" name="Google Shape;1215;g13a937d13f5_0_59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6" name="Google Shape;1216;g13a937d13f5_0_59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147</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3a937d13f5_0_6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3a937d13f5_0_6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4" name="Google Shape;1224;g13a937d13f5_0_63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148</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9"/>
        <p:cNvGrpSpPr/>
        <p:nvPr/>
      </p:nvGrpSpPr>
      <p:grpSpPr>
        <a:xfrm>
          <a:off x="0" y="0"/>
          <a:ext cx="0" cy="0"/>
          <a:chOff x="0" y="0"/>
          <a:chExt cx="0" cy="0"/>
        </a:xfrm>
      </p:grpSpPr>
      <p:sp>
        <p:nvSpPr>
          <p:cNvPr id="1230" name="Google Shape;1230;g13a937d13f5_0_6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1" name="Google Shape;1231;g13a937d13f5_0_64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2" name="Google Shape;1232;g13a937d13f5_0_64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149</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7"/>
        <p:cNvGrpSpPr/>
        <p:nvPr/>
      </p:nvGrpSpPr>
      <p:grpSpPr>
        <a:xfrm>
          <a:off x="0" y="0"/>
          <a:ext cx="0" cy="0"/>
          <a:chOff x="0" y="0"/>
          <a:chExt cx="0" cy="0"/>
        </a:xfrm>
      </p:grpSpPr>
      <p:sp>
        <p:nvSpPr>
          <p:cNvPr id="1238" name="Google Shape;1238;g13a937d13f5_0_6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9" name="Google Shape;1239;g13a937d13f5_0_65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0" name="Google Shape;1240;g13a937d13f5_0_65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150</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5"/>
        <p:cNvGrpSpPr/>
        <p:nvPr/>
      </p:nvGrpSpPr>
      <p:grpSpPr>
        <a:xfrm>
          <a:off x="0" y="0"/>
          <a:ext cx="0" cy="0"/>
          <a:chOff x="0" y="0"/>
          <a:chExt cx="0" cy="0"/>
        </a:xfrm>
      </p:grpSpPr>
      <p:sp>
        <p:nvSpPr>
          <p:cNvPr id="1246" name="Google Shape;1246;g13a937d13f5_0_6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7" name="Google Shape;1247;g13a937d13f5_0_66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8" name="Google Shape;1248;g13a937d13f5_0_66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151</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1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5" name="Google Shape;1255;p1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51482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55862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53199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129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94075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48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0568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49834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707632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981536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4506244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1955345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5995137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5787087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108291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609332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15"/>
        <p:cNvGrpSpPr/>
        <p:nvPr/>
      </p:nvGrpSpPr>
      <p:grpSpPr>
        <a:xfrm>
          <a:off x="0" y="0"/>
          <a:ext cx="0" cy="0"/>
          <a:chOff x="0" y="0"/>
          <a:chExt cx="0" cy="0"/>
        </a:xfrm>
      </p:grpSpPr>
      <p:sp>
        <p:nvSpPr>
          <p:cNvPr id="16" name="Google Shape;16;p19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598802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28"/>
        <p:cNvGrpSpPr/>
        <p:nvPr/>
      </p:nvGrpSpPr>
      <p:grpSpPr>
        <a:xfrm>
          <a:off x="0" y="0"/>
          <a:ext cx="0" cy="0"/>
          <a:chOff x="0" y="0"/>
          <a:chExt cx="0" cy="0"/>
        </a:xfrm>
      </p:grpSpPr>
      <p:sp>
        <p:nvSpPr>
          <p:cNvPr id="29" name="Google Shape;29;p19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9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1" name="Google Shape;31;p19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9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9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475178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556919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92"/>
          <p:cNvSpPr txBox="1"/>
          <p:nvPr/>
        </p:nvSpPr>
        <p:spPr>
          <a:xfrm>
            <a:off x="2546207" y="2952000"/>
            <a:ext cx="5526981"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4800" dirty="0">
                <a:solidFill>
                  <a:schemeClr val="dk1"/>
                </a:solidFill>
                <a:latin typeface="Bodoni MT Black" panose="02070A03080606020203" pitchFamily="18" charset="0"/>
                <a:ea typeface="Calibri"/>
                <a:cs typeface="Calibri"/>
                <a:sym typeface="Calibri"/>
              </a:rPr>
              <a:t>Pseudocode</a:t>
            </a:r>
            <a:endParaRPr sz="4800" b="0" i="0" u="none" strike="noStrike" cap="none" dirty="0">
              <a:solidFill>
                <a:schemeClr val="dk1"/>
              </a:solidFill>
              <a:latin typeface="Bodoni MT Black" panose="02070A03080606020203" pitchFamily="18" charset="0"/>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1" name="Google Shape;101;p93"/>
          <p:cNvPicPr preferRelativeResize="0"/>
          <p:nvPr/>
        </p:nvPicPr>
        <p:blipFill rotWithShape="1">
          <a:blip r:embed="rId3">
            <a:alphaModFix/>
          </a:blip>
          <a:srcRect/>
          <a:stretch/>
        </p:blipFill>
        <p:spPr>
          <a:xfrm>
            <a:off x="292852" y="5982008"/>
            <a:ext cx="552900" cy="586619"/>
          </a:xfrm>
          <a:prstGeom prst="rect">
            <a:avLst/>
          </a:prstGeom>
          <a:noFill/>
          <a:ln>
            <a:noFill/>
          </a:ln>
        </p:spPr>
      </p:pic>
      <p:sp>
        <p:nvSpPr>
          <p:cNvPr id="102" name="Google Shape;102;p93"/>
          <p:cNvSpPr txBox="1">
            <a:spLocks noGrp="1"/>
          </p:cNvSpPr>
          <p:nvPr>
            <p:ph type="title"/>
          </p:nvPr>
        </p:nvSpPr>
        <p:spPr>
          <a:xfrm>
            <a:off x="177600" y="131900"/>
            <a:ext cx="11881500" cy="6757200"/>
          </a:xfrm>
          <a:prstGeom prst="rect">
            <a:avLst/>
          </a:prstGeom>
          <a:noFill/>
          <a:ln>
            <a:noFill/>
          </a:ln>
        </p:spPr>
        <p:txBody>
          <a:bodyPr spcFirstLastPara="1" wrap="square" lIns="91425" tIns="45700" rIns="91425" bIns="45700" anchor="ctr" anchorCtr="0">
            <a:normAutofit/>
          </a:bodyPr>
          <a:lstStyle/>
          <a:p>
            <a:pPr marL="457200" lvl="0" indent="-349250" algn="l" rtl="0">
              <a:lnSpc>
                <a:spcPct val="115000"/>
              </a:lnSpc>
              <a:spcBef>
                <a:spcPts val="1200"/>
              </a:spcBef>
              <a:spcAft>
                <a:spcPts val="0"/>
              </a:spcAft>
              <a:buSzPts val="1900"/>
              <a:buAutoNum type="arabicParenR"/>
            </a:pPr>
            <a:r>
              <a:rPr lang="en-US" sz="1900" dirty="0"/>
              <a:t> What will be the output of the following pseudocode?</a:t>
            </a:r>
            <a:endParaRPr sz="1900" dirty="0"/>
          </a:p>
          <a:p>
            <a:pPr marL="0" lvl="0" indent="0" algn="l" rtl="0">
              <a:lnSpc>
                <a:spcPct val="115000"/>
              </a:lnSpc>
              <a:spcBef>
                <a:spcPts val="1200"/>
              </a:spcBef>
              <a:spcAft>
                <a:spcPts val="0"/>
              </a:spcAft>
              <a:buClr>
                <a:schemeClr val="dk1"/>
              </a:buClr>
              <a:buSzPts val="1100"/>
              <a:buFont typeface="Arial"/>
              <a:buNone/>
            </a:pPr>
            <a:r>
              <a:rPr lang="en-US" sz="1900" dirty="0"/>
              <a:t>integer n, </a:t>
            </a:r>
            <a:r>
              <a:rPr lang="en-US" sz="1900" dirty="0" err="1"/>
              <a:t>h,m,s</a:t>
            </a:r>
            <a:endParaRPr sz="1900" dirty="0"/>
          </a:p>
          <a:p>
            <a:pPr marL="0" lvl="0" indent="0" algn="l" rtl="0">
              <a:lnSpc>
                <a:spcPct val="115000"/>
              </a:lnSpc>
              <a:spcBef>
                <a:spcPts val="1200"/>
              </a:spcBef>
              <a:spcAft>
                <a:spcPts val="0"/>
              </a:spcAft>
              <a:buClr>
                <a:schemeClr val="dk1"/>
              </a:buClr>
              <a:buSzPts val="1100"/>
              <a:buFont typeface="Arial"/>
              <a:buNone/>
            </a:pPr>
            <a:r>
              <a:rPr lang="en-US" sz="1900" dirty="0"/>
              <a:t>set n=45000;</a:t>
            </a:r>
            <a:endParaRPr sz="1900" dirty="0"/>
          </a:p>
          <a:p>
            <a:pPr marL="0" lvl="0" indent="0" algn="l" rtl="0">
              <a:lnSpc>
                <a:spcPct val="115000"/>
              </a:lnSpc>
              <a:spcBef>
                <a:spcPts val="1200"/>
              </a:spcBef>
              <a:spcAft>
                <a:spcPts val="0"/>
              </a:spcAft>
              <a:buClr>
                <a:schemeClr val="dk1"/>
              </a:buClr>
              <a:buSzPts val="1100"/>
              <a:buFont typeface="Arial"/>
              <a:buNone/>
            </a:pPr>
            <a:r>
              <a:rPr lang="en-US" sz="1900" dirty="0"/>
              <a:t>h=n/ 3600;</a:t>
            </a:r>
            <a:endParaRPr sz="1900" dirty="0"/>
          </a:p>
          <a:p>
            <a:pPr marL="0" lvl="0" indent="0" algn="l" rtl="0">
              <a:lnSpc>
                <a:spcPct val="115000"/>
              </a:lnSpc>
              <a:spcBef>
                <a:spcPts val="1200"/>
              </a:spcBef>
              <a:spcAft>
                <a:spcPts val="0"/>
              </a:spcAft>
              <a:buClr>
                <a:schemeClr val="dk1"/>
              </a:buClr>
              <a:buSzPts val="1100"/>
              <a:buFont typeface="Arial"/>
              <a:buNone/>
            </a:pPr>
            <a:r>
              <a:rPr lang="en-US" sz="1900" dirty="0"/>
              <a:t>m=(n mod 3600)/60;</a:t>
            </a:r>
            <a:endParaRPr sz="1900" dirty="0"/>
          </a:p>
          <a:p>
            <a:pPr marL="0" lvl="0" indent="0" algn="l" rtl="0">
              <a:lnSpc>
                <a:spcPct val="115000"/>
              </a:lnSpc>
              <a:spcBef>
                <a:spcPts val="1200"/>
              </a:spcBef>
              <a:spcAft>
                <a:spcPts val="0"/>
              </a:spcAft>
              <a:buClr>
                <a:schemeClr val="dk1"/>
              </a:buClr>
              <a:buSzPts val="1100"/>
              <a:buFont typeface="Arial"/>
              <a:buNone/>
            </a:pPr>
            <a:r>
              <a:rPr lang="en-US" sz="1900" dirty="0"/>
              <a:t>s=m mod 60;</a:t>
            </a:r>
            <a:endParaRPr sz="1900" dirty="0"/>
          </a:p>
          <a:p>
            <a:pPr marL="0" lvl="0" indent="0" algn="l" rtl="0">
              <a:lnSpc>
                <a:spcPct val="115000"/>
              </a:lnSpc>
              <a:spcBef>
                <a:spcPts val="1200"/>
              </a:spcBef>
              <a:spcAft>
                <a:spcPts val="0"/>
              </a:spcAft>
              <a:buClr>
                <a:schemeClr val="dk1"/>
              </a:buClr>
              <a:buSzPts val="1100"/>
              <a:buFont typeface="Arial"/>
              <a:buNone/>
            </a:pPr>
            <a:r>
              <a:rPr lang="en-US" sz="1900" dirty="0"/>
              <a:t>print "</a:t>
            </a:r>
            <a:r>
              <a:rPr lang="en-US" sz="1900" dirty="0" err="1"/>
              <a:t>h",":","m",":","s</a:t>
            </a:r>
            <a:r>
              <a:rPr lang="en-US" sz="1900" dirty="0"/>
              <a:t>";</a:t>
            </a:r>
            <a:endParaRPr sz="1900" dirty="0"/>
          </a:p>
          <a:p>
            <a:pPr marL="0" lvl="0" indent="0" algn="l" rtl="0">
              <a:lnSpc>
                <a:spcPct val="115000"/>
              </a:lnSpc>
              <a:spcBef>
                <a:spcPts val="1200"/>
              </a:spcBef>
              <a:spcAft>
                <a:spcPts val="0"/>
              </a:spcAft>
              <a:buClr>
                <a:schemeClr val="dk1"/>
              </a:buClr>
              <a:buSzPts val="1100"/>
              <a:buFont typeface="Arial"/>
              <a:buNone/>
            </a:pPr>
            <a:r>
              <a:rPr lang="en-US" sz="1900" dirty="0"/>
              <a:t>(Note mod finds the remainder alter division of one number by another . For example, the expression "5 mod 2" would evaluate to 1 because 5 evaluated by 2 leaves a quotient of 2 and a remainder of 1)</a:t>
            </a:r>
            <a:endParaRPr sz="1900" dirty="0"/>
          </a:p>
          <a:p>
            <a:pPr marL="914400" lvl="0" indent="-228600" algn="l" rtl="0">
              <a:lnSpc>
                <a:spcPct val="115000"/>
              </a:lnSpc>
              <a:spcBef>
                <a:spcPts val="1200"/>
              </a:spcBef>
              <a:spcAft>
                <a:spcPts val="0"/>
              </a:spcAft>
              <a:buClr>
                <a:schemeClr val="dk1"/>
              </a:buClr>
              <a:buSzPts val="1100"/>
              <a:buFont typeface="Arial"/>
              <a:buNone/>
            </a:pPr>
            <a:r>
              <a:rPr lang="en-US" sz="1900" dirty="0"/>
              <a:t>a) 12:20:03</a:t>
            </a:r>
            <a:endParaRPr sz="1900" dirty="0"/>
          </a:p>
          <a:p>
            <a:pPr marL="914400" lvl="0" indent="-228600" algn="l" rtl="0">
              <a:lnSpc>
                <a:spcPct val="115000"/>
              </a:lnSpc>
              <a:spcBef>
                <a:spcPts val="1200"/>
              </a:spcBef>
              <a:spcAft>
                <a:spcPts val="0"/>
              </a:spcAft>
              <a:buClr>
                <a:schemeClr val="dk1"/>
              </a:buClr>
              <a:buSzPts val="1100"/>
              <a:buFont typeface="Arial"/>
              <a:buNone/>
            </a:pPr>
            <a:r>
              <a:rPr lang="en-US" sz="1900" dirty="0"/>
              <a:t>b) 4:50:00</a:t>
            </a:r>
            <a:endParaRPr sz="1900" dirty="0"/>
          </a:p>
          <a:p>
            <a:pPr marL="914400" lvl="0" indent="-228600" algn="l" rtl="0">
              <a:lnSpc>
                <a:spcPct val="115000"/>
              </a:lnSpc>
              <a:spcBef>
                <a:spcPts val="1200"/>
              </a:spcBef>
              <a:spcAft>
                <a:spcPts val="0"/>
              </a:spcAft>
              <a:buClr>
                <a:schemeClr val="dk1"/>
              </a:buClr>
              <a:buSzPts val="1100"/>
              <a:buFont typeface="Arial"/>
              <a:buNone/>
            </a:pPr>
            <a:r>
              <a:rPr lang="en-US" sz="1900" dirty="0"/>
              <a:t>c) none of these options</a:t>
            </a:r>
            <a:endParaRPr sz="1900" dirty="0"/>
          </a:p>
          <a:p>
            <a:pPr marL="914400" lvl="0" indent="-228600" algn="l" rtl="0">
              <a:lnSpc>
                <a:spcPct val="115000"/>
              </a:lnSpc>
              <a:spcBef>
                <a:spcPts val="1200"/>
              </a:spcBef>
              <a:spcAft>
                <a:spcPts val="1200"/>
              </a:spcAft>
              <a:buClr>
                <a:schemeClr val="dk1"/>
              </a:buClr>
              <a:buSzPts val="1100"/>
              <a:buFont typeface="Arial"/>
              <a:buNone/>
            </a:pPr>
            <a:r>
              <a:rPr lang="en-US" sz="1966" dirty="0"/>
              <a:t>d) 12:30:30</a:t>
            </a:r>
            <a:endParaRPr sz="1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02"/>
                                        </p:tgtEl>
                                        <p:attrNameLst>
                                          <p:attrName>style.visibility</p:attrName>
                                        </p:attrNameLst>
                                      </p:cBhvr>
                                      <p:to>
                                        <p:strVal val="visible"/>
                                      </p:to>
                                    </p:set>
                                    <p:animEffect transition="in" filter="fade">
                                      <p:cBhvr>
                                        <p:cTn id="11" dur="1000"/>
                                        <p:tgtEl>
                                          <p:spTgt spid="10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1"/>
                                        </p:tgtEl>
                                        <p:attrNameLst>
                                          <p:attrName>style.visibility</p:attrName>
                                        </p:attrNameLst>
                                      </p:cBhvr>
                                      <p:to>
                                        <p:strVal val="visible"/>
                                      </p:to>
                                    </p:set>
                                    <p:animEffect transition="in" filter="fade">
                                      <p:cBhvr>
                                        <p:cTn id="16" dur="10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g13615080cd1_0_2"/>
          <p:cNvPicPr preferRelativeResize="0"/>
          <p:nvPr/>
        </p:nvPicPr>
        <p:blipFill rotWithShape="1">
          <a:blip r:embed="rId3">
            <a:alphaModFix/>
          </a:blip>
          <a:srcRect/>
          <a:stretch/>
        </p:blipFill>
        <p:spPr>
          <a:xfrm>
            <a:off x="292852" y="5753408"/>
            <a:ext cx="552900" cy="586619"/>
          </a:xfrm>
          <a:prstGeom prst="rect">
            <a:avLst/>
          </a:prstGeom>
          <a:noFill/>
          <a:ln>
            <a:noFill/>
          </a:ln>
        </p:spPr>
      </p:pic>
      <p:sp>
        <p:nvSpPr>
          <p:cNvPr id="109" name="Google Shape;109;g13615080cd1_0_2"/>
          <p:cNvSpPr txBox="1">
            <a:spLocks noGrp="1"/>
          </p:cNvSpPr>
          <p:nvPr>
            <p:ph idx="1"/>
          </p:nvPr>
        </p:nvSpPr>
        <p:spPr>
          <a:xfrm>
            <a:off x="216125" y="201700"/>
            <a:ext cx="11655600" cy="65121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en-US" sz="2100"/>
              <a:t>2. What will be the output of the following pseudocode?</a:t>
            </a:r>
            <a:endParaRPr sz="2100"/>
          </a:p>
          <a:p>
            <a:pPr marL="0" lvl="0" indent="0" algn="l" rtl="0">
              <a:lnSpc>
                <a:spcPct val="115000"/>
              </a:lnSpc>
              <a:spcBef>
                <a:spcPts val="1200"/>
              </a:spcBef>
              <a:spcAft>
                <a:spcPts val="0"/>
              </a:spcAft>
              <a:buClr>
                <a:schemeClr val="dk1"/>
              </a:buClr>
              <a:buSzPts val="1100"/>
              <a:buFont typeface="Arial"/>
              <a:buNone/>
            </a:pPr>
            <a:r>
              <a:rPr lang="en-US" sz="2100"/>
              <a:t>Start</a:t>
            </a:r>
            <a:endParaRPr sz="2100"/>
          </a:p>
          <a:p>
            <a:pPr marL="0" lvl="0" indent="0" algn="l" rtl="0">
              <a:lnSpc>
                <a:spcPct val="115000"/>
              </a:lnSpc>
              <a:spcBef>
                <a:spcPts val="1200"/>
              </a:spcBef>
              <a:spcAft>
                <a:spcPts val="0"/>
              </a:spcAft>
              <a:buClr>
                <a:schemeClr val="dk1"/>
              </a:buClr>
              <a:buSzPts val="1100"/>
              <a:buFont typeface="Arial"/>
              <a:buNone/>
            </a:pPr>
            <a:r>
              <a:rPr lang="en-US" sz="2100"/>
              <a:t>Declare Integer x</a:t>
            </a:r>
            <a:endParaRPr sz="2100"/>
          </a:p>
          <a:p>
            <a:pPr marL="0" lvl="0" indent="0" algn="l" rtl="0">
              <a:lnSpc>
                <a:spcPct val="115000"/>
              </a:lnSpc>
              <a:spcBef>
                <a:spcPts val="1200"/>
              </a:spcBef>
              <a:spcAft>
                <a:spcPts val="0"/>
              </a:spcAft>
              <a:buClr>
                <a:schemeClr val="dk1"/>
              </a:buClr>
              <a:buSzPts val="1100"/>
              <a:buFont typeface="Arial"/>
              <a:buNone/>
            </a:pPr>
            <a:r>
              <a:rPr lang="en-US" sz="2100"/>
              <a:t>Set x=1</a:t>
            </a:r>
            <a:endParaRPr sz="2100"/>
          </a:p>
          <a:p>
            <a:pPr marL="0" lvl="0" indent="0" algn="l" rtl="0">
              <a:lnSpc>
                <a:spcPct val="115000"/>
              </a:lnSpc>
              <a:spcBef>
                <a:spcPts val="1200"/>
              </a:spcBef>
              <a:spcAft>
                <a:spcPts val="0"/>
              </a:spcAft>
              <a:buClr>
                <a:schemeClr val="dk1"/>
              </a:buClr>
              <a:buSzPts val="1100"/>
              <a:buFont typeface="Arial"/>
              <a:buNone/>
            </a:pPr>
            <a:r>
              <a:rPr lang="en-US" sz="2100"/>
              <a:t>While (x&lt;20)</a:t>
            </a:r>
            <a:endParaRPr sz="2100"/>
          </a:p>
          <a:p>
            <a:pPr marL="0" lvl="0" indent="0" algn="l" rtl="0">
              <a:lnSpc>
                <a:spcPct val="115000"/>
              </a:lnSpc>
              <a:spcBef>
                <a:spcPts val="1200"/>
              </a:spcBef>
              <a:spcAft>
                <a:spcPts val="0"/>
              </a:spcAft>
              <a:buClr>
                <a:schemeClr val="dk1"/>
              </a:buClr>
              <a:buSzPts val="1100"/>
              <a:buFont typeface="Arial"/>
              <a:buNone/>
            </a:pPr>
            <a:r>
              <a:rPr lang="en-US" sz="2100"/>
              <a:t>print x</a:t>
            </a:r>
            <a:endParaRPr sz="2100"/>
          </a:p>
          <a:p>
            <a:pPr marL="0" lvl="0" indent="0" algn="l" rtl="0">
              <a:lnSpc>
                <a:spcPct val="115000"/>
              </a:lnSpc>
              <a:spcBef>
                <a:spcPts val="1200"/>
              </a:spcBef>
              <a:spcAft>
                <a:spcPts val="0"/>
              </a:spcAft>
              <a:buClr>
                <a:schemeClr val="dk1"/>
              </a:buClr>
              <a:buSzPts val="1100"/>
              <a:buFont typeface="Arial"/>
              <a:buNone/>
            </a:pPr>
            <a:r>
              <a:rPr lang="en-US" sz="2100"/>
              <a:t>x=x*5</a:t>
            </a:r>
            <a:endParaRPr sz="2100"/>
          </a:p>
          <a:p>
            <a:pPr marL="0" lvl="0" indent="0" algn="l" rtl="0">
              <a:lnSpc>
                <a:spcPct val="115000"/>
              </a:lnSpc>
              <a:spcBef>
                <a:spcPts val="1200"/>
              </a:spcBef>
              <a:spcAft>
                <a:spcPts val="0"/>
              </a:spcAft>
              <a:buClr>
                <a:schemeClr val="dk1"/>
              </a:buClr>
              <a:buSzPts val="1100"/>
              <a:buFont typeface="Arial"/>
              <a:buNone/>
            </a:pPr>
            <a:r>
              <a:rPr lang="en-US" sz="2100"/>
              <a:t>End while</a:t>
            </a:r>
            <a:endParaRPr sz="2100"/>
          </a:p>
          <a:p>
            <a:pPr marL="914400" lvl="0" indent="-228600" algn="l" rtl="0">
              <a:lnSpc>
                <a:spcPct val="115000"/>
              </a:lnSpc>
              <a:spcBef>
                <a:spcPts val="1200"/>
              </a:spcBef>
              <a:spcAft>
                <a:spcPts val="0"/>
              </a:spcAft>
              <a:buClr>
                <a:schemeClr val="dk1"/>
              </a:buClr>
              <a:buSzPts val="1100"/>
              <a:buFont typeface="Arial"/>
              <a:buNone/>
            </a:pPr>
            <a:r>
              <a:rPr lang="en-US" sz="2100"/>
              <a:t>a) It prints all multiples of 5 between 1 and 10 (including both 1 and 100)</a:t>
            </a:r>
            <a:endParaRPr sz="2100"/>
          </a:p>
          <a:p>
            <a:pPr marL="914400" lvl="0" indent="-228600" algn="l" rtl="0">
              <a:lnSpc>
                <a:spcPct val="115000"/>
              </a:lnSpc>
              <a:spcBef>
                <a:spcPts val="1200"/>
              </a:spcBef>
              <a:spcAft>
                <a:spcPts val="0"/>
              </a:spcAft>
              <a:buClr>
                <a:schemeClr val="dk1"/>
              </a:buClr>
              <a:buSzPts val="1100"/>
              <a:buFont typeface="Arial"/>
              <a:buNone/>
            </a:pPr>
            <a:r>
              <a:rPr lang="en-US" sz="2100"/>
              <a:t>b) It prints all multiples of 5 between 1 and 100 (excluding both 1 and 100)</a:t>
            </a:r>
            <a:endParaRPr sz="2100"/>
          </a:p>
          <a:p>
            <a:pPr marL="914400" lvl="0" indent="-228600" algn="l" rtl="0">
              <a:lnSpc>
                <a:spcPct val="115000"/>
              </a:lnSpc>
              <a:spcBef>
                <a:spcPts val="1200"/>
              </a:spcBef>
              <a:spcAft>
                <a:spcPts val="0"/>
              </a:spcAft>
              <a:buClr>
                <a:schemeClr val="dk1"/>
              </a:buClr>
              <a:buSzPts val="1100"/>
              <a:buFont typeface="Arial"/>
              <a:buNone/>
            </a:pPr>
            <a:r>
              <a:rPr lang="en-US" sz="2100"/>
              <a:t>c) It prints all multiples of 5 between 1 and 20 (including both 1 and 20)</a:t>
            </a:r>
            <a:endParaRPr sz="2100"/>
          </a:p>
          <a:p>
            <a:pPr marL="0" lvl="0" indent="0" algn="l" rtl="0">
              <a:lnSpc>
                <a:spcPct val="115000"/>
              </a:lnSpc>
              <a:spcBef>
                <a:spcPts val="1200"/>
              </a:spcBef>
              <a:spcAft>
                <a:spcPts val="1200"/>
              </a:spcAft>
              <a:buNone/>
            </a:pPr>
            <a:r>
              <a:rPr lang="en-US" sz="2100"/>
              <a:t>    	    d) none of these</a:t>
            </a:r>
            <a:endParaRPr sz="3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fade">
                                      <p:cBhvr>
                                        <p:cTn id="7" dur="10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g13615080cd1_0_9"/>
          <p:cNvSpPr txBox="1">
            <a:spLocks noGrp="1"/>
          </p:cNvSpPr>
          <p:nvPr>
            <p:ph idx="1"/>
          </p:nvPr>
        </p:nvSpPr>
        <p:spPr>
          <a:xfrm>
            <a:off x="201700" y="201700"/>
            <a:ext cx="11915100" cy="63969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3. What will be the output of the following pseudocode?</a:t>
            </a:r>
            <a:endParaRPr/>
          </a:p>
          <a:p>
            <a:pPr marL="0" lvl="0" indent="0" algn="l" rtl="0">
              <a:lnSpc>
                <a:spcPct val="115000"/>
              </a:lnSpc>
              <a:spcBef>
                <a:spcPts val="1200"/>
              </a:spcBef>
              <a:spcAft>
                <a:spcPts val="0"/>
              </a:spcAft>
              <a:buClr>
                <a:schemeClr val="dk1"/>
              </a:buClr>
              <a:buSzPts val="1100"/>
              <a:buFont typeface="Arial"/>
              <a:buNone/>
            </a:pPr>
            <a:r>
              <a:rPr lang="en-US"/>
              <a:t>Integer x,y,z;</a:t>
            </a:r>
            <a:endParaRPr/>
          </a:p>
          <a:p>
            <a:pPr marL="0" lvl="0" indent="0" algn="l" rtl="0">
              <a:lnSpc>
                <a:spcPct val="115000"/>
              </a:lnSpc>
              <a:spcBef>
                <a:spcPts val="1200"/>
              </a:spcBef>
              <a:spcAft>
                <a:spcPts val="0"/>
              </a:spcAft>
              <a:buClr>
                <a:schemeClr val="dk1"/>
              </a:buClr>
              <a:buSzPts val="1100"/>
              <a:buFont typeface="Arial"/>
              <a:buNone/>
            </a:pPr>
            <a:r>
              <a:rPr lang="en-US"/>
              <a:t>Set x=2,y=4;</a:t>
            </a:r>
            <a:endParaRPr/>
          </a:p>
          <a:p>
            <a:pPr marL="0" lvl="0" indent="0" algn="l" rtl="0">
              <a:lnSpc>
                <a:spcPct val="115000"/>
              </a:lnSpc>
              <a:spcBef>
                <a:spcPts val="1200"/>
              </a:spcBef>
              <a:spcAft>
                <a:spcPts val="0"/>
              </a:spcAft>
              <a:buClr>
                <a:schemeClr val="dk1"/>
              </a:buClr>
              <a:buSzPts val="1100"/>
              <a:buFont typeface="Arial"/>
              <a:buNone/>
            </a:pPr>
            <a:r>
              <a:rPr lang="en-US"/>
              <a:t>z = X++ + ++Y;</a:t>
            </a:r>
            <a:endParaRPr/>
          </a:p>
          <a:p>
            <a:pPr marL="0" lvl="0" indent="0" algn="l" rtl="0">
              <a:lnSpc>
                <a:spcPct val="115000"/>
              </a:lnSpc>
              <a:spcBef>
                <a:spcPts val="1200"/>
              </a:spcBef>
              <a:spcAft>
                <a:spcPts val="0"/>
              </a:spcAft>
              <a:buClr>
                <a:schemeClr val="dk1"/>
              </a:buClr>
              <a:buSzPts val="1100"/>
              <a:buFont typeface="Arial"/>
              <a:buNone/>
            </a:pPr>
            <a:r>
              <a:rPr lang="en-US"/>
              <a:t>Print z</a:t>
            </a:r>
            <a:endParaRPr/>
          </a:p>
          <a:p>
            <a:pPr marL="457200" lvl="0" indent="-228600" algn="l" rtl="0">
              <a:lnSpc>
                <a:spcPct val="115000"/>
              </a:lnSpc>
              <a:spcBef>
                <a:spcPts val="1200"/>
              </a:spcBef>
              <a:spcAft>
                <a:spcPts val="0"/>
              </a:spcAft>
              <a:buNone/>
            </a:pPr>
            <a:endParaRPr/>
          </a:p>
          <a:p>
            <a:pPr marL="457200" lvl="0" indent="-228600" algn="l" rtl="0">
              <a:lnSpc>
                <a:spcPct val="115000"/>
              </a:lnSpc>
              <a:spcBef>
                <a:spcPts val="1200"/>
              </a:spcBef>
              <a:spcAft>
                <a:spcPts val="0"/>
              </a:spcAft>
              <a:buClr>
                <a:schemeClr val="dk1"/>
              </a:buClr>
              <a:buSzPts val="1100"/>
              <a:buFont typeface="Arial"/>
              <a:buNone/>
            </a:pPr>
            <a:r>
              <a:rPr lang="en-US"/>
              <a:t>a) 7</a:t>
            </a:r>
            <a:endParaRPr/>
          </a:p>
          <a:p>
            <a:pPr marL="457200" lvl="0" indent="-228600" algn="l" rtl="0">
              <a:lnSpc>
                <a:spcPct val="115000"/>
              </a:lnSpc>
              <a:spcBef>
                <a:spcPts val="1200"/>
              </a:spcBef>
              <a:spcAft>
                <a:spcPts val="0"/>
              </a:spcAft>
              <a:buClr>
                <a:schemeClr val="dk1"/>
              </a:buClr>
              <a:buSzPts val="1100"/>
              <a:buFont typeface="Arial"/>
              <a:buNone/>
            </a:pPr>
            <a:r>
              <a:rPr lang="en-US"/>
              <a:t>b) 8</a:t>
            </a:r>
            <a:endParaRPr/>
          </a:p>
          <a:p>
            <a:pPr marL="457200" lvl="0" indent="-228600" algn="l" rtl="0">
              <a:lnSpc>
                <a:spcPct val="115000"/>
              </a:lnSpc>
              <a:spcBef>
                <a:spcPts val="1200"/>
              </a:spcBef>
              <a:spcAft>
                <a:spcPts val="0"/>
              </a:spcAft>
              <a:buClr>
                <a:schemeClr val="dk1"/>
              </a:buClr>
              <a:buSzPts val="1100"/>
              <a:buFont typeface="Arial"/>
              <a:buNone/>
            </a:pPr>
            <a:r>
              <a:rPr lang="en-US"/>
              <a:t>c) 6</a:t>
            </a:r>
            <a:endParaRPr/>
          </a:p>
          <a:p>
            <a:pPr marL="0" lvl="0" indent="0" algn="l" rtl="0">
              <a:lnSpc>
                <a:spcPct val="115000"/>
              </a:lnSpc>
              <a:spcBef>
                <a:spcPts val="1200"/>
              </a:spcBef>
              <a:spcAft>
                <a:spcPts val="1200"/>
              </a:spcAft>
              <a:buNone/>
            </a:pPr>
            <a:r>
              <a:rPr lang="en-US"/>
              <a:t>   d) 5</a:t>
            </a:r>
            <a:endParaRPr sz="4500"/>
          </a:p>
        </p:txBody>
      </p:sp>
      <p:pic>
        <p:nvPicPr>
          <p:cNvPr id="116" name="Google Shape;116;g13615080cd1_0_9"/>
          <p:cNvPicPr preferRelativeResize="0"/>
          <p:nvPr/>
        </p:nvPicPr>
        <p:blipFill rotWithShape="1">
          <a:blip r:embed="rId3">
            <a:alphaModFix/>
          </a:blip>
          <a:srcRect/>
          <a:stretch/>
        </p:blipFill>
        <p:spPr>
          <a:xfrm>
            <a:off x="1399152" y="408020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10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3615080cd1_0_15"/>
          <p:cNvSpPr txBox="1">
            <a:spLocks noGrp="1"/>
          </p:cNvSpPr>
          <p:nvPr>
            <p:ph idx="1"/>
          </p:nvPr>
        </p:nvSpPr>
        <p:spPr>
          <a:xfrm>
            <a:off x="244925" y="360200"/>
            <a:ext cx="11785500" cy="6180900"/>
          </a:xfrm>
          <a:prstGeom prst="rect">
            <a:avLst/>
          </a:prstGeom>
        </p:spPr>
        <p:txBody>
          <a:bodyPr spcFirstLastPara="1" wrap="square" lIns="91425" tIns="45700" rIns="91425" bIns="45700" anchor="t" anchorCtr="0">
            <a:normAutofit lnSpcReduction="10000"/>
          </a:bodyPr>
          <a:lstStyle/>
          <a:p>
            <a:pPr marL="0" lvl="0" indent="0" algn="l" rtl="0">
              <a:lnSpc>
                <a:spcPct val="115000"/>
              </a:lnSpc>
              <a:spcBef>
                <a:spcPts val="1200"/>
              </a:spcBef>
              <a:spcAft>
                <a:spcPts val="0"/>
              </a:spcAft>
              <a:buClr>
                <a:schemeClr val="dk1"/>
              </a:buClr>
              <a:buSzPts val="1100"/>
              <a:buFont typeface="Arial"/>
              <a:buNone/>
            </a:pPr>
            <a:r>
              <a:rPr lang="en-US" sz="2100"/>
              <a:t>4. What will be the output of the following pseudocode?</a:t>
            </a:r>
            <a:endParaRPr sz="2100"/>
          </a:p>
          <a:p>
            <a:pPr marL="0" lvl="0" indent="0" algn="l" rtl="0">
              <a:lnSpc>
                <a:spcPct val="115000"/>
              </a:lnSpc>
              <a:spcBef>
                <a:spcPts val="1200"/>
              </a:spcBef>
              <a:spcAft>
                <a:spcPts val="0"/>
              </a:spcAft>
              <a:buClr>
                <a:schemeClr val="dk1"/>
              </a:buClr>
              <a:buSzPts val="1100"/>
              <a:buFont typeface="Arial"/>
              <a:buNone/>
            </a:pPr>
            <a:r>
              <a:rPr lang="en-US" sz="2100"/>
              <a:t>integer a,b</a:t>
            </a:r>
            <a:endParaRPr sz="2100"/>
          </a:p>
          <a:p>
            <a:pPr marL="0" lvl="0" indent="0" algn="l" rtl="0">
              <a:lnSpc>
                <a:spcPct val="115000"/>
              </a:lnSpc>
              <a:spcBef>
                <a:spcPts val="1200"/>
              </a:spcBef>
              <a:spcAft>
                <a:spcPts val="0"/>
              </a:spcAft>
              <a:buClr>
                <a:schemeClr val="dk1"/>
              </a:buClr>
              <a:buSzPts val="1100"/>
              <a:buFont typeface="Arial"/>
              <a:buNone/>
            </a:pPr>
            <a:r>
              <a:rPr lang="en-US" sz="2100"/>
              <a:t>set b=625;</a:t>
            </a:r>
            <a:endParaRPr sz="2100"/>
          </a:p>
          <a:p>
            <a:pPr marL="0" lvl="0" indent="0" algn="l" rtl="0">
              <a:lnSpc>
                <a:spcPct val="115000"/>
              </a:lnSpc>
              <a:spcBef>
                <a:spcPts val="1200"/>
              </a:spcBef>
              <a:spcAft>
                <a:spcPts val="0"/>
              </a:spcAft>
              <a:buClr>
                <a:schemeClr val="dk1"/>
              </a:buClr>
              <a:buSzPts val="1100"/>
              <a:buFont typeface="Arial"/>
              <a:buNone/>
            </a:pPr>
            <a:r>
              <a:rPr lang="en-US" sz="2100"/>
              <a:t>for a=1 to 4</a:t>
            </a:r>
            <a:endParaRPr sz="2100"/>
          </a:p>
          <a:p>
            <a:pPr marL="0" lvl="0" indent="0" algn="l" rtl="0">
              <a:lnSpc>
                <a:spcPct val="115000"/>
              </a:lnSpc>
              <a:spcBef>
                <a:spcPts val="1200"/>
              </a:spcBef>
              <a:spcAft>
                <a:spcPts val="0"/>
              </a:spcAft>
              <a:buClr>
                <a:schemeClr val="dk1"/>
              </a:buClr>
              <a:buSzPts val="1100"/>
              <a:buFont typeface="Arial"/>
              <a:buNone/>
            </a:pPr>
            <a:r>
              <a:rPr lang="en-US" sz="2100"/>
              <a:t>b=b/5;</a:t>
            </a:r>
            <a:endParaRPr sz="2100"/>
          </a:p>
          <a:p>
            <a:pPr marL="0" lvl="0" indent="0" algn="l" rtl="0">
              <a:lnSpc>
                <a:spcPct val="115000"/>
              </a:lnSpc>
              <a:spcBef>
                <a:spcPts val="1200"/>
              </a:spcBef>
              <a:spcAft>
                <a:spcPts val="0"/>
              </a:spcAft>
              <a:buClr>
                <a:schemeClr val="dk1"/>
              </a:buClr>
              <a:buSzPts val="1100"/>
              <a:buFont typeface="Arial"/>
              <a:buNone/>
            </a:pPr>
            <a:r>
              <a:rPr lang="en-US" sz="2100"/>
              <a:t>a=a+b;</a:t>
            </a:r>
            <a:endParaRPr sz="2100"/>
          </a:p>
          <a:p>
            <a:pPr marL="0" lvl="0" indent="0" algn="l" rtl="0">
              <a:lnSpc>
                <a:spcPct val="115000"/>
              </a:lnSpc>
              <a:spcBef>
                <a:spcPts val="1200"/>
              </a:spcBef>
              <a:spcAft>
                <a:spcPts val="0"/>
              </a:spcAft>
              <a:buClr>
                <a:schemeClr val="dk1"/>
              </a:buClr>
              <a:buSzPts val="1100"/>
              <a:buFont typeface="Arial"/>
              <a:buNone/>
            </a:pPr>
            <a:r>
              <a:rPr lang="en-US" sz="2100"/>
              <a:t>end for</a:t>
            </a:r>
            <a:endParaRPr sz="2100"/>
          </a:p>
          <a:p>
            <a:pPr marL="0" lvl="0" indent="0" algn="l" rtl="0">
              <a:lnSpc>
                <a:spcPct val="115000"/>
              </a:lnSpc>
              <a:spcBef>
                <a:spcPts val="1200"/>
              </a:spcBef>
              <a:spcAft>
                <a:spcPts val="0"/>
              </a:spcAft>
              <a:buClr>
                <a:schemeClr val="dk1"/>
              </a:buClr>
              <a:buSzPts val="1100"/>
              <a:buFont typeface="Arial"/>
              <a:buNone/>
            </a:pPr>
            <a:r>
              <a:rPr lang="en-US" sz="2100"/>
              <a:t>print a</a:t>
            </a:r>
            <a:endParaRPr sz="2100"/>
          </a:p>
          <a:p>
            <a:pPr marL="457200" lvl="0" indent="-228600" algn="l" rtl="0">
              <a:lnSpc>
                <a:spcPct val="115000"/>
              </a:lnSpc>
              <a:spcBef>
                <a:spcPts val="1200"/>
              </a:spcBef>
              <a:spcAft>
                <a:spcPts val="0"/>
              </a:spcAft>
              <a:buClr>
                <a:schemeClr val="dk1"/>
              </a:buClr>
              <a:buSzPts val="1100"/>
              <a:buFont typeface="Arial"/>
              <a:buNone/>
            </a:pPr>
            <a:r>
              <a:rPr lang="en-US" sz="2100"/>
              <a:t>a) 127</a:t>
            </a:r>
            <a:endParaRPr sz="2100"/>
          </a:p>
          <a:p>
            <a:pPr marL="457200" lvl="0" indent="-228600" algn="l" rtl="0">
              <a:lnSpc>
                <a:spcPct val="115000"/>
              </a:lnSpc>
              <a:spcBef>
                <a:spcPts val="1200"/>
              </a:spcBef>
              <a:spcAft>
                <a:spcPts val="0"/>
              </a:spcAft>
              <a:buClr>
                <a:schemeClr val="dk1"/>
              </a:buClr>
              <a:buSzPts val="1100"/>
              <a:buFont typeface="Arial"/>
              <a:buNone/>
            </a:pPr>
            <a:r>
              <a:rPr lang="en-US" sz="2100"/>
              <a:t>b) 29</a:t>
            </a:r>
            <a:endParaRPr sz="2100"/>
          </a:p>
          <a:p>
            <a:pPr marL="457200" lvl="0" indent="-228600" algn="l" rtl="0">
              <a:lnSpc>
                <a:spcPct val="115000"/>
              </a:lnSpc>
              <a:spcBef>
                <a:spcPts val="1200"/>
              </a:spcBef>
              <a:spcAft>
                <a:spcPts val="0"/>
              </a:spcAft>
              <a:buClr>
                <a:schemeClr val="dk1"/>
              </a:buClr>
              <a:buSzPts val="1100"/>
              <a:buFont typeface="Arial"/>
              <a:buNone/>
            </a:pPr>
            <a:r>
              <a:rPr lang="en-US" sz="2100"/>
              <a:t>c) 152</a:t>
            </a:r>
            <a:endParaRPr sz="2100"/>
          </a:p>
          <a:p>
            <a:pPr marL="457200" lvl="0" indent="-228600" algn="l" rtl="0">
              <a:lnSpc>
                <a:spcPct val="115000"/>
              </a:lnSpc>
              <a:spcBef>
                <a:spcPts val="1200"/>
              </a:spcBef>
              <a:spcAft>
                <a:spcPts val="1200"/>
              </a:spcAft>
              <a:buNone/>
            </a:pPr>
            <a:r>
              <a:rPr lang="en-US" sz="2100"/>
              <a:t>d) 0</a:t>
            </a:r>
            <a:endParaRPr sz="3800"/>
          </a:p>
        </p:txBody>
      </p:sp>
      <p:pic>
        <p:nvPicPr>
          <p:cNvPr id="123" name="Google Shape;123;g13615080cd1_0_15"/>
          <p:cNvPicPr preferRelativeResize="0"/>
          <p:nvPr/>
        </p:nvPicPr>
        <p:blipFill rotWithShape="1">
          <a:blip r:embed="rId3">
            <a:alphaModFix/>
          </a:blip>
          <a:srcRect/>
          <a:stretch/>
        </p:blipFill>
        <p:spPr>
          <a:xfrm>
            <a:off x="1373402" y="4401333"/>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10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g13615080cd1_0_21"/>
          <p:cNvSpPr txBox="1">
            <a:spLocks noGrp="1"/>
          </p:cNvSpPr>
          <p:nvPr>
            <p:ph idx="1"/>
          </p:nvPr>
        </p:nvSpPr>
        <p:spPr>
          <a:xfrm>
            <a:off x="144075" y="273750"/>
            <a:ext cx="11929500" cy="63249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200"/>
              <a:t>5. What is the output of the following pseudocode?</a:t>
            </a:r>
            <a:endParaRPr sz="2200"/>
          </a:p>
          <a:p>
            <a:pPr marL="0" lvl="0" indent="0" algn="l" rtl="0">
              <a:lnSpc>
                <a:spcPct val="115000"/>
              </a:lnSpc>
              <a:spcBef>
                <a:spcPts val="1200"/>
              </a:spcBef>
              <a:spcAft>
                <a:spcPts val="0"/>
              </a:spcAft>
              <a:buClr>
                <a:schemeClr val="dk1"/>
              </a:buClr>
              <a:buSzPts val="1100"/>
              <a:buFont typeface="Arial"/>
              <a:buNone/>
            </a:pPr>
            <a:r>
              <a:rPr lang="en-US" sz="2200"/>
              <a:t>declare a,b,c and i;</a:t>
            </a:r>
            <a:endParaRPr sz="2200"/>
          </a:p>
          <a:p>
            <a:pPr marL="0" lvl="0" indent="0" algn="l" rtl="0">
              <a:lnSpc>
                <a:spcPct val="115000"/>
              </a:lnSpc>
              <a:spcBef>
                <a:spcPts val="1200"/>
              </a:spcBef>
              <a:spcAft>
                <a:spcPts val="0"/>
              </a:spcAft>
              <a:buClr>
                <a:schemeClr val="dk1"/>
              </a:buClr>
              <a:buSzPts val="1100"/>
              <a:buFont typeface="Arial"/>
              <a:buNone/>
            </a:pPr>
            <a:r>
              <a:rPr lang="en-US" sz="2200"/>
              <a:t>set a=12 and b=6;</a:t>
            </a:r>
            <a:endParaRPr sz="2200"/>
          </a:p>
          <a:p>
            <a:pPr marL="0" lvl="0" indent="0" algn="l" rtl="0">
              <a:lnSpc>
                <a:spcPct val="115000"/>
              </a:lnSpc>
              <a:spcBef>
                <a:spcPts val="1200"/>
              </a:spcBef>
              <a:spcAft>
                <a:spcPts val="0"/>
              </a:spcAft>
              <a:buClr>
                <a:schemeClr val="dk1"/>
              </a:buClr>
              <a:buSzPts val="1100"/>
              <a:buFont typeface="Arial"/>
              <a:buNone/>
            </a:pPr>
            <a:r>
              <a:rPr lang="en-US" sz="2200"/>
              <a:t>if ((a+b)mod 2 is equal to 0)</a:t>
            </a:r>
            <a:endParaRPr sz="2200"/>
          </a:p>
          <a:p>
            <a:pPr marL="0" lvl="0" indent="0" algn="l" rtl="0">
              <a:lnSpc>
                <a:spcPct val="115000"/>
              </a:lnSpc>
              <a:spcBef>
                <a:spcPts val="1200"/>
              </a:spcBef>
              <a:spcAft>
                <a:spcPts val="0"/>
              </a:spcAft>
              <a:buClr>
                <a:schemeClr val="dk1"/>
              </a:buClr>
              <a:buSzPts val="1100"/>
              <a:buFont typeface="Arial"/>
              <a:buNone/>
            </a:pPr>
            <a:r>
              <a:rPr lang="en-US" sz="2200"/>
              <a:t>set c=a*b;</a:t>
            </a:r>
            <a:endParaRPr sz="2200"/>
          </a:p>
          <a:p>
            <a:pPr marL="0" lvl="0" indent="0" algn="l" rtl="0">
              <a:lnSpc>
                <a:spcPct val="115000"/>
              </a:lnSpc>
              <a:spcBef>
                <a:spcPts val="1200"/>
              </a:spcBef>
              <a:spcAft>
                <a:spcPts val="0"/>
              </a:spcAft>
              <a:buClr>
                <a:schemeClr val="dk1"/>
              </a:buClr>
              <a:buSzPts val="1100"/>
              <a:buFont typeface="Arial"/>
              <a:buNone/>
            </a:pPr>
            <a:r>
              <a:rPr lang="en-US" sz="2200"/>
              <a:t>else</a:t>
            </a:r>
            <a:endParaRPr sz="2200"/>
          </a:p>
          <a:p>
            <a:pPr marL="0" lvl="0" indent="0" algn="l" rtl="0">
              <a:lnSpc>
                <a:spcPct val="115000"/>
              </a:lnSpc>
              <a:spcBef>
                <a:spcPts val="1200"/>
              </a:spcBef>
              <a:spcAft>
                <a:spcPts val="0"/>
              </a:spcAft>
              <a:buClr>
                <a:schemeClr val="dk1"/>
              </a:buClr>
              <a:buSzPts val="1100"/>
              <a:buFont typeface="Arial"/>
              <a:buNone/>
            </a:pPr>
            <a:r>
              <a:rPr lang="en-US" sz="2200"/>
              <a:t>set c=a/b;</a:t>
            </a:r>
            <a:endParaRPr sz="2200"/>
          </a:p>
          <a:p>
            <a:pPr marL="0" lvl="0" indent="0" algn="l" rtl="0">
              <a:lnSpc>
                <a:spcPct val="115000"/>
              </a:lnSpc>
              <a:spcBef>
                <a:spcPts val="1200"/>
              </a:spcBef>
              <a:spcAft>
                <a:spcPts val="0"/>
              </a:spcAft>
              <a:buClr>
                <a:schemeClr val="dk1"/>
              </a:buClr>
              <a:buSzPts val="1100"/>
              <a:buFont typeface="Arial"/>
              <a:buNone/>
            </a:pPr>
            <a:r>
              <a:rPr lang="en-US" sz="2200"/>
              <a:t>end if</a:t>
            </a:r>
            <a:endParaRPr sz="2200"/>
          </a:p>
          <a:p>
            <a:pPr marL="0" lvl="0" indent="0" algn="l" rtl="0">
              <a:lnSpc>
                <a:spcPct val="115000"/>
              </a:lnSpc>
              <a:spcBef>
                <a:spcPts val="1200"/>
              </a:spcBef>
              <a:spcAft>
                <a:spcPts val="0"/>
              </a:spcAft>
              <a:buClr>
                <a:schemeClr val="dk1"/>
              </a:buClr>
              <a:buSzPts val="1100"/>
              <a:buFont typeface="Arial"/>
              <a:buNone/>
            </a:pPr>
            <a:r>
              <a:rPr lang="en-US" sz="2200"/>
              <a:t>for i=1 to 5</a:t>
            </a:r>
            <a:endParaRPr sz="2200"/>
          </a:p>
          <a:p>
            <a:pPr marL="0" lvl="0" indent="0" algn="l" rtl="0">
              <a:lnSpc>
                <a:spcPct val="115000"/>
              </a:lnSpc>
              <a:spcBef>
                <a:spcPts val="1200"/>
              </a:spcBef>
              <a:spcAft>
                <a:spcPts val="0"/>
              </a:spcAft>
              <a:buClr>
                <a:schemeClr val="dk1"/>
              </a:buClr>
              <a:buSzPts val="1100"/>
              <a:buFont typeface="Arial"/>
              <a:buNone/>
            </a:pPr>
            <a:r>
              <a:rPr lang="en-US" sz="2200"/>
              <a:t>set c= c+i;</a:t>
            </a:r>
            <a:endParaRPr sz="2200"/>
          </a:p>
          <a:p>
            <a:pPr marL="0" lvl="0" indent="0" algn="l" rtl="0">
              <a:lnSpc>
                <a:spcPct val="115000"/>
              </a:lnSpc>
              <a:spcBef>
                <a:spcPts val="1200"/>
              </a:spcBef>
              <a:spcAft>
                <a:spcPts val="0"/>
              </a:spcAft>
              <a:buClr>
                <a:schemeClr val="dk1"/>
              </a:buClr>
              <a:buSzPts val="1100"/>
              <a:buFont typeface="Arial"/>
              <a:buNone/>
            </a:pPr>
            <a:r>
              <a:rPr lang="en-US" sz="2200"/>
              <a:t>end for</a:t>
            </a:r>
            <a:endParaRPr sz="2200"/>
          </a:p>
          <a:p>
            <a:pPr marL="0" lvl="0" indent="0" algn="l" rtl="0">
              <a:lnSpc>
                <a:spcPct val="115000"/>
              </a:lnSpc>
              <a:spcBef>
                <a:spcPts val="1200"/>
              </a:spcBef>
              <a:spcAft>
                <a:spcPts val="1200"/>
              </a:spcAft>
              <a:buNone/>
            </a:pPr>
            <a:r>
              <a:rPr lang="en-US" sz="2200"/>
              <a:t>print c</a:t>
            </a:r>
            <a:endParaRPr sz="3900"/>
          </a:p>
        </p:txBody>
      </p:sp>
      <p:sp>
        <p:nvSpPr>
          <p:cNvPr id="130" name="Google Shape;130;g13615080cd1_0_21"/>
          <p:cNvSpPr txBox="1"/>
          <p:nvPr/>
        </p:nvSpPr>
        <p:spPr>
          <a:xfrm>
            <a:off x="5806225" y="2233175"/>
            <a:ext cx="4394400" cy="20163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a) 87</a:t>
            </a:r>
            <a:endParaRPr sz="20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b) 12</a:t>
            </a:r>
            <a:endParaRPr sz="20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c) 6</a:t>
            </a:r>
            <a:endParaRPr sz="2000">
              <a:solidFill>
                <a:schemeClr val="dk1"/>
              </a:solidFill>
              <a:latin typeface="Calibri"/>
              <a:ea typeface="Calibri"/>
              <a:cs typeface="Calibri"/>
              <a:sym typeface="Calibri"/>
            </a:endParaRPr>
          </a:p>
          <a:p>
            <a:pPr marL="0" lvl="0" indent="0" algn="l" rtl="0">
              <a:lnSpc>
                <a:spcPct val="115000"/>
              </a:lnSpc>
              <a:spcBef>
                <a:spcPts val="1200"/>
              </a:spcBef>
              <a:spcAft>
                <a:spcPts val="1200"/>
              </a:spcAft>
              <a:buClr>
                <a:schemeClr val="dk1"/>
              </a:buClr>
              <a:buSzPts val="1100"/>
              <a:buFont typeface="Arial"/>
              <a:buNone/>
            </a:pPr>
            <a:r>
              <a:rPr lang="en-US" sz="2000">
                <a:solidFill>
                  <a:schemeClr val="dk1"/>
                </a:solidFill>
                <a:latin typeface="Calibri"/>
                <a:ea typeface="Calibri"/>
                <a:cs typeface="Calibri"/>
                <a:sym typeface="Calibri"/>
              </a:rPr>
              <a:t>    d) 2</a:t>
            </a:r>
            <a:endParaRPr sz="2000">
              <a:latin typeface="Calibri"/>
              <a:ea typeface="Calibri"/>
              <a:cs typeface="Calibri"/>
              <a:sym typeface="Calibri"/>
            </a:endParaRPr>
          </a:p>
        </p:txBody>
      </p:sp>
      <p:pic>
        <p:nvPicPr>
          <p:cNvPr id="131" name="Google Shape;131;g13615080cd1_0_21"/>
          <p:cNvPicPr preferRelativeResize="0"/>
          <p:nvPr/>
        </p:nvPicPr>
        <p:blipFill rotWithShape="1">
          <a:blip r:embed="rId3">
            <a:alphaModFix/>
          </a:blip>
          <a:srcRect/>
          <a:stretch/>
        </p:blipFill>
        <p:spPr>
          <a:xfrm>
            <a:off x="5407527" y="2175533"/>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1"/>
                                        </p:tgtEl>
                                        <p:attrNameLst>
                                          <p:attrName>style.visibility</p:attrName>
                                        </p:attrNameLst>
                                      </p:cBhvr>
                                      <p:to>
                                        <p:strVal val="visible"/>
                                      </p:to>
                                    </p:set>
                                    <p:animEffect transition="in" filter="fade">
                                      <p:cBhvr>
                                        <p:cTn id="7" dur="10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13615080cd1_0_27"/>
          <p:cNvSpPr txBox="1">
            <a:spLocks noGrp="1"/>
          </p:cNvSpPr>
          <p:nvPr>
            <p:ph idx="1"/>
          </p:nvPr>
        </p:nvSpPr>
        <p:spPr>
          <a:xfrm>
            <a:off x="158475" y="316975"/>
            <a:ext cx="11857500" cy="6454500"/>
          </a:xfrm>
          <a:prstGeom prst="rect">
            <a:avLst/>
          </a:prstGeom>
        </p:spPr>
        <p:txBody>
          <a:bodyPr spcFirstLastPara="1" wrap="square" lIns="91425" tIns="45700" rIns="91425" bIns="45700" anchor="t" anchorCtr="0">
            <a:normAutofit lnSpcReduction="10000"/>
          </a:bodyPr>
          <a:lstStyle/>
          <a:p>
            <a:pPr marL="0" lvl="0" indent="0" algn="l" rtl="0">
              <a:lnSpc>
                <a:spcPct val="115000"/>
              </a:lnSpc>
              <a:spcBef>
                <a:spcPts val="1200"/>
              </a:spcBef>
              <a:spcAft>
                <a:spcPts val="0"/>
              </a:spcAft>
              <a:buClr>
                <a:schemeClr val="dk1"/>
              </a:buClr>
              <a:buSzPts val="1100"/>
              <a:buFont typeface="Arial"/>
              <a:buNone/>
            </a:pPr>
            <a:r>
              <a:rPr lang="en-US" sz="2000"/>
              <a:t>6. Integer a, b, c</a:t>
            </a:r>
            <a:endParaRPr sz="2000"/>
          </a:p>
          <a:p>
            <a:pPr marL="0" lvl="0" indent="0" algn="l" rtl="0">
              <a:lnSpc>
                <a:spcPct val="115000"/>
              </a:lnSpc>
              <a:spcBef>
                <a:spcPts val="1200"/>
              </a:spcBef>
              <a:spcAft>
                <a:spcPts val="0"/>
              </a:spcAft>
              <a:buClr>
                <a:schemeClr val="dk1"/>
              </a:buClr>
              <a:buSzPts val="1100"/>
              <a:buFont typeface="Arial"/>
              <a:buNone/>
            </a:pPr>
            <a:r>
              <a:rPr lang="en-US" sz="2000"/>
              <a:t>set a=6, b=8, c=15</a:t>
            </a:r>
            <a:endParaRPr sz="2000"/>
          </a:p>
          <a:p>
            <a:pPr marL="0" lvl="0" indent="0" algn="l" rtl="0">
              <a:lnSpc>
                <a:spcPct val="115000"/>
              </a:lnSpc>
              <a:spcBef>
                <a:spcPts val="1200"/>
              </a:spcBef>
              <a:spcAft>
                <a:spcPts val="0"/>
              </a:spcAft>
              <a:buClr>
                <a:schemeClr val="dk1"/>
              </a:buClr>
              <a:buSzPts val="1100"/>
              <a:buFont typeface="Arial"/>
              <a:buNone/>
            </a:pPr>
            <a:r>
              <a:rPr lang="en-US" sz="2000"/>
              <a:t>if ((b^a)&lt;a)</a:t>
            </a:r>
            <a:endParaRPr sz="2000"/>
          </a:p>
          <a:p>
            <a:pPr marL="0" lvl="0" indent="0" algn="l" rtl="0">
              <a:lnSpc>
                <a:spcPct val="115000"/>
              </a:lnSpc>
              <a:spcBef>
                <a:spcPts val="1200"/>
              </a:spcBef>
              <a:spcAft>
                <a:spcPts val="0"/>
              </a:spcAft>
              <a:buClr>
                <a:schemeClr val="dk1"/>
              </a:buClr>
              <a:buSzPts val="1100"/>
              <a:buFont typeface="Arial"/>
              <a:buNone/>
            </a:pPr>
            <a:r>
              <a:rPr lang="en-US" sz="2000"/>
              <a:t>b=a</a:t>
            </a:r>
            <a:endParaRPr sz="2000"/>
          </a:p>
          <a:p>
            <a:pPr marL="0" lvl="0" indent="0" algn="l" rtl="0">
              <a:lnSpc>
                <a:spcPct val="115000"/>
              </a:lnSpc>
              <a:spcBef>
                <a:spcPts val="1200"/>
              </a:spcBef>
              <a:spcAft>
                <a:spcPts val="0"/>
              </a:spcAft>
              <a:buClr>
                <a:schemeClr val="dk1"/>
              </a:buClr>
              <a:buSzPts val="1100"/>
              <a:buFont typeface="Arial"/>
              <a:buNone/>
            </a:pPr>
            <a:r>
              <a:rPr lang="en-US" sz="2000"/>
              <a:t>End if</a:t>
            </a:r>
            <a:endParaRPr sz="2000"/>
          </a:p>
          <a:p>
            <a:pPr marL="0" lvl="0" indent="0" algn="l" rtl="0">
              <a:lnSpc>
                <a:spcPct val="115000"/>
              </a:lnSpc>
              <a:spcBef>
                <a:spcPts val="1200"/>
              </a:spcBef>
              <a:spcAft>
                <a:spcPts val="0"/>
              </a:spcAft>
              <a:buClr>
                <a:schemeClr val="dk1"/>
              </a:buClr>
              <a:buSzPts val="1100"/>
              <a:buFont typeface="Arial"/>
              <a:buNone/>
            </a:pPr>
            <a:r>
              <a:rPr lang="en-US" sz="2000"/>
              <a:t>printf a+b+c</a:t>
            </a:r>
            <a:endParaRPr sz="2000"/>
          </a:p>
          <a:p>
            <a:pPr marL="0" lvl="0" indent="0" algn="l" rtl="0">
              <a:lnSpc>
                <a:spcPct val="115000"/>
              </a:lnSpc>
              <a:spcBef>
                <a:spcPts val="1200"/>
              </a:spcBef>
              <a:spcAft>
                <a:spcPts val="0"/>
              </a:spcAft>
              <a:buClr>
                <a:schemeClr val="dk1"/>
              </a:buClr>
              <a:buSzPts val="1100"/>
              <a:buFont typeface="Arial"/>
              <a:buNone/>
            </a:pPr>
            <a:r>
              <a:rPr lang="en-US" sz="2000"/>
              <a:t>[Note: The bitwise exclusive OR operator(^) compares each bit of its first operands to the corresponding bit of its second operator.</a:t>
            </a:r>
            <a:endParaRPr sz="2000"/>
          </a:p>
          <a:p>
            <a:pPr marL="0" lvl="0" indent="0" algn="l" rtl="0">
              <a:lnSpc>
                <a:spcPct val="115000"/>
              </a:lnSpc>
              <a:spcBef>
                <a:spcPts val="1200"/>
              </a:spcBef>
              <a:spcAft>
                <a:spcPts val="0"/>
              </a:spcAft>
              <a:buClr>
                <a:schemeClr val="dk1"/>
              </a:buClr>
              <a:buSzPts val="1100"/>
              <a:buFont typeface="Arial"/>
              <a:buNone/>
            </a:pPr>
            <a:r>
              <a:rPr lang="en-US" sz="2000"/>
              <a:t>The corresponding result bit is set to 1. Otherwise, the corresponding result bit is set to 0].</a:t>
            </a:r>
            <a:endParaRPr sz="2000"/>
          </a:p>
          <a:p>
            <a:pPr marL="457200" lvl="0" indent="-228600" algn="l" rtl="0">
              <a:lnSpc>
                <a:spcPct val="115000"/>
              </a:lnSpc>
              <a:spcBef>
                <a:spcPts val="1200"/>
              </a:spcBef>
              <a:spcAft>
                <a:spcPts val="0"/>
              </a:spcAft>
              <a:buClr>
                <a:schemeClr val="dk1"/>
              </a:buClr>
              <a:buSzPts val="1100"/>
              <a:buFont typeface="Arial"/>
              <a:buNone/>
            </a:pPr>
            <a:r>
              <a:rPr lang="en-US" sz="2000"/>
              <a:t>a) 29</a:t>
            </a:r>
            <a:endParaRPr sz="2000"/>
          </a:p>
          <a:p>
            <a:pPr marL="457200" lvl="0" indent="-228600" algn="l" rtl="0">
              <a:lnSpc>
                <a:spcPct val="115000"/>
              </a:lnSpc>
              <a:spcBef>
                <a:spcPts val="1200"/>
              </a:spcBef>
              <a:spcAft>
                <a:spcPts val="0"/>
              </a:spcAft>
              <a:buClr>
                <a:schemeClr val="dk1"/>
              </a:buClr>
              <a:buSzPts val="1100"/>
              <a:buFont typeface="Arial"/>
              <a:buNone/>
            </a:pPr>
            <a:r>
              <a:rPr lang="en-US" sz="2000"/>
              <a:t>b) 35</a:t>
            </a:r>
            <a:endParaRPr sz="2000"/>
          </a:p>
          <a:p>
            <a:pPr marL="457200" lvl="0" indent="-228600" algn="l" rtl="0">
              <a:lnSpc>
                <a:spcPct val="115000"/>
              </a:lnSpc>
              <a:spcBef>
                <a:spcPts val="1200"/>
              </a:spcBef>
              <a:spcAft>
                <a:spcPts val="0"/>
              </a:spcAft>
              <a:buClr>
                <a:schemeClr val="dk1"/>
              </a:buClr>
              <a:buSzPts val="1100"/>
              <a:buFont typeface="Arial"/>
              <a:buNone/>
            </a:pPr>
            <a:r>
              <a:rPr lang="en-US" sz="2000"/>
              <a:t>c) 38</a:t>
            </a:r>
            <a:endParaRPr sz="2000"/>
          </a:p>
          <a:p>
            <a:pPr marL="0" lvl="0" indent="0" algn="l" rtl="0">
              <a:lnSpc>
                <a:spcPct val="115000"/>
              </a:lnSpc>
              <a:spcBef>
                <a:spcPts val="1200"/>
              </a:spcBef>
              <a:spcAft>
                <a:spcPts val="1200"/>
              </a:spcAft>
              <a:buNone/>
            </a:pPr>
            <a:r>
              <a:rPr lang="en-US" sz="2000"/>
              <a:t>    d) 48</a:t>
            </a:r>
            <a:endParaRPr sz="3700"/>
          </a:p>
        </p:txBody>
      </p:sp>
      <p:pic>
        <p:nvPicPr>
          <p:cNvPr id="138" name="Google Shape;138;g13615080cd1_0_27"/>
          <p:cNvPicPr preferRelativeResize="0"/>
          <p:nvPr/>
        </p:nvPicPr>
        <p:blipFill rotWithShape="1">
          <a:blip r:embed="rId3">
            <a:alphaModFix/>
          </a:blip>
          <a:srcRect/>
          <a:stretch/>
        </p:blipFill>
        <p:spPr>
          <a:xfrm>
            <a:off x="1229352" y="457005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8"/>
                                        </p:tgtEl>
                                        <p:attrNameLst>
                                          <p:attrName>style.visibility</p:attrName>
                                        </p:attrNameLst>
                                      </p:cBhvr>
                                      <p:to>
                                        <p:strVal val="visible"/>
                                      </p:to>
                                    </p:set>
                                    <p:animEffect transition="in" filter="fade">
                                      <p:cBhvr>
                                        <p:cTn id="7" dur="10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g13615080cd1_0_33"/>
          <p:cNvSpPr txBox="1">
            <a:spLocks noGrp="1"/>
          </p:cNvSpPr>
          <p:nvPr>
            <p:ph idx="1"/>
          </p:nvPr>
        </p:nvSpPr>
        <p:spPr>
          <a:xfrm>
            <a:off x="144075" y="316975"/>
            <a:ext cx="11929500" cy="63393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a:t>7. What will be the output of the pseudocode for p=3, q=1?</a:t>
            </a:r>
            <a:endParaRPr sz="1900"/>
          </a:p>
          <a:p>
            <a:pPr marL="0" lvl="0" indent="0" algn="l" rtl="0">
              <a:lnSpc>
                <a:spcPct val="115000"/>
              </a:lnSpc>
              <a:spcBef>
                <a:spcPts val="1200"/>
              </a:spcBef>
              <a:spcAft>
                <a:spcPts val="0"/>
              </a:spcAft>
              <a:buClr>
                <a:schemeClr val="dk1"/>
              </a:buClr>
              <a:buSzPts val="1100"/>
              <a:buFont typeface="Arial"/>
              <a:buNone/>
            </a:pPr>
            <a:r>
              <a:rPr lang="en-US" sz="1900"/>
              <a:t>Integer funn( integer p, integer q)</a:t>
            </a:r>
            <a:endParaRPr sz="1900"/>
          </a:p>
          <a:p>
            <a:pPr marL="0" lvl="0" indent="0" algn="l" rtl="0">
              <a:lnSpc>
                <a:spcPct val="115000"/>
              </a:lnSpc>
              <a:spcBef>
                <a:spcPts val="1200"/>
              </a:spcBef>
              <a:spcAft>
                <a:spcPts val="0"/>
              </a:spcAft>
              <a:buClr>
                <a:schemeClr val="dk1"/>
              </a:buClr>
              <a:buSzPts val="1100"/>
              <a:buFont typeface="Arial"/>
              <a:buNone/>
            </a:pPr>
            <a:r>
              <a:rPr lang="en-US" sz="1900"/>
              <a:t>if(q&amp;1&gt;0 AND p&amp;3&gt;0)</a:t>
            </a:r>
            <a:endParaRPr sz="1900"/>
          </a:p>
          <a:p>
            <a:pPr marL="0" lvl="0" indent="0" algn="l" rtl="0">
              <a:lnSpc>
                <a:spcPct val="115000"/>
              </a:lnSpc>
              <a:spcBef>
                <a:spcPts val="1200"/>
              </a:spcBef>
              <a:spcAft>
                <a:spcPts val="0"/>
              </a:spcAft>
              <a:buClr>
                <a:schemeClr val="dk1"/>
              </a:buClr>
              <a:buSzPts val="1100"/>
              <a:buFont typeface="Arial"/>
              <a:buNone/>
            </a:pPr>
            <a:r>
              <a:rPr lang="en-US" sz="1900"/>
              <a:t>return p^q</a:t>
            </a:r>
            <a:endParaRPr sz="1900"/>
          </a:p>
          <a:p>
            <a:pPr marL="0" lvl="0" indent="0" algn="l" rtl="0">
              <a:lnSpc>
                <a:spcPct val="115000"/>
              </a:lnSpc>
              <a:spcBef>
                <a:spcPts val="1200"/>
              </a:spcBef>
              <a:spcAft>
                <a:spcPts val="0"/>
              </a:spcAft>
              <a:buClr>
                <a:schemeClr val="dk1"/>
              </a:buClr>
              <a:buSzPts val="1100"/>
              <a:buFont typeface="Arial"/>
              <a:buNone/>
            </a:pPr>
            <a:r>
              <a:rPr lang="en-US" sz="1900"/>
              <a:t>else</a:t>
            </a:r>
            <a:endParaRPr sz="1900"/>
          </a:p>
          <a:p>
            <a:pPr marL="0" lvl="0" indent="0" algn="l" rtl="0">
              <a:lnSpc>
                <a:spcPct val="115000"/>
              </a:lnSpc>
              <a:spcBef>
                <a:spcPts val="1200"/>
              </a:spcBef>
              <a:spcAft>
                <a:spcPts val="0"/>
              </a:spcAft>
              <a:buClr>
                <a:schemeClr val="dk1"/>
              </a:buClr>
              <a:buSzPts val="1100"/>
              <a:buFont typeface="Arial"/>
              <a:buNone/>
            </a:pPr>
            <a:r>
              <a:rPr lang="en-US" sz="1900"/>
              <a:t>return funn (p,q)</a:t>
            </a:r>
            <a:endParaRPr sz="1900"/>
          </a:p>
          <a:p>
            <a:pPr marL="0" lvl="0" indent="0" algn="l" rtl="0">
              <a:lnSpc>
                <a:spcPct val="115000"/>
              </a:lnSpc>
              <a:spcBef>
                <a:spcPts val="1200"/>
              </a:spcBef>
              <a:spcAft>
                <a:spcPts val="0"/>
              </a:spcAft>
              <a:buClr>
                <a:schemeClr val="dk1"/>
              </a:buClr>
              <a:buSzPts val="1100"/>
              <a:buFont typeface="Arial"/>
              <a:buNone/>
            </a:pPr>
            <a:r>
              <a:rPr lang="en-US" sz="1900"/>
              <a:t>end if</a:t>
            </a:r>
            <a:endParaRPr sz="1900"/>
          </a:p>
          <a:p>
            <a:pPr marL="0" lvl="0" indent="0" algn="l" rtl="0">
              <a:lnSpc>
                <a:spcPct val="115000"/>
              </a:lnSpc>
              <a:spcBef>
                <a:spcPts val="1200"/>
              </a:spcBef>
              <a:spcAft>
                <a:spcPts val="0"/>
              </a:spcAft>
              <a:buClr>
                <a:schemeClr val="dk1"/>
              </a:buClr>
              <a:buSzPts val="1100"/>
              <a:buFont typeface="Arial"/>
              <a:buNone/>
            </a:pPr>
            <a:r>
              <a:rPr lang="en-US" sz="1900"/>
              <a:t>end function funn( )</a:t>
            </a:r>
            <a:endParaRPr sz="1900"/>
          </a:p>
          <a:p>
            <a:pPr marL="0" lvl="0" indent="0" algn="l" rtl="0">
              <a:lnSpc>
                <a:spcPct val="115000"/>
              </a:lnSpc>
              <a:spcBef>
                <a:spcPts val="1200"/>
              </a:spcBef>
              <a:spcAft>
                <a:spcPts val="0"/>
              </a:spcAft>
              <a:buClr>
                <a:schemeClr val="dk1"/>
              </a:buClr>
              <a:buSzPts val="1100"/>
              <a:buFont typeface="Arial"/>
              <a:buNone/>
            </a:pPr>
            <a:r>
              <a:rPr lang="en-US" sz="1900"/>
              <a:t>[Note- &amp;:bitwise AND - The bitwise AND operator ( &amp; ) compares each bit of the first operand to the corresponding bit of the second</a:t>
            </a:r>
            <a:endParaRPr sz="1900"/>
          </a:p>
          <a:p>
            <a:pPr marL="0" lvl="0" indent="0" algn="l" rtl="0">
              <a:lnSpc>
                <a:spcPct val="115000"/>
              </a:lnSpc>
              <a:spcBef>
                <a:spcPts val="1200"/>
              </a:spcBef>
              <a:spcAft>
                <a:spcPts val="0"/>
              </a:spcAft>
              <a:buClr>
                <a:schemeClr val="dk1"/>
              </a:buClr>
              <a:buSzPts val="1100"/>
              <a:buFont typeface="Arial"/>
              <a:buNone/>
            </a:pPr>
            <a:r>
              <a:rPr lang="en-US" sz="1900"/>
              <a:t>operand. The corresponding result bit is set to 1. Otherwise , the corresponding result bit is set to 0.</a:t>
            </a:r>
            <a:endParaRPr sz="1900"/>
          </a:p>
          <a:p>
            <a:pPr marL="0" lvl="0" indent="0" algn="l" rtl="0">
              <a:lnSpc>
                <a:spcPct val="115000"/>
              </a:lnSpc>
              <a:spcBef>
                <a:spcPts val="1200"/>
              </a:spcBef>
              <a:spcAft>
                <a:spcPts val="0"/>
              </a:spcAft>
              <a:buClr>
                <a:schemeClr val="dk1"/>
              </a:buClr>
              <a:buSzPts val="1100"/>
              <a:buFont typeface="Arial"/>
              <a:buNone/>
            </a:pPr>
            <a:r>
              <a:rPr lang="en-US" sz="1900"/>
              <a:t>^ is the bitwise exclusive OR operator that compares each bit of its first operand to the corresponding bit of its second operand. If</a:t>
            </a:r>
            <a:endParaRPr sz="1900"/>
          </a:p>
          <a:p>
            <a:pPr marL="0" lvl="0" indent="0" algn="l" rtl="0">
              <a:lnSpc>
                <a:spcPct val="115000"/>
              </a:lnSpc>
              <a:spcBef>
                <a:spcPts val="1200"/>
              </a:spcBef>
              <a:spcAft>
                <a:spcPts val="1200"/>
              </a:spcAft>
              <a:buNone/>
            </a:pPr>
            <a:r>
              <a:rPr lang="en-US" sz="1900"/>
              <a:t>one is 1 , the corresponding result bit is set to 1. Otherwise, the corresponding result it is set to 0].</a:t>
            </a:r>
            <a:endParaRPr sz="3600"/>
          </a:p>
        </p:txBody>
      </p:sp>
      <p:sp>
        <p:nvSpPr>
          <p:cNvPr id="145" name="Google Shape;145;g13615080cd1_0_33"/>
          <p:cNvSpPr txBox="1"/>
          <p:nvPr/>
        </p:nvSpPr>
        <p:spPr>
          <a:xfrm>
            <a:off x="7463125" y="1455175"/>
            <a:ext cx="4293600" cy="2221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2300">
                <a:solidFill>
                  <a:schemeClr val="dk1"/>
                </a:solidFill>
                <a:latin typeface="Calibri"/>
                <a:ea typeface="Calibri"/>
                <a:cs typeface="Calibri"/>
                <a:sym typeface="Calibri"/>
              </a:rPr>
              <a:t>a) 2</a:t>
            </a:r>
            <a:endParaRPr sz="23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US" sz="2300">
                <a:solidFill>
                  <a:schemeClr val="dk1"/>
                </a:solidFill>
                <a:latin typeface="Calibri"/>
                <a:ea typeface="Calibri"/>
                <a:cs typeface="Calibri"/>
                <a:sym typeface="Calibri"/>
              </a:rPr>
              <a:t>b) -12</a:t>
            </a:r>
            <a:endParaRPr sz="23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US" sz="2300">
                <a:solidFill>
                  <a:schemeClr val="dk1"/>
                </a:solidFill>
                <a:latin typeface="Calibri"/>
                <a:ea typeface="Calibri"/>
                <a:cs typeface="Calibri"/>
                <a:sym typeface="Calibri"/>
              </a:rPr>
              <a:t>c) 20</a:t>
            </a:r>
            <a:endParaRPr sz="23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US" sz="2300">
                <a:solidFill>
                  <a:schemeClr val="dk1"/>
                </a:solidFill>
                <a:latin typeface="Calibri"/>
                <a:ea typeface="Calibri"/>
                <a:cs typeface="Calibri"/>
                <a:sym typeface="Calibri"/>
              </a:rPr>
              <a:t>d) 9</a:t>
            </a:r>
            <a:endParaRPr sz="2600">
              <a:latin typeface="Calibri"/>
              <a:ea typeface="Calibri"/>
              <a:cs typeface="Calibri"/>
              <a:sym typeface="Calibri"/>
            </a:endParaRPr>
          </a:p>
        </p:txBody>
      </p:sp>
      <p:pic>
        <p:nvPicPr>
          <p:cNvPr id="146" name="Google Shape;146;g13615080cd1_0_33"/>
          <p:cNvPicPr preferRelativeResize="0"/>
          <p:nvPr/>
        </p:nvPicPr>
        <p:blipFill rotWithShape="1">
          <a:blip r:embed="rId3">
            <a:alphaModFix/>
          </a:blip>
          <a:srcRect/>
          <a:stretch/>
        </p:blipFill>
        <p:spPr>
          <a:xfrm>
            <a:off x="6910227" y="138600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6"/>
                                        </p:tgtEl>
                                        <p:attrNameLst>
                                          <p:attrName>style.visibility</p:attrName>
                                        </p:attrNameLst>
                                      </p:cBhvr>
                                      <p:to>
                                        <p:strVal val="visible"/>
                                      </p:to>
                                    </p:set>
                                    <p:animEffect transition="in" filter="fade">
                                      <p:cBhvr>
                                        <p:cTn id="7" dur="1000"/>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g13615080cd1_0_39"/>
          <p:cNvSpPr txBox="1">
            <a:spLocks noGrp="1"/>
          </p:cNvSpPr>
          <p:nvPr>
            <p:ph idx="1"/>
          </p:nvPr>
        </p:nvSpPr>
        <p:spPr>
          <a:xfrm>
            <a:off x="86450" y="273750"/>
            <a:ext cx="11929500" cy="62817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a:t>8. What will be the output of the following pseudocode?</a:t>
            </a:r>
            <a:endParaRPr sz="2000"/>
          </a:p>
          <a:p>
            <a:pPr marL="0" lvl="0" indent="0" algn="l" rtl="0">
              <a:lnSpc>
                <a:spcPct val="115000"/>
              </a:lnSpc>
              <a:spcBef>
                <a:spcPts val="1200"/>
              </a:spcBef>
              <a:spcAft>
                <a:spcPts val="0"/>
              </a:spcAft>
              <a:buClr>
                <a:schemeClr val="dk1"/>
              </a:buClr>
              <a:buSzPts val="1100"/>
              <a:buFont typeface="Arial"/>
              <a:buNone/>
            </a:pPr>
            <a:r>
              <a:rPr lang="en-US" sz="2000"/>
              <a:t>Integer p, q, r</a:t>
            </a:r>
            <a:endParaRPr sz="2000"/>
          </a:p>
          <a:p>
            <a:pPr marL="0" lvl="0" indent="0" algn="l" rtl="0">
              <a:lnSpc>
                <a:spcPct val="115000"/>
              </a:lnSpc>
              <a:spcBef>
                <a:spcPts val="1200"/>
              </a:spcBef>
              <a:spcAft>
                <a:spcPts val="0"/>
              </a:spcAft>
              <a:buClr>
                <a:schemeClr val="dk1"/>
              </a:buClr>
              <a:buSzPts val="1100"/>
              <a:buFont typeface="Arial"/>
              <a:buNone/>
            </a:pPr>
            <a:r>
              <a:rPr lang="en-US" sz="2000"/>
              <a:t>set p=1, q=2, r=0</a:t>
            </a:r>
            <a:endParaRPr sz="2000"/>
          </a:p>
          <a:p>
            <a:pPr marL="0" lvl="0" indent="0" algn="l" rtl="0">
              <a:lnSpc>
                <a:spcPct val="115000"/>
              </a:lnSpc>
              <a:spcBef>
                <a:spcPts val="1200"/>
              </a:spcBef>
              <a:spcAft>
                <a:spcPts val="0"/>
              </a:spcAft>
              <a:buClr>
                <a:schemeClr val="dk1"/>
              </a:buClr>
              <a:buSzPts val="1100"/>
              <a:buFont typeface="Arial"/>
              <a:buNone/>
            </a:pPr>
            <a:r>
              <a:rPr lang="en-US" sz="2000"/>
              <a:t>if (p &lt; q )</a:t>
            </a:r>
            <a:endParaRPr sz="2000"/>
          </a:p>
          <a:p>
            <a:pPr marL="0" lvl="0" indent="0" algn="l" rtl="0">
              <a:lnSpc>
                <a:spcPct val="115000"/>
              </a:lnSpc>
              <a:spcBef>
                <a:spcPts val="1200"/>
              </a:spcBef>
              <a:spcAft>
                <a:spcPts val="0"/>
              </a:spcAft>
              <a:buClr>
                <a:schemeClr val="dk1"/>
              </a:buClr>
              <a:buSzPts val="1100"/>
              <a:buFont typeface="Arial"/>
              <a:buNone/>
            </a:pPr>
            <a:r>
              <a:rPr lang="en-US" sz="2000"/>
              <a:t>p= p &lt;&lt; 1</a:t>
            </a:r>
            <a:endParaRPr sz="2000"/>
          </a:p>
          <a:p>
            <a:pPr marL="0" lvl="0" indent="0" algn="l" rtl="0">
              <a:lnSpc>
                <a:spcPct val="115000"/>
              </a:lnSpc>
              <a:spcBef>
                <a:spcPts val="1200"/>
              </a:spcBef>
              <a:spcAft>
                <a:spcPts val="0"/>
              </a:spcAft>
              <a:buClr>
                <a:schemeClr val="dk1"/>
              </a:buClr>
              <a:buSzPts val="1100"/>
              <a:buFont typeface="Arial"/>
              <a:buNone/>
            </a:pPr>
            <a:r>
              <a:rPr lang="en-US" sz="2000"/>
              <a:t>if ( p &gt; q )</a:t>
            </a:r>
            <a:endParaRPr sz="2000"/>
          </a:p>
          <a:p>
            <a:pPr marL="0" lvl="0" indent="0" algn="l" rtl="0">
              <a:lnSpc>
                <a:spcPct val="115000"/>
              </a:lnSpc>
              <a:spcBef>
                <a:spcPts val="1200"/>
              </a:spcBef>
              <a:spcAft>
                <a:spcPts val="0"/>
              </a:spcAft>
              <a:buClr>
                <a:schemeClr val="dk1"/>
              </a:buClr>
              <a:buSzPts val="1100"/>
              <a:buFont typeface="Arial"/>
              <a:buNone/>
            </a:pPr>
            <a:r>
              <a:rPr lang="en-US" sz="2000"/>
              <a:t>r= r &lt;&lt; 1</a:t>
            </a:r>
            <a:endParaRPr sz="2000"/>
          </a:p>
          <a:p>
            <a:pPr marL="0" lvl="0" indent="0" algn="l" rtl="0">
              <a:lnSpc>
                <a:spcPct val="115000"/>
              </a:lnSpc>
              <a:spcBef>
                <a:spcPts val="1200"/>
              </a:spcBef>
              <a:spcAft>
                <a:spcPts val="0"/>
              </a:spcAft>
              <a:buClr>
                <a:schemeClr val="dk1"/>
              </a:buClr>
              <a:buSzPts val="1100"/>
              <a:buFont typeface="Arial"/>
              <a:buNone/>
            </a:pPr>
            <a:r>
              <a:rPr lang="en-US" sz="2000"/>
              <a:t>end if</a:t>
            </a:r>
            <a:endParaRPr sz="2000"/>
          </a:p>
          <a:p>
            <a:pPr marL="0" lvl="0" indent="0" algn="l" rtl="0">
              <a:lnSpc>
                <a:spcPct val="115000"/>
              </a:lnSpc>
              <a:spcBef>
                <a:spcPts val="1200"/>
              </a:spcBef>
              <a:spcAft>
                <a:spcPts val="0"/>
              </a:spcAft>
              <a:buClr>
                <a:schemeClr val="dk1"/>
              </a:buClr>
              <a:buSzPts val="1100"/>
              <a:buFont typeface="Arial"/>
              <a:buNone/>
            </a:pPr>
            <a:r>
              <a:rPr lang="en-US" sz="2000"/>
              <a:t>printf p + q + r</a:t>
            </a:r>
            <a:endParaRPr sz="2000"/>
          </a:p>
          <a:p>
            <a:pPr marL="457200" lvl="0" indent="-228600" algn="l" rtl="0">
              <a:lnSpc>
                <a:spcPct val="115000"/>
              </a:lnSpc>
              <a:spcBef>
                <a:spcPts val="1200"/>
              </a:spcBef>
              <a:spcAft>
                <a:spcPts val="0"/>
              </a:spcAft>
              <a:buClr>
                <a:schemeClr val="dk1"/>
              </a:buClr>
              <a:buSzPts val="1100"/>
              <a:buFont typeface="Arial"/>
              <a:buNone/>
            </a:pPr>
            <a:r>
              <a:rPr lang="en-US" sz="2000"/>
              <a:t>a) 6</a:t>
            </a:r>
            <a:endParaRPr sz="2000"/>
          </a:p>
          <a:p>
            <a:pPr marL="457200" lvl="0" indent="-228600" algn="l" rtl="0">
              <a:lnSpc>
                <a:spcPct val="115000"/>
              </a:lnSpc>
              <a:spcBef>
                <a:spcPts val="1200"/>
              </a:spcBef>
              <a:spcAft>
                <a:spcPts val="0"/>
              </a:spcAft>
              <a:buClr>
                <a:schemeClr val="dk1"/>
              </a:buClr>
              <a:buSzPts val="1100"/>
              <a:buFont typeface="Arial"/>
              <a:buNone/>
            </a:pPr>
            <a:r>
              <a:rPr lang="en-US" sz="2000"/>
              <a:t>b) 4</a:t>
            </a:r>
            <a:endParaRPr sz="2000"/>
          </a:p>
          <a:p>
            <a:pPr marL="457200" lvl="0" indent="-228600" algn="l" rtl="0">
              <a:lnSpc>
                <a:spcPct val="115000"/>
              </a:lnSpc>
              <a:spcBef>
                <a:spcPts val="1200"/>
              </a:spcBef>
              <a:spcAft>
                <a:spcPts val="0"/>
              </a:spcAft>
              <a:buClr>
                <a:schemeClr val="dk1"/>
              </a:buClr>
              <a:buSzPts val="1100"/>
              <a:buFont typeface="Arial"/>
              <a:buNone/>
            </a:pPr>
            <a:r>
              <a:rPr lang="en-US" sz="2000"/>
              <a:t>c) 2</a:t>
            </a:r>
            <a:endParaRPr sz="2000"/>
          </a:p>
          <a:p>
            <a:pPr marL="457200" lvl="0" indent="-228600" algn="l" rtl="0">
              <a:lnSpc>
                <a:spcPct val="115000"/>
              </a:lnSpc>
              <a:spcBef>
                <a:spcPts val="1200"/>
              </a:spcBef>
              <a:spcAft>
                <a:spcPts val="1200"/>
              </a:spcAft>
              <a:buNone/>
            </a:pPr>
            <a:r>
              <a:rPr lang="en-US" sz="2000"/>
              <a:t>d) 9</a:t>
            </a:r>
            <a:endParaRPr sz="3700"/>
          </a:p>
        </p:txBody>
      </p:sp>
      <p:pic>
        <p:nvPicPr>
          <p:cNvPr id="153" name="Google Shape;153;g13615080cd1_0_39"/>
          <p:cNvPicPr preferRelativeResize="0"/>
          <p:nvPr/>
        </p:nvPicPr>
        <p:blipFill rotWithShape="1">
          <a:blip r:embed="rId3">
            <a:alphaModFix/>
          </a:blip>
          <a:srcRect/>
          <a:stretch/>
        </p:blipFill>
        <p:spPr>
          <a:xfrm>
            <a:off x="1070852" y="5189583"/>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fade">
                                      <p:cBhvr>
                                        <p:cTn id="7" dur="10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g13615080cd1_0_45"/>
          <p:cNvSpPr txBox="1">
            <a:spLocks noGrp="1"/>
          </p:cNvSpPr>
          <p:nvPr>
            <p:ph idx="1"/>
          </p:nvPr>
        </p:nvSpPr>
        <p:spPr>
          <a:xfrm>
            <a:off x="115250" y="259325"/>
            <a:ext cx="11843100" cy="62817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800"/>
              <a:t>9. What will be the output of the following pseudocode</a:t>
            </a:r>
            <a:endParaRPr sz="1800"/>
          </a:p>
          <a:p>
            <a:pPr marL="0" lvl="0" indent="0" algn="l" rtl="0">
              <a:lnSpc>
                <a:spcPct val="115000"/>
              </a:lnSpc>
              <a:spcBef>
                <a:spcPts val="1200"/>
              </a:spcBef>
              <a:spcAft>
                <a:spcPts val="0"/>
              </a:spcAft>
              <a:buClr>
                <a:schemeClr val="dk1"/>
              </a:buClr>
              <a:buSzPts val="1100"/>
              <a:buFont typeface="Arial"/>
              <a:buNone/>
            </a:pPr>
            <a:r>
              <a:rPr lang="en-US" sz="1800"/>
              <a:t>Integer p, q, r</a:t>
            </a:r>
            <a:endParaRPr sz="1800"/>
          </a:p>
          <a:p>
            <a:pPr marL="0" lvl="0" indent="0" algn="l" rtl="0">
              <a:lnSpc>
                <a:spcPct val="115000"/>
              </a:lnSpc>
              <a:spcBef>
                <a:spcPts val="1200"/>
              </a:spcBef>
              <a:spcAft>
                <a:spcPts val="0"/>
              </a:spcAft>
              <a:buClr>
                <a:schemeClr val="dk1"/>
              </a:buClr>
              <a:buSzPts val="1100"/>
              <a:buFont typeface="Arial"/>
              <a:buNone/>
            </a:pPr>
            <a:r>
              <a:rPr lang="en-US" sz="1800"/>
              <a:t>set p=1, q=4, r=1</a:t>
            </a:r>
            <a:endParaRPr sz="1800"/>
          </a:p>
          <a:p>
            <a:pPr marL="0" lvl="0" indent="0" algn="l" rtl="0">
              <a:lnSpc>
                <a:spcPct val="115000"/>
              </a:lnSpc>
              <a:spcBef>
                <a:spcPts val="1200"/>
              </a:spcBef>
              <a:spcAft>
                <a:spcPts val="0"/>
              </a:spcAft>
              <a:buClr>
                <a:schemeClr val="dk1"/>
              </a:buClr>
              <a:buSzPts val="1100"/>
              <a:buFont typeface="Arial"/>
              <a:buNone/>
            </a:pPr>
            <a:r>
              <a:rPr lang="en-US" sz="1800"/>
              <a:t>if (q &gt; r )</a:t>
            </a:r>
            <a:endParaRPr sz="1800"/>
          </a:p>
          <a:p>
            <a:pPr marL="0" lvl="0" indent="0" algn="l" rtl="0">
              <a:lnSpc>
                <a:spcPct val="115000"/>
              </a:lnSpc>
              <a:spcBef>
                <a:spcPts val="1200"/>
              </a:spcBef>
              <a:spcAft>
                <a:spcPts val="0"/>
              </a:spcAft>
              <a:buClr>
                <a:schemeClr val="dk1"/>
              </a:buClr>
              <a:buSzPts val="1100"/>
              <a:buFont typeface="Arial"/>
              <a:buNone/>
            </a:pPr>
            <a:r>
              <a:rPr lang="en-US" sz="1800"/>
              <a:t>if ( q ^ q&gt;1)</a:t>
            </a:r>
            <a:endParaRPr sz="1800"/>
          </a:p>
          <a:p>
            <a:pPr marL="0" lvl="0" indent="0" algn="l" rtl="0">
              <a:lnSpc>
                <a:spcPct val="115000"/>
              </a:lnSpc>
              <a:spcBef>
                <a:spcPts val="1200"/>
              </a:spcBef>
              <a:spcAft>
                <a:spcPts val="0"/>
              </a:spcAft>
              <a:buClr>
                <a:schemeClr val="dk1"/>
              </a:buClr>
              <a:buSzPts val="1100"/>
              <a:buFont typeface="Arial"/>
              <a:buNone/>
            </a:pPr>
            <a:r>
              <a:rPr lang="en-US" sz="1800"/>
              <a:t>if ( r ^ r &gt; 1)</a:t>
            </a:r>
            <a:endParaRPr sz="1800"/>
          </a:p>
          <a:p>
            <a:pPr marL="0" lvl="0" indent="0" algn="l" rtl="0">
              <a:lnSpc>
                <a:spcPct val="115000"/>
              </a:lnSpc>
              <a:spcBef>
                <a:spcPts val="1200"/>
              </a:spcBef>
              <a:spcAft>
                <a:spcPts val="0"/>
              </a:spcAft>
              <a:buClr>
                <a:schemeClr val="dk1"/>
              </a:buClr>
              <a:buSzPts val="1100"/>
              <a:buFont typeface="Arial"/>
              <a:buNone/>
            </a:pPr>
            <a:r>
              <a:rPr lang="en-US" sz="1800"/>
              <a:t>p = 1</a:t>
            </a:r>
            <a:endParaRPr sz="1800"/>
          </a:p>
          <a:p>
            <a:pPr marL="0" lvl="0" indent="0" algn="l" rtl="0">
              <a:lnSpc>
                <a:spcPct val="115000"/>
              </a:lnSpc>
              <a:spcBef>
                <a:spcPts val="1200"/>
              </a:spcBef>
              <a:spcAft>
                <a:spcPts val="0"/>
              </a:spcAft>
              <a:buClr>
                <a:schemeClr val="dk1"/>
              </a:buClr>
              <a:buSzPts val="1100"/>
              <a:buFont typeface="Arial"/>
              <a:buNone/>
            </a:pPr>
            <a:r>
              <a:rPr lang="en-US" sz="1800"/>
              <a:t>q = 1</a:t>
            </a:r>
            <a:endParaRPr sz="1800"/>
          </a:p>
          <a:p>
            <a:pPr marL="0" lvl="0" indent="0" algn="l" rtl="0">
              <a:lnSpc>
                <a:spcPct val="115000"/>
              </a:lnSpc>
              <a:spcBef>
                <a:spcPts val="1200"/>
              </a:spcBef>
              <a:spcAft>
                <a:spcPts val="0"/>
              </a:spcAft>
              <a:buClr>
                <a:schemeClr val="dk1"/>
              </a:buClr>
              <a:buSzPts val="1100"/>
              <a:buFont typeface="Arial"/>
              <a:buNone/>
            </a:pPr>
            <a:r>
              <a:rPr lang="en-US" sz="1800"/>
              <a:t>r = 2</a:t>
            </a:r>
            <a:endParaRPr sz="1800"/>
          </a:p>
          <a:p>
            <a:pPr marL="0" lvl="0" indent="0" algn="l" rtl="0">
              <a:lnSpc>
                <a:spcPct val="115000"/>
              </a:lnSpc>
              <a:spcBef>
                <a:spcPts val="1200"/>
              </a:spcBef>
              <a:spcAft>
                <a:spcPts val="0"/>
              </a:spcAft>
              <a:buClr>
                <a:schemeClr val="dk1"/>
              </a:buClr>
              <a:buSzPts val="1100"/>
              <a:buFont typeface="Arial"/>
              <a:buNone/>
            </a:pPr>
            <a:r>
              <a:rPr lang="en-US" sz="1800"/>
              <a:t>end if</a:t>
            </a:r>
            <a:endParaRPr sz="1800"/>
          </a:p>
          <a:p>
            <a:pPr marL="0" lvl="0" indent="0" algn="l" rtl="0">
              <a:lnSpc>
                <a:spcPct val="115000"/>
              </a:lnSpc>
              <a:spcBef>
                <a:spcPts val="1200"/>
              </a:spcBef>
              <a:spcAft>
                <a:spcPts val="0"/>
              </a:spcAft>
              <a:buClr>
                <a:schemeClr val="dk1"/>
              </a:buClr>
              <a:buSzPts val="1100"/>
              <a:buFont typeface="Arial"/>
              <a:buNone/>
            </a:pPr>
            <a:r>
              <a:rPr lang="en-US" sz="1800"/>
              <a:t>q = 111</a:t>
            </a:r>
            <a:endParaRPr sz="1800"/>
          </a:p>
          <a:p>
            <a:pPr marL="0" lvl="0" indent="0" algn="l" rtl="0">
              <a:lnSpc>
                <a:spcPct val="115000"/>
              </a:lnSpc>
              <a:spcBef>
                <a:spcPts val="1200"/>
              </a:spcBef>
              <a:spcAft>
                <a:spcPts val="0"/>
              </a:spcAft>
              <a:buClr>
                <a:schemeClr val="dk1"/>
              </a:buClr>
              <a:buSzPts val="1100"/>
              <a:buFont typeface="Arial"/>
              <a:buNone/>
            </a:pPr>
            <a:r>
              <a:rPr lang="en-US" sz="1800"/>
              <a:t>end if</a:t>
            </a:r>
            <a:endParaRPr sz="1800"/>
          </a:p>
          <a:p>
            <a:pPr marL="0" lvl="0" indent="0" algn="l" rtl="0">
              <a:lnSpc>
                <a:spcPct val="115000"/>
              </a:lnSpc>
              <a:spcBef>
                <a:spcPts val="1200"/>
              </a:spcBef>
              <a:spcAft>
                <a:spcPts val="0"/>
              </a:spcAft>
              <a:buClr>
                <a:schemeClr val="dk1"/>
              </a:buClr>
              <a:buSzPts val="1100"/>
              <a:buFont typeface="Arial"/>
              <a:buNone/>
            </a:pPr>
            <a:r>
              <a:rPr lang="en-US" sz="1800"/>
              <a:t>printf p + q + r</a:t>
            </a:r>
            <a:endParaRPr sz="1800"/>
          </a:p>
          <a:p>
            <a:pPr marL="0" lvl="0" indent="0" algn="l" rtl="0">
              <a:spcBef>
                <a:spcPts val="1200"/>
              </a:spcBef>
              <a:spcAft>
                <a:spcPts val="0"/>
              </a:spcAft>
              <a:buNone/>
            </a:pPr>
            <a:endParaRPr sz="3500"/>
          </a:p>
        </p:txBody>
      </p:sp>
      <p:sp>
        <p:nvSpPr>
          <p:cNvPr id="160" name="Google Shape;160;g13615080cd1_0_45"/>
          <p:cNvSpPr txBox="1"/>
          <p:nvPr/>
        </p:nvSpPr>
        <p:spPr>
          <a:xfrm>
            <a:off x="5892700" y="2045875"/>
            <a:ext cx="1815300" cy="19479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a) 114</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b) 123</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c) 122</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1200"/>
              </a:spcAft>
              <a:buNone/>
            </a:pPr>
            <a:r>
              <a:rPr lang="en-US" sz="1900">
                <a:solidFill>
                  <a:schemeClr val="dk1"/>
                </a:solidFill>
                <a:latin typeface="Calibri"/>
                <a:ea typeface="Calibri"/>
                <a:cs typeface="Calibri"/>
                <a:sym typeface="Calibri"/>
              </a:rPr>
              <a:t>d) 127</a:t>
            </a:r>
            <a:endParaRPr sz="2200">
              <a:latin typeface="Calibri"/>
              <a:ea typeface="Calibri"/>
              <a:cs typeface="Calibri"/>
              <a:sym typeface="Calibri"/>
            </a:endParaRPr>
          </a:p>
        </p:txBody>
      </p:sp>
      <p:pic>
        <p:nvPicPr>
          <p:cNvPr id="161" name="Google Shape;161;g13615080cd1_0_45"/>
          <p:cNvPicPr preferRelativeResize="0"/>
          <p:nvPr/>
        </p:nvPicPr>
        <p:blipFill rotWithShape="1">
          <a:blip r:embed="rId3">
            <a:alphaModFix/>
          </a:blip>
          <a:srcRect/>
          <a:stretch/>
        </p:blipFill>
        <p:spPr>
          <a:xfrm>
            <a:off x="5339802" y="191905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1"/>
                                        </p:tgtEl>
                                        <p:attrNameLst>
                                          <p:attrName>style.visibility</p:attrName>
                                        </p:attrNameLst>
                                      </p:cBhvr>
                                      <p:to>
                                        <p:strVal val="visible"/>
                                      </p:to>
                                    </p:set>
                                    <p:animEffect transition="in" filter="fade">
                                      <p:cBhvr>
                                        <p:cTn id="7" dur="1000"/>
                                        <p:tgtEl>
                                          <p:spTgt spid="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g13615080cd1_0_51"/>
          <p:cNvSpPr txBox="1">
            <a:spLocks noGrp="1"/>
          </p:cNvSpPr>
          <p:nvPr>
            <p:ph idx="1"/>
          </p:nvPr>
        </p:nvSpPr>
        <p:spPr>
          <a:xfrm>
            <a:off x="86450" y="259325"/>
            <a:ext cx="11987100" cy="63681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a:t>10. What will be the output of the following pseudocode</a:t>
            </a:r>
            <a:endParaRPr sz="1900"/>
          </a:p>
          <a:p>
            <a:pPr marL="0" lvl="0" indent="0" algn="l" rtl="0">
              <a:lnSpc>
                <a:spcPct val="115000"/>
              </a:lnSpc>
              <a:spcBef>
                <a:spcPts val="1200"/>
              </a:spcBef>
              <a:spcAft>
                <a:spcPts val="0"/>
              </a:spcAft>
              <a:buClr>
                <a:schemeClr val="dk1"/>
              </a:buClr>
              <a:buSzPts val="1100"/>
              <a:buFont typeface="Arial"/>
              <a:buNone/>
            </a:pPr>
            <a:r>
              <a:rPr lang="en-US" sz="1900"/>
              <a:t>Integer j, m</a:t>
            </a:r>
            <a:endParaRPr sz="1900"/>
          </a:p>
          <a:p>
            <a:pPr marL="0" lvl="0" indent="0" algn="l" rtl="0">
              <a:lnSpc>
                <a:spcPct val="115000"/>
              </a:lnSpc>
              <a:spcBef>
                <a:spcPts val="1200"/>
              </a:spcBef>
              <a:spcAft>
                <a:spcPts val="0"/>
              </a:spcAft>
              <a:buClr>
                <a:schemeClr val="dk1"/>
              </a:buClr>
              <a:buSzPts val="1100"/>
              <a:buFont typeface="Arial"/>
              <a:buNone/>
            </a:pPr>
            <a:r>
              <a:rPr lang="en-US" sz="1900"/>
              <a:t>set m = 14</a:t>
            </a:r>
            <a:endParaRPr sz="1900"/>
          </a:p>
          <a:p>
            <a:pPr marL="0" lvl="0" indent="0" algn="l" rtl="0">
              <a:lnSpc>
                <a:spcPct val="115000"/>
              </a:lnSpc>
              <a:spcBef>
                <a:spcPts val="1200"/>
              </a:spcBef>
              <a:spcAft>
                <a:spcPts val="0"/>
              </a:spcAft>
              <a:buClr>
                <a:schemeClr val="dk1"/>
              </a:buClr>
              <a:buSzPts val="1100"/>
              <a:buFont typeface="Arial"/>
              <a:buNone/>
            </a:pPr>
            <a:r>
              <a:rPr lang="en-US" sz="1900"/>
              <a:t>integer a [ 4 ] = { 1, 13, 1, 1 }</a:t>
            </a:r>
            <a:endParaRPr sz="1900"/>
          </a:p>
          <a:p>
            <a:pPr marL="0" lvl="0" indent="0" algn="l" rtl="0">
              <a:lnSpc>
                <a:spcPct val="115000"/>
              </a:lnSpc>
              <a:spcBef>
                <a:spcPts val="1200"/>
              </a:spcBef>
              <a:spcAft>
                <a:spcPts val="0"/>
              </a:spcAft>
              <a:buClr>
                <a:schemeClr val="dk1"/>
              </a:buClr>
              <a:buSzPts val="1100"/>
              <a:buFont typeface="Arial"/>
              <a:buNone/>
            </a:pPr>
            <a:r>
              <a:rPr lang="en-US" sz="1900"/>
              <a:t>for ( each j from 0 to 3 )</a:t>
            </a:r>
            <a:endParaRPr sz="1900"/>
          </a:p>
          <a:p>
            <a:pPr marL="0" lvl="0" indent="0" algn="l" rtl="0">
              <a:lnSpc>
                <a:spcPct val="115000"/>
              </a:lnSpc>
              <a:spcBef>
                <a:spcPts val="1200"/>
              </a:spcBef>
              <a:spcAft>
                <a:spcPts val="0"/>
              </a:spcAft>
              <a:buClr>
                <a:schemeClr val="dk1"/>
              </a:buClr>
              <a:buSzPts val="1100"/>
              <a:buFont typeface="Arial"/>
              <a:buNone/>
            </a:pPr>
            <a:r>
              <a:rPr lang="en-US" sz="1900"/>
              <a:t>if ( a [ j ] &gt; 1 )</a:t>
            </a:r>
            <a:endParaRPr sz="1900"/>
          </a:p>
          <a:p>
            <a:pPr marL="0" lvl="0" indent="0" algn="l" rtl="0">
              <a:lnSpc>
                <a:spcPct val="115000"/>
              </a:lnSpc>
              <a:spcBef>
                <a:spcPts val="1200"/>
              </a:spcBef>
              <a:spcAft>
                <a:spcPts val="0"/>
              </a:spcAft>
              <a:buClr>
                <a:schemeClr val="dk1"/>
              </a:buClr>
              <a:buSzPts val="1100"/>
              <a:buFont typeface="Arial"/>
              <a:buNone/>
            </a:pPr>
            <a:r>
              <a:rPr lang="en-US" sz="1900"/>
              <a:t>continue</a:t>
            </a:r>
            <a:endParaRPr sz="1900"/>
          </a:p>
          <a:p>
            <a:pPr marL="0" lvl="0" indent="0" algn="l" rtl="0">
              <a:lnSpc>
                <a:spcPct val="115000"/>
              </a:lnSpc>
              <a:spcBef>
                <a:spcPts val="1200"/>
              </a:spcBef>
              <a:spcAft>
                <a:spcPts val="0"/>
              </a:spcAft>
              <a:buClr>
                <a:schemeClr val="dk1"/>
              </a:buClr>
              <a:buSzPts val="1100"/>
              <a:buFont typeface="Arial"/>
              <a:buNone/>
            </a:pPr>
            <a:r>
              <a:rPr lang="en-US" sz="1900"/>
              <a:t>else</a:t>
            </a:r>
            <a:endParaRPr sz="1900"/>
          </a:p>
          <a:p>
            <a:pPr marL="0" lvl="0" indent="0" algn="l" rtl="0">
              <a:lnSpc>
                <a:spcPct val="115000"/>
              </a:lnSpc>
              <a:spcBef>
                <a:spcPts val="1200"/>
              </a:spcBef>
              <a:spcAft>
                <a:spcPts val="0"/>
              </a:spcAft>
              <a:buClr>
                <a:schemeClr val="dk1"/>
              </a:buClr>
              <a:buSzPts val="1100"/>
              <a:buFont typeface="Arial"/>
              <a:buNone/>
            </a:pPr>
            <a:r>
              <a:rPr lang="en-US" sz="1900"/>
              <a:t>m = a [ j ]</a:t>
            </a:r>
            <a:endParaRPr sz="1900"/>
          </a:p>
          <a:p>
            <a:pPr marL="0" lvl="0" indent="0" algn="l" rtl="0">
              <a:lnSpc>
                <a:spcPct val="115000"/>
              </a:lnSpc>
              <a:spcBef>
                <a:spcPts val="1200"/>
              </a:spcBef>
              <a:spcAft>
                <a:spcPts val="0"/>
              </a:spcAft>
              <a:buClr>
                <a:schemeClr val="dk1"/>
              </a:buClr>
              <a:buSzPts val="1100"/>
              <a:buFont typeface="Arial"/>
              <a:buNone/>
            </a:pPr>
            <a:r>
              <a:rPr lang="en-US" sz="1900"/>
              <a:t>end if</a:t>
            </a:r>
            <a:endParaRPr sz="1900"/>
          </a:p>
          <a:p>
            <a:pPr marL="0" lvl="0" indent="0" algn="l" rtl="0">
              <a:lnSpc>
                <a:spcPct val="115000"/>
              </a:lnSpc>
              <a:spcBef>
                <a:spcPts val="1200"/>
              </a:spcBef>
              <a:spcAft>
                <a:spcPts val="0"/>
              </a:spcAft>
              <a:buClr>
                <a:schemeClr val="dk1"/>
              </a:buClr>
              <a:buSzPts val="1100"/>
              <a:buFont typeface="Arial"/>
              <a:buNone/>
            </a:pPr>
            <a:r>
              <a:rPr lang="en-US" sz="1900"/>
              <a:t>m = m ^ 6</a:t>
            </a:r>
            <a:endParaRPr sz="1900"/>
          </a:p>
          <a:p>
            <a:pPr marL="0" lvl="0" indent="0" algn="l" rtl="0">
              <a:lnSpc>
                <a:spcPct val="115000"/>
              </a:lnSpc>
              <a:spcBef>
                <a:spcPts val="1200"/>
              </a:spcBef>
              <a:spcAft>
                <a:spcPts val="0"/>
              </a:spcAft>
              <a:buClr>
                <a:schemeClr val="dk1"/>
              </a:buClr>
              <a:buSzPts val="1100"/>
              <a:buFont typeface="Arial"/>
              <a:buNone/>
            </a:pPr>
            <a:r>
              <a:rPr lang="en-US" sz="1900"/>
              <a:t>end for</a:t>
            </a:r>
            <a:endParaRPr sz="1900"/>
          </a:p>
          <a:p>
            <a:pPr marL="0" lvl="0" indent="0" algn="l" rtl="0">
              <a:lnSpc>
                <a:spcPct val="115000"/>
              </a:lnSpc>
              <a:spcBef>
                <a:spcPts val="1200"/>
              </a:spcBef>
              <a:spcAft>
                <a:spcPts val="0"/>
              </a:spcAft>
              <a:buClr>
                <a:schemeClr val="dk1"/>
              </a:buClr>
              <a:buSzPts val="1100"/>
              <a:buFont typeface="Arial"/>
              <a:buNone/>
            </a:pPr>
            <a:r>
              <a:rPr lang="en-US" sz="1900"/>
              <a:t>print m</a:t>
            </a:r>
            <a:endParaRPr sz="1900"/>
          </a:p>
          <a:p>
            <a:pPr marL="0" lvl="0" indent="0" algn="l" rtl="0">
              <a:spcBef>
                <a:spcPts val="1200"/>
              </a:spcBef>
              <a:spcAft>
                <a:spcPts val="0"/>
              </a:spcAft>
              <a:buNone/>
            </a:pPr>
            <a:endParaRPr sz="3600"/>
          </a:p>
        </p:txBody>
      </p:sp>
      <p:sp>
        <p:nvSpPr>
          <p:cNvPr id="168" name="Google Shape;168;g13615080cd1_0_51"/>
          <p:cNvSpPr txBox="1"/>
          <p:nvPr/>
        </p:nvSpPr>
        <p:spPr>
          <a:xfrm>
            <a:off x="6310525" y="2564550"/>
            <a:ext cx="8298900" cy="23982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a) 7</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b) 1</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c) 10</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d) 0</a:t>
            </a:r>
            <a:endParaRPr sz="1800">
              <a:solidFill>
                <a:schemeClr val="dk1"/>
              </a:solidFill>
              <a:latin typeface="Calibri"/>
              <a:ea typeface="Calibri"/>
              <a:cs typeface="Calibri"/>
              <a:sym typeface="Calibri"/>
            </a:endParaRPr>
          </a:p>
          <a:p>
            <a:pPr marL="0" lvl="0" indent="0" algn="l" rtl="0">
              <a:spcBef>
                <a:spcPts val="1200"/>
              </a:spcBef>
              <a:spcAft>
                <a:spcPts val="0"/>
              </a:spcAft>
              <a:buNone/>
            </a:pPr>
            <a:endParaRPr sz="2100">
              <a:latin typeface="Calibri"/>
              <a:ea typeface="Calibri"/>
              <a:cs typeface="Calibri"/>
              <a:sym typeface="Calibri"/>
            </a:endParaRPr>
          </a:p>
        </p:txBody>
      </p:sp>
      <p:pic>
        <p:nvPicPr>
          <p:cNvPr id="169" name="Google Shape;169;g13615080cd1_0_51"/>
          <p:cNvPicPr preferRelativeResize="0"/>
          <p:nvPr/>
        </p:nvPicPr>
        <p:blipFill rotWithShape="1">
          <a:blip r:embed="rId3">
            <a:alphaModFix/>
          </a:blip>
          <a:srcRect/>
          <a:stretch/>
        </p:blipFill>
        <p:spPr>
          <a:xfrm>
            <a:off x="5803552" y="2394533"/>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9"/>
                                        </p:tgtEl>
                                        <p:attrNameLst>
                                          <p:attrName>style.visibility</p:attrName>
                                        </p:attrNameLst>
                                      </p:cBhvr>
                                      <p:to>
                                        <p:strVal val="visible"/>
                                      </p:to>
                                    </p:set>
                                    <p:animEffect transition="in" filter="fade">
                                      <p:cBhvr>
                                        <p:cTn id="7" dur="10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13615080cd1_0_57"/>
          <p:cNvSpPr txBox="1">
            <a:spLocks noGrp="1"/>
          </p:cNvSpPr>
          <p:nvPr>
            <p:ph idx="1"/>
          </p:nvPr>
        </p:nvSpPr>
        <p:spPr>
          <a:xfrm>
            <a:off x="72050" y="302550"/>
            <a:ext cx="12015900" cy="63105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400"/>
              <a:t>11. What will be the output of the following pseudocode for p = 6, q = 27</a:t>
            </a:r>
            <a:endParaRPr sz="2400"/>
          </a:p>
          <a:p>
            <a:pPr marL="0" lvl="0" indent="0" algn="l" rtl="0">
              <a:lnSpc>
                <a:spcPct val="115000"/>
              </a:lnSpc>
              <a:spcBef>
                <a:spcPts val="1200"/>
              </a:spcBef>
              <a:spcAft>
                <a:spcPts val="0"/>
              </a:spcAft>
              <a:buClr>
                <a:schemeClr val="dk1"/>
              </a:buClr>
              <a:buSzPts val="1100"/>
              <a:buFont typeface="Arial"/>
              <a:buNone/>
            </a:pPr>
            <a:r>
              <a:rPr lang="en-US" sz="2400"/>
              <a:t>Integer funn ( integer p, integer q )</a:t>
            </a:r>
            <a:endParaRPr sz="2400"/>
          </a:p>
          <a:p>
            <a:pPr marL="0" lvl="0" indent="0" algn="l" rtl="0">
              <a:lnSpc>
                <a:spcPct val="115000"/>
              </a:lnSpc>
              <a:spcBef>
                <a:spcPts val="1200"/>
              </a:spcBef>
              <a:spcAft>
                <a:spcPts val="0"/>
              </a:spcAft>
              <a:buClr>
                <a:schemeClr val="dk1"/>
              </a:buClr>
              <a:buSzPts val="1100"/>
              <a:buFont typeface="Arial"/>
              <a:buNone/>
            </a:pPr>
            <a:r>
              <a:rPr lang="en-US" sz="2400"/>
              <a:t>if ( p&gt; 0 )</a:t>
            </a:r>
            <a:endParaRPr sz="2400"/>
          </a:p>
          <a:p>
            <a:pPr marL="0" lvl="0" indent="0" algn="l" rtl="0">
              <a:lnSpc>
                <a:spcPct val="115000"/>
              </a:lnSpc>
              <a:spcBef>
                <a:spcPts val="1200"/>
              </a:spcBef>
              <a:spcAft>
                <a:spcPts val="0"/>
              </a:spcAft>
              <a:buClr>
                <a:schemeClr val="dk1"/>
              </a:buClr>
              <a:buSzPts val="1100"/>
              <a:buFont typeface="Arial"/>
              <a:buNone/>
            </a:pPr>
            <a:r>
              <a:rPr lang="en-US" sz="2400"/>
              <a:t>return p + q + funn ( p - 3, q ) + funn (p-8, q-2 )</a:t>
            </a:r>
            <a:endParaRPr sz="2400"/>
          </a:p>
          <a:p>
            <a:pPr marL="0" lvl="0" indent="0" algn="l" rtl="0">
              <a:lnSpc>
                <a:spcPct val="115000"/>
              </a:lnSpc>
              <a:spcBef>
                <a:spcPts val="1200"/>
              </a:spcBef>
              <a:spcAft>
                <a:spcPts val="0"/>
              </a:spcAft>
              <a:buClr>
                <a:schemeClr val="dk1"/>
              </a:buClr>
              <a:buSzPts val="1100"/>
              <a:buFont typeface="Arial"/>
              <a:buNone/>
            </a:pPr>
            <a:r>
              <a:rPr lang="en-US" sz="2400"/>
              <a:t>end if</a:t>
            </a:r>
            <a:endParaRPr sz="2400"/>
          </a:p>
          <a:p>
            <a:pPr marL="0" lvl="0" indent="0" algn="l" rtl="0">
              <a:lnSpc>
                <a:spcPct val="115000"/>
              </a:lnSpc>
              <a:spcBef>
                <a:spcPts val="1200"/>
              </a:spcBef>
              <a:spcAft>
                <a:spcPts val="0"/>
              </a:spcAft>
              <a:buClr>
                <a:schemeClr val="dk1"/>
              </a:buClr>
              <a:buSzPts val="1100"/>
              <a:buFont typeface="Arial"/>
              <a:buNone/>
            </a:pPr>
            <a:r>
              <a:rPr lang="en-US" sz="2400"/>
              <a:t>return q - 2</a:t>
            </a:r>
            <a:endParaRPr sz="2400"/>
          </a:p>
          <a:p>
            <a:pPr marL="0" lvl="0" indent="0" algn="l" rtl="0">
              <a:lnSpc>
                <a:spcPct val="115000"/>
              </a:lnSpc>
              <a:spcBef>
                <a:spcPts val="1200"/>
              </a:spcBef>
              <a:spcAft>
                <a:spcPts val="0"/>
              </a:spcAft>
              <a:buClr>
                <a:schemeClr val="dk1"/>
              </a:buClr>
              <a:buSzPts val="1100"/>
              <a:buFont typeface="Arial"/>
              <a:buNone/>
            </a:pPr>
            <a:r>
              <a:rPr lang="en-US" sz="2400"/>
              <a:t>end function funn ( )</a:t>
            </a:r>
            <a:endParaRPr sz="2400"/>
          </a:p>
          <a:p>
            <a:pPr marL="457200" lvl="0" indent="-228600" algn="l" rtl="0">
              <a:lnSpc>
                <a:spcPct val="115000"/>
              </a:lnSpc>
              <a:spcBef>
                <a:spcPts val="1200"/>
              </a:spcBef>
              <a:spcAft>
                <a:spcPts val="0"/>
              </a:spcAft>
              <a:buClr>
                <a:schemeClr val="dk1"/>
              </a:buClr>
              <a:buSzPts val="1100"/>
              <a:buFont typeface="Arial"/>
              <a:buNone/>
            </a:pPr>
            <a:r>
              <a:rPr lang="en-US" sz="2400"/>
              <a:t>a) 134</a:t>
            </a:r>
            <a:endParaRPr sz="2400"/>
          </a:p>
          <a:p>
            <a:pPr marL="457200" lvl="0" indent="-228600" algn="l" rtl="0">
              <a:lnSpc>
                <a:spcPct val="115000"/>
              </a:lnSpc>
              <a:spcBef>
                <a:spcPts val="1200"/>
              </a:spcBef>
              <a:spcAft>
                <a:spcPts val="0"/>
              </a:spcAft>
              <a:buClr>
                <a:schemeClr val="dk1"/>
              </a:buClr>
              <a:buSzPts val="1100"/>
              <a:buFont typeface="Arial"/>
              <a:buNone/>
            </a:pPr>
            <a:r>
              <a:rPr lang="en-US" sz="2400"/>
              <a:t>b) 136</a:t>
            </a:r>
            <a:endParaRPr sz="2400"/>
          </a:p>
          <a:p>
            <a:pPr marL="457200" lvl="0" indent="-228600" algn="l" rtl="0">
              <a:lnSpc>
                <a:spcPct val="115000"/>
              </a:lnSpc>
              <a:spcBef>
                <a:spcPts val="1200"/>
              </a:spcBef>
              <a:spcAft>
                <a:spcPts val="0"/>
              </a:spcAft>
              <a:buClr>
                <a:schemeClr val="dk1"/>
              </a:buClr>
              <a:buSzPts val="1100"/>
              <a:buFont typeface="Arial"/>
              <a:buNone/>
            </a:pPr>
            <a:r>
              <a:rPr lang="en-US" sz="2400"/>
              <a:t>c) 130</a:t>
            </a:r>
            <a:endParaRPr sz="2400"/>
          </a:p>
          <a:p>
            <a:pPr marL="457200" lvl="0" indent="-228600" algn="l" rtl="0">
              <a:lnSpc>
                <a:spcPct val="115000"/>
              </a:lnSpc>
              <a:spcBef>
                <a:spcPts val="1200"/>
              </a:spcBef>
              <a:spcAft>
                <a:spcPts val="0"/>
              </a:spcAft>
              <a:buClr>
                <a:schemeClr val="dk1"/>
              </a:buClr>
              <a:buSzPts val="1100"/>
              <a:buFont typeface="Arial"/>
              <a:buNone/>
            </a:pPr>
            <a:r>
              <a:rPr lang="en-US" sz="2400"/>
              <a:t>d) 132</a:t>
            </a:r>
            <a:endParaRPr sz="2400"/>
          </a:p>
          <a:p>
            <a:pPr marL="0" lvl="0" indent="0" algn="l" rtl="0">
              <a:spcBef>
                <a:spcPts val="1200"/>
              </a:spcBef>
              <a:spcAft>
                <a:spcPts val="0"/>
              </a:spcAft>
              <a:buNone/>
            </a:pPr>
            <a:endParaRPr sz="4100"/>
          </a:p>
        </p:txBody>
      </p:sp>
      <p:pic>
        <p:nvPicPr>
          <p:cNvPr id="176" name="Google Shape;176;g13615080cd1_0_57"/>
          <p:cNvPicPr preferRelativeResize="0"/>
          <p:nvPr/>
        </p:nvPicPr>
        <p:blipFill rotWithShape="1">
          <a:blip r:embed="rId3">
            <a:alphaModFix/>
          </a:blip>
          <a:srcRect/>
          <a:stretch/>
        </p:blipFill>
        <p:spPr>
          <a:xfrm>
            <a:off x="1344602" y="4238683"/>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6"/>
                                        </p:tgtEl>
                                        <p:attrNameLst>
                                          <p:attrName>style.visibility</p:attrName>
                                        </p:attrNameLst>
                                      </p:cBhvr>
                                      <p:to>
                                        <p:strVal val="visible"/>
                                      </p:to>
                                    </p:set>
                                    <p:animEffect transition="in" filter="fade">
                                      <p:cBhvr>
                                        <p:cTn id="7" dur="1000"/>
                                        <p:tgtEl>
                                          <p:spTgt spid="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13615080cd1_0_63"/>
          <p:cNvSpPr txBox="1">
            <a:spLocks noGrp="1"/>
          </p:cNvSpPr>
          <p:nvPr>
            <p:ph idx="1"/>
          </p:nvPr>
        </p:nvSpPr>
        <p:spPr>
          <a:xfrm>
            <a:off x="216125" y="403400"/>
            <a:ext cx="11785500" cy="61953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a:t>12. What will be the output of the following pseudocode</a:t>
            </a:r>
            <a:endParaRPr sz="2300"/>
          </a:p>
          <a:p>
            <a:pPr marL="0" lvl="0" indent="0" algn="l" rtl="0">
              <a:lnSpc>
                <a:spcPct val="115000"/>
              </a:lnSpc>
              <a:spcBef>
                <a:spcPts val="1200"/>
              </a:spcBef>
              <a:spcAft>
                <a:spcPts val="0"/>
              </a:spcAft>
              <a:buClr>
                <a:schemeClr val="dk1"/>
              </a:buClr>
              <a:buSzPts val="1100"/>
              <a:buFont typeface="Arial"/>
              <a:buNone/>
            </a:pPr>
            <a:r>
              <a:rPr lang="en-US" sz="2300"/>
              <a:t>Integer p, q, r</a:t>
            </a:r>
            <a:endParaRPr sz="2300"/>
          </a:p>
          <a:p>
            <a:pPr marL="0" lvl="0" indent="0" algn="l" rtl="0">
              <a:lnSpc>
                <a:spcPct val="115000"/>
              </a:lnSpc>
              <a:spcBef>
                <a:spcPts val="1200"/>
              </a:spcBef>
              <a:spcAft>
                <a:spcPts val="0"/>
              </a:spcAft>
              <a:buClr>
                <a:schemeClr val="dk1"/>
              </a:buClr>
              <a:buSzPts val="1100"/>
              <a:buFont typeface="Arial"/>
              <a:buNone/>
            </a:pPr>
            <a:r>
              <a:rPr lang="en-US" sz="2300"/>
              <a:t>set p= 1, q= 1, r= 3</a:t>
            </a:r>
            <a:endParaRPr sz="2300"/>
          </a:p>
          <a:p>
            <a:pPr marL="0" lvl="0" indent="0" algn="l" rtl="0">
              <a:lnSpc>
                <a:spcPct val="115000"/>
              </a:lnSpc>
              <a:spcBef>
                <a:spcPts val="1200"/>
              </a:spcBef>
              <a:spcAft>
                <a:spcPts val="0"/>
              </a:spcAft>
              <a:buClr>
                <a:schemeClr val="dk1"/>
              </a:buClr>
              <a:buSzPts val="1100"/>
              <a:buFont typeface="Arial"/>
              <a:buNone/>
            </a:pPr>
            <a:r>
              <a:rPr lang="en-US" sz="2300"/>
              <a:t>if ( p &amp;&amp; q&gt;1 &amp;&amp; r&gt;5 )</a:t>
            </a:r>
            <a:endParaRPr sz="2300"/>
          </a:p>
          <a:p>
            <a:pPr marL="0" lvl="0" indent="0" algn="l" rtl="0">
              <a:lnSpc>
                <a:spcPct val="115000"/>
              </a:lnSpc>
              <a:spcBef>
                <a:spcPts val="1200"/>
              </a:spcBef>
              <a:spcAft>
                <a:spcPts val="0"/>
              </a:spcAft>
              <a:buClr>
                <a:schemeClr val="dk1"/>
              </a:buClr>
              <a:buSzPts val="1100"/>
              <a:buFont typeface="Arial"/>
              <a:buNone/>
            </a:pPr>
            <a:r>
              <a:rPr lang="en-US" sz="2300"/>
              <a:t>p = p + 1</a:t>
            </a:r>
            <a:endParaRPr sz="2300"/>
          </a:p>
          <a:p>
            <a:pPr marL="0" lvl="0" indent="0" algn="l" rtl="0">
              <a:lnSpc>
                <a:spcPct val="115000"/>
              </a:lnSpc>
              <a:spcBef>
                <a:spcPts val="1200"/>
              </a:spcBef>
              <a:spcAft>
                <a:spcPts val="0"/>
              </a:spcAft>
              <a:buClr>
                <a:schemeClr val="dk1"/>
              </a:buClr>
              <a:buSzPts val="1100"/>
              <a:buFont typeface="Arial"/>
              <a:buNone/>
            </a:pPr>
            <a:r>
              <a:rPr lang="en-US" sz="2300"/>
              <a:t>end if</a:t>
            </a:r>
            <a:endParaRPr sz="2300"/>
          </a:p>
          <a:p>
            <a:pPr marL="0" lvl="0" indent="0" algn="l" rtl="0">
              <a:lnSpc>
                <a:spcPct val="115000"/>
              </a:lnSpc>
              <a:spcBef>
                <a:spcPts val="1200"/>
              </a:spcBef>
              <a:spcAft>
                <a:spcPts val="0"/>
              </a:spcAft>
              <a:buClr>
                <a:schemeClr val="dk1"/>
              </a:buClr>
              <a:buSzPts val="1100"/>
              <a:buFont typeface="Arial"/>
              <a:buNone/>
            </a:pPr>
            <a:r>
              <a:rPr lang="en-US" sz="2300"/>
              <a:t>q = q + 1</a:t>
            </a:r>
            <a:endParaRPr sz="2300"/>
          </a:p>
          <a:p>
            <a:pPr marL="0" lvl="0" indent="0" algn="l" rtl="0">
              <a:lnSpc>
                <a:spcPct val="115000"/>
              </a:lnSpc>
              <a:spcBef>
                <a:spcPts val="1200"/>
              </a:spcBef>
              <a:spcAft>
                <a:spcPts val="0"/>
              </a:spcAft>
              <a:buClr>
                <a:schemeClr val="dk1"/>
              </a:buClr>
              <a:buSzPts val="1100"/>
              <a:buFont typeface="Arial"/>
              <a:buNone/>
            </a:pPr>
            <a:r>
              <a:rPr lang="en-US" sz="2300"/>
              <a:t>printf p + q + r</a:t>
            </a:r>
            <a:endParaRPr sz="2300"/>
          </a:p>
          <a:p>
            <a:pPr marL="0" lvl="0" indent="0" algn="l" rtl="0">
              <a:lnSpc>
                <a:spcPct val="115000"/>
              </a:lnSpc>
              <a:spcBef>
                <a:spcPts val="1200"/>
              </a:spcBef>
              <a:spcAft>
                <a:spcPts val="1200"/>
              </a:spcAft>
              <a:buNone/>
            </a:pPr>
            <a:r>
              <a:rPr lang="en-US" sz="2300"/>
              <a:t>[Note- &amp;&amp;: Logical AND - The logical AND operator (&amp;&amp;) returns the boolean value true(or 1) if both operands are true and return false]</a:t>
            </a:r>
            <a:endParaRPr sz="4000"/>
          </a:p>
        </p:txBody>
      </p:sp>
      <p:sp>
        <p:nvSpPr>
          <p:cNvPr id="183" name="Google Shape;183;g13615080cd1_0_63"/>
          <p:cNvSpPr txBox="1"/>
          <p:nvPr/>
        </p:nvSpPr>
        <p:spPr>
          <a:xfrm>
            <a:off x="6252875" y="1959425"/>
            <a:ext cx="8298900" cy="25089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a) 12</a:t>
            </a:r>
            <a:endParaRPr sz="20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b) 6</a:t>
            </a:r>
            <a:endParaRPr sz="20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c) 17</a:t>
            </a:r>
            <a:endParaRPr sz="20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     d) -10</a:t>
            </a:r>
            <a:endParaRPr sz="2000">
              <a:solidFill>
                <a:schemeClr val="dk1"/>
              </a:solidFill>
              <a:latin typeface="Calibri"/>
              <a:ea typeface="Calibri"/>
              <a:cs typeface="Calibri"/>
              <a:sym typeface="Calibri"/>
            </a:endParaRPr>
          </a:p>
          <a:p>
            <a:pPr marL="0" lvl="0" indent="0" algn="l" rtl="0">
              <a:spcBef>
                <a:spcPts val="1200"/>
              </a:spcBef>
              <a:spcAft>
                <a:spcPts val="0"/>
              </a:spcAft>
              <a:buNone/>
            </a:pPr>
            <a:endParaRPr sz="1900">
              <a:latin typeface="Calibri"/>
              <a:ea typeface="Calibri"/>
              <a:cs typeface="Calibri"/>
              <a:sym typeface="Calibri"/>
            </a:endParaRPr>
          </a:p>
        </p:txBody>
      </p:sp>
      <p:pic>
        <p:nvPicPr>
          <p:cNvPr id="184" name="Google Shape;184;g13615080cd1_0_63"/>
          <p:cNvPicPr preferRelativeResize="0"/>
          <p:nvPr/>
        </p:nvPicPr>
        <p:blipFill rotWithShape="1">
          <a:blip r:embed="rId3">
            <a:alphaModFix/>
          </a:blip>
          <a:srcRect/>
          <a:stretch/>
        </p:blipFill>
        <p:spPr>
          <a:xfrm>
            <a:off x="5926227" y="238010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4"/>
                                        </p:tgtEl>
                                        <p:attrNameLst>
                                          <p:attrName>style.visibility</p:attrName>
                                        </p:attrNameLst>
                                      </p:cBhvr>
                                      <p:to>
                                        <p:strVal val="visible"/>
                                      </p:to>
                                    </p:set>
                                    <p:animEffect transition="in" filter="fade">
                                      <p:cBhvr>
                                        <p:cTn id="7" dur="1000"/>
                                        <p:tgtEl>
                                          <p:spTgt spid="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13615080cd1_0_69"/>
          <p:cNvSpPr txBox="1">
            <a:spLocks noGrp="1"/>
          </p:cNvSpPr>
          <p:nvPr>
            <p:ph idx="1"/>
          </p:nvPr>
        </p:nvSpPr>
        <p:spPr>
          <a:xfrm>
            <a:off x="158475" y="259325"/>
            <a:ext cx="11958300" cy="63681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a:t>13. What will be the output of the following pseudocode?</a:t>
            </a:r>
            <a:endParaRPr sz="1900"/>
          </a:p>
          <a:p>
            <a:pPr marL="0" lvl="0" indent="0" algn="l" rtl="0">
              <a:lnSpc>
                <a:spcPct val="115000"/>
              </a:lnSpc>
              <a:spcBef>
                <a:spcPts val="1200"/>
              </a:spcBef>
              <a:spcAft>
                <a:spcPts val="0"/>
              </a:spcAft>
              <a:buClr>
                <a:schemeClr val="dk1"/>
              </a:buClr>
              <a:buSzPts val="1100"/>
              <a:buFont typeface="Arial"/>
              <a:buNone/>
            </a:pPr>
            <a:r>
              <a:rPr lang="en-US" sz="1900"/>
              <a:t>Integer p, q, r</a:t>
            </a:r>
            <a:endParaRPr sz="1900"/>
          </a:p>
          <a:p>
            <a:pPr marL="0" lvl="0" indent="0" algn="l" rtl="0">
              <a:lnSpc>
                <a:spcPct val="115000"/>
              </a:lnSpc>
              <a:spcBef>
                <a:spcPts val="1200"/>
              </a:spcBef>
              <a:spcAft>
                <a:spcPts val="0"/>
              </a:spcAft>
              <a:buClr>
                <a:schemeClr val="dk1"/>
              </a:buClr>
              <a:buSzPts val="1100"/>
              <a:buFont typeface="Arial"/>
              <a:buNone/>
            </a:pPr>
            <a:r>
              <a:rPr lang="en-US" sz="1900"/>
              <a:t>set p=1, q=1, r=1</a:t>
            </a:r>
            <a:endParaRPr sz="1900"/>
          </a:p>
          <a:p>
            <a:pPr marL="0" lvl="0" indent="0" algn="l" rtl="0">
              <a:lnSpc>
                <a:spcPct val="115000"/>
              </a:lnSpc>
              <a:spcBef>
                <a:spcPts val="1200"/>
              </a:spcBef>
              <a:spcAft>
                <a:spcPts val="0"/>
              </a:spcAft>
              <a:buClr>
                <a:schemeClr val="dk1"/>
              </a:buClr>
              <a:buSzPts val="1100"/>
              <a:buFont typeface="Arial"/>
              <a:buNone/>
            </a:pPr>
            <a:r>
              <a:rPr lang="en-US" sz="1900"/>
              <a:t>if (0 | | 1 | | 1 )</a:t>
            </a:r>
            <a:endParaRPr sz="1900"/>
          </a:p>
          <a:p>
            <a:pPr marL="0" lvl="0" indent="0" algn="l" rtl="0">
              <a:lnSpc>
                <a:spcPct val="115000"/>
              </a:lnSpc>
              <a:spcBef>
                <a:spcPts val="1200"/>
              </a:spcBef>
              <a:spcAft>
                <a:spcPts val="0"/>
              </a:spcAft>
              <a:buClr>
                <a:schemeClr val="dk1"/>
              </a:buClr>
              <a:buSzPts val="1100"/>
              <a:buFont typeface="Arial"/>
              <a:buNone/>
            </a:pPr>
            <a:r>
              <a:rPr lang="en-US" sz="1900"/>
              <a:t>p= p &amp; 1</a:t>
            </a:r>
            <a:endParaRPr sz="1900"/>
          </a:p>
          <a:p>
            <a:pPr marL="0" lvl="0" indent="0" algn="l" rtl="0">
              <a:lnSpc>
                <a:spcPct val="115000"/>
              </a:lnSpc>
              <a:spcBef>
                <a:spcPts val="1200"/>
              </a:spcBef>
              <a:spcAft>
                <a:spcPts val="0"/>
              </a:spcAft>
              <a:buClr>
                <a:schemeClr val="dk1"/>
              </a:buClr>
              <a:buSzPts val="1100"/>
              <a:buFont typeface="Arial"/>
              <a:buNone/>
            </a:pPr>
            <a:r>
              <a:rPr lang="en-US" sz="1900"/>
              <a:t>else</a:t>
            </a:r>
            <a:endParaRPr sz="1900"/>
          </a:p>
          <a:p>
            <a:pPr marL="0" lvl="0" indent="0" algn="l" rtl="0">
              <a:lnSpc>
                <a:spcPct val="115000"/>
              </a:lnSpc>
              <a:spcBef>
                <a:spcPts val="1200"/>
              </a:spcBef>
              <a:spcAft>
                <a:spcPts val="0"/>
              </a:spcAft>
              <a:buClr>
                <a:schemeClr val="dk1"/>
              </a:buClr>
              <a:buSzPts val="1100"/>
              <a:buFont typeface="Arial"/>
              <a:buNone/>
            </a:pPr>
            <a:r>
              <a:rPr lang="en-US" sz="1900"/>
              <a:t>r = r &amp; 1</a:t>
            </a:r>
            <a:endParaRPr sz="1900"/>
          </a:p>
          <a:p>
            <a:pPr marL="0" lvl="0" indent="0" algn="l" rtl="0">
              <a:lnSpc>
                <a:spcPct val="115000"/>
              </a:lnSpc>
              <a:spcBef>
                <a:spcPts val="1200"/>
              </a:spcBef>
              <a:spcAft>
                <a:spcPts val="0"/>
              </a:spcAft>
              <a:buClr>
                <a:schemeClr val="dk1"/>
              </a:buClr>
              <a:buSzPts val="1100"/>
              <a:buFont typeface="Arial"/>
              <a:buNone/>
            </a:pPr>
            <a:r>
              <a:rPr lang="en-US" sz="1900"/>
              <a:t>end if</a:t>
            </a:r>
            <a:endParaRPr sz="1900"/>
          </a:p>
          <a:p>
            <a:pPr marL="0" lvl="0" indent="0" algn="l" rtl="0">
              <a:lnSpc>
                <a:spcPct val="115000"/>
              </a:lnSpc>
              <a:spcBef>
                <a:spcPts val="1200"/>
              </a:spcBef>
              <a:spcAft>
                <a:spcPts val="0"/>
              </a:spcAft>
              <a:buClr>
                <a:schemeClr val="dk1"/>
              </a:buClr>
              <a:buSzPts val="1100"/>
              <a:buFont typeface="Arial"/>
              <a:buNone/>
            </a:pPr>
            <a:r>
              <a:rPr lang="en-US" sz="1900"/>
              <a:t>print p + q + r</a:t>
            </a:r>
            <a:endParaRPr sz="1900"/>
          </a:p>
          <a:p>
            <a:pPr marL="0" lvl="0" indent="0" algn="l" rtl="0">
              <a:lnSpc>
                <a:spcPct val="115000"/>
              </a:lnSpc>
              <a:spcBef>
                <a:spcPts val="1200"/>
              </a:spcBef>
              <a:spcAft>
                <a:spcPts val="0"/>
              </a:spcAft>
              <a:buClr>
                <a:schemeClr val="dk1"/>
              </a:buClr>
              <a:buSzPts val="1100"/>
              <a:buFont typeface="Arial"/>
              <a:buNone/>
            </a:pPr>
            <a:r>
              <a:rPr lang="en-US" sz="1900"/>
              <a:t>[ Note- &amp; bitwise AND - The bitwise AND operator ( &amp; ) compares each bit of the first operand to the corresponding bit of the second operand if both bits are 1 the corresponding result bit is set to 1. otherwise, the corresponding result bit is set to 0</a:t>
            </a:r>
            <a:endParaRPr sz="1900"/>
          </a:p>
          <a:p>
            <a:pPr marL="0" lvl="0" indent="0" algn="l" rtl="0">
              <a:lnSpc>
                <a:spcPct val="115000"/>
              </a:lnSpc>
              <a:spcBef>
                <a:spcPts val="1200"/>
              </a:spcBef>
              <a:spcAft>
                <a:spcPts val="1200"/>
              </a:spcAft>
              <a:buNone/>
            </a:pPr>
            <a:r>
              <a:rPr lang="en-US" sz="1900"/>
              <a:t>| |: Logical OR - The logical OR operator (| | ) returns the boolean value True (or 1) if either or both operands is True and returns  False( or 0), Otherwise If (X) gets executed if the value inside if( ), ie, x is not zero]</a:t>
            </a:r>
            <a:endParaRPr sz="3600"/>
          </a:p>
        </p:txBody>
      </p:sp>
      <p:sp>
        <p:nvSpPr>
          <p:cNvPr id="191" name="Google Shape;191;g13615080cd1_0_69"/>
          <p:cNvSpPr txBox="1"/>
          <p:nvPr/>
        </p:nvSpPr>
        <p:spPr>
          <a:xfrm>
            <a:off x="5835075" y="1469575"/>
            <a:ext cx="4970700" cy="24843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a) 18</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b) -1</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c) 10</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d) 3</a:t>
            </a:r>
            <a:endParaRPr sz="1900">
              <a:solidFill>
                <a:schemeClr val="dk1"/>
              </a:solidFill>
              <a:latin typeface="Calibri"/>
              <a:ea typeface="Calibri"/>
              <a:cs typeface="Calibri"/>
              <a:sym typeface="Calibri"/>
            </a:endParaRPr>
          </a:p>
          <a:p>
            <a:pPr marL="0" lvl="0" indent="0" algn="l" rtl="0">
              <a:spcBef>
                <a:spcPts val="1200"/>
              </a:spcBef>
              <a:spcAft>
                <a:spcPts val="0"/>
              </a:spcAft>
              <a:buNone/>
            </a:pPr>
            <a:endParaRPr sz="2200">
              <a:latin typeface="Calibri"/>
              <a:ea typeface="Calibri"/>
              <a:cs typeface="Calibri"/>
              <a:sym typeface="Calibri"/>
            </a:endParaRPr>
          </a:p>
        </p:txBody>
      </p:sp>
      <p:pic>
        <p:nvPicPr>
          <p:cNvPr id="192" name="Google Shape;192;g13615080cd1_0_69"/>
          <p:cNvPicPr preferRelativeResize="0"/>
          <p:nvPr/>
        </p:nvPicPr>
        <p:blipFill rotWithShape="1">
          <a:blip r:embed="rId3">
            <a:alphaModFix/>
          </a:blip>
          <a:srcRect/>
          <a:stretch/>
        </p:blipFill>
        <p:spPr>
          <a:xfrm>
            <a:off x="5543102" y="2842383"/>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1000"/>
                                        <p:tgtEl>
                                          <p:spTgt spid="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13615080cd1_0_75"/>
          <p:cNvSpPr txBox="1">
            <a:spLocks noGrp="1"/>
          </p:cNvSpPr>
          <p:nvPr>
            <p:ph idx="1"/>
          </p:nvPr>
        </p:nvSpPr>
        <p:spPr>
          <a:xfrm>
            <a:off x="172900" y="259325"/>
            <a:ext cx="11799900" cy="62817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800"/>
              <a:t>14. What will be the output of the following pseudocode?</a:t>
            </a:r>
            <a:endParaRPr sz="1800"/>
          </a:p>
          <a:p>
            <a:pPr marL="0" lvl="0" indent="0" algn="l" rtl="0">
              <a:lnSpc>
                <a:spcPct val="115000"/>
              </a:lnSpc>
              <a:spcBef>
                <a:spcPts val="1200"/>
              </a:spcBef>
              <a:spcAft>
                <a:spcPts val="0"/>
              </a:spcAft>
              <a:buClr>
                <a:schemeClr val="dk1"/>
              </a:buClr>
              <a:buSzPts val="1100"/>
              <a:buFont typeface="Arial"/>
              <a:buNone/>
            </a:pPr>
            <a:r>
              <a:rPr lang="en-US" sz="1800"/>
              <a:t>Integer pp, qq, rr</a:t>
            </a:r>
            <a:endParaRPr sz="1800"/>
          </a:p>
          <a:p>
            <a:pPr marL="0" lvl="0" indent="0" algn="l" rtl="0">
              <a:lnSpc>
                <a:spcPct val="115000"/>
              </a:lnSpc>
              <a:spcBef>
                <a:spcPts val="1200"/>
              </a:spcBef>
              <a:spcAft>
                <a:spcPts val="0"/>
              </a:spcAft>
              <a:buClr>
                <a:schemeClr val="dk1"/>
              </a:buClr>
              <a:buSzPts val="1100"/>
              <a:buFont typeface="Arial"/>
              <a:buNone/>
            </a:pPr>
            <a:r>
              <a:rPr lang="en-US" sz="1800"/>
              <a:t>set pp=5, qq= 1, rr= 4</a:t>
            </a:r>
            <a:endParaRPr sz="1800"/>
          </a:p>
          <a:p>
            <a:pPr marL="0" lvl="0" indent="0" algn="l" rtl="0">
              <a:lnSpc>
                <a:spcPct val="115000"/>
              </a:lnSpc>
              <a:spcBef>
                <a:spcPts val="1200"/>
              </a:spcBef>
              <a:spcAft>
                <a:spcPts val="0"/>
              </a:spcAft>
              <a:buClr>
                <a:schemeClr val="dk1"/>
              </a:buClr>
              <a:buSzPts val="1100"/>
              <a:buFont typeface="Arial"/>
              <a:buNone/>
            </a:pPr>
            <a:r>
              <a:rPr lang="en-US" sz="1800"/>
              <a:t>if ( pp &gt; rr)</a:t>
            </a:r>
            <a:endParaRPr sz="1800"/>
          </a:p>
          <a:p>
            <a:pPr marL="0" lvl="0" indent="0" algn="l" rtl="0">
              <a:lnSpc>
                <a:spcPct val="115000"/>
              </a:lnSpc>
              <a:spcBef>
                <a:spcPts val="1200"/>
              </a:spcBef>
              <a:spcAft>
                <a:spcPts val="0"/>
              </a:spcAft>
              <a:buClr>
                <a:schemeClr val="dk1"/>
              </a:buClr>
              <a:buSzPts val="1100"/>
              <a:buFont typeface="Arial"/>
              <a:buNone/>
            </a:pPr>
            <a:r>
              <a:rPr lang="en-US" sz="1800"/>
              <a:t>if (qq &gt; rr )</a:t>
            </a:r>
            <a:endParaRPr sz="1800"/>
          </a:p>
          <a:p>
            <a:pPr marL="0" lvl="0" indent="0" algn="l" rtl="0">
              <a:lnSpc>
                <a:spcPct val="115000"/>
              </a:lnSpc>
              <a:spcBef>
                <a:spcPts val="1200"/>
              </a:spcBef>
              <a:spcAft>
                <a:spcPts val="0"/>
              </a:spcAft>
              <a:buClr>
                <a:schemeClr val="dk1"/>
              </a:buClr>
              <a:buSzPts val="1100"/>
              <a:buFont typeface="Arial"/>
              <a:buNone/>
            </a:pPr>
            <a:r>
              <a:rPr lang="en-US" sz="1800"/>
              <a:t>rr = 1</a:t>
            </a:r>
            <a:endParaRPr sz="1800"/>
          </a:p>
          <a:p>
            <a:pPr marL="0" lvl="0" indent="0" algn="l" rtl="0">
              <a:lnSpc>
                <a:spcPct val="115000"/>
              </a:lnSpc>
              <a:spcBef>
                <a:spcPts val="1200"/>
              </a:spcBef>
              <a:spcAft>
                <a:spcPts val="0"/>
              </a:spcAft>
              <a:buClr>
                <a:schemeClr val="dk1"/>
              </a:buClr>
              <a:buSzPts val="1100"/>
              <a:buFont typeface="Arial"/>
              <a:buNone/>
            </a:pPr>
            <a:r>
              <a:rPr lang="en-US" sz="1800"/>
              <a:t>qq = rr + 1</a:t>
            </a:r>
            <a:endParaRPr sz="1800"/>
          </a:p>
          <a:p>
            <a:pPr marL="0" lvl="0" indent="0" algn="l" rtl="0">
              <a:lnSpc>
                <a:spcPct val="115000"/>
              </a:lnSpc>
              <a:spcBef>
                <a:spcPts val="1200"/>
              </a:spcBef>
              <a:spcAft>
                <a:spcPts val="0"/>
              </a:spcAft>
              <a:buClr>
                <a:schemeClr val="dk1"/>
              </a:buClr>
              <a:buSzPts val="1100"/>
              <a:buFont typeface="Arial"/>
              <a:buNone/>
            </a:pPr>
            <a:r>
              <a:rPr lang="en-US" sz="1800"/>
              <a:t>pp = rr + 2</a:t>
            </a:r>
            <a:endParaRPr sz="1800"/>
          </a:p>
          <a:p>
            <a:pPr marL="0" lvl="0" indent="0" algn="l" rtl="0">
              <a:lnSpc>
                <a:spcPct val="115000"/>
              </a:lnSpc>
              <a:spcBef>
                <a:spcPts val="1200"/>
              </a:spcBef>
              <a:spcAft>
                <a:spcPts val="0"/>
              </a:spcAft>
              <a:buClr>
                <a:schemeClr val="dk1"/>
              </a:buClr>
              <a:buSzPts val="1100"/>
              <a:buFont typeface="Arial"/>
              <a:buNone/>
            </a:pPr>
            <a:r>
              <a:rPr lang="en-US" sz="1800"/>
              <a:t>end if</a:t>
            </a:r>
            <a:endParaRPr sz="1800"/>
          </a:p>
          <a:p>
            <a:pPr marL="0" lvl="0" indent="0" algn="l" rtl="0">
              <a:lnSpc>
                <a:spcPct val="115000"/>
              </a:lnSpc>
              <a:spcBef>
                <a:spcPts val="1200"/>
              </a:spcBef>
              <a:spcAft>
                <a:spcPts val="0"/>
              </a:spcAft>
              <a:buClr>
                <a:schemeClr val="dk1"/>
              </a:buClr>
              <a:buSzPts val="1100"/>
              <a:buFont typeface="Arial"/>
              <a:buNone/>
            </a:pPr>
            <a:r>
              <a:rPr lang="en-US" sz="1800"/>
              <a:t>qq = pp+ 1</a:t>
            </a:r>
            <a:endParaRPr sz="1800"/>
          </a:p>
          <a:p>
            <a:pPr marL="0" lvl="0" indent="0" algn="l" rtl="0">
              <a:lnSpc>
                <a:spcPct val="115000"/>
              </a:lnSpc>
              <a:spcBef>
                <a:spcPts val="1200"/>
              </a:spcBef>
              <a:spcAft>
                <a:spcPts val="0"/>
              </a:spcAft>
              <a:buClr>
                <a:schemeClr val="dk1"/>
              </a:buClr>
              <a:buSzPts val="1100"/>
              <a:buFont typeface="Arial"/>
              <a:buNone/>
            </a:pPr>
            <a:r>
              <a:rPr lang="en-US" sz="1800"/>
              <a:t>else</a:t>
            </a:r>
            <a:endParaRPr sz="1800"/>
          </a:p>
          <a:p>
            <a:pPr marL="0" lvl="0" indent="0" algn="l" rtl="0">
              <a:lnSpc>
                <a:spcPct val="115000"/>
              </a:lnSpc>
              <a:spcBef>
                <a:spcPts val="1200"/>
              </a:spcBef>
              <a:spcAft>
                <a:spcPts val="0"/>
              </a:spcAft>
              <a:buClr>
                <a:schemeClr val="dk1"/>
              </a:buClr>
              <a:buSzPts val="1100"/>
              <a:buFont typeface="Arial"/>
              <a:buNone/>
            </a:pPr>
            <a:r>
              <a:rPr lang="en-US" sz="1800"/>
              <a:t>pp = pp + 1</a:t>
            </a:r>
            <a:endParaRPr sz="1800"/>
          </a:p>
          <a:p>
            <a:pPr marL="0" lvl="0" indent="0" algn="l" rtl="0">
              <a:lnSpc>
                <a:spcPct val="115000"/>
              </a:lnSpc>
              <a:spcBef>
                <a:spcPts val="1200"/>
              </a:spcBef>
              <a:spcAft>
                <a:spcPts val="0"/>
              </a:spcAft>
              <a:buClr>
                <a:schemeClr val="dk1"/>
              </a:buClr>
              <a:buSzPts val="1100"/>
              <a:buFont typeface="Arial"/>
              <a:buNone/>
            </a:pPr>
            <a:r>
              <a:rPr lang="en-US" sz="1800"/>
              <a:t>end if</a:t>
            </a:r>
            <a:endParaRPr sz="1800"/>
          </a:p>
          <a:p>
            <a:pPr marL="0" lvl="0" indent="0" algn="l" rtl="0">
              <a:lnSpc>
                <a:spcPct val="115000"/>
              </a:lnSpc>
              <a:spcBef>
                <a:spcPts val="1200"/>
              </a:spcBef>
              <a:spcAft>
                <a:spcPts val="0"/>
              </a:spcAft>
              <a:buClr>
                <a:schemeClr val="dk1"/>
              </a:buClr>
              <a:buSzPts val="1100"/>
              <a:buFont typeface="Arial"/>
              <a:buNone/>
            </a:pPr>
            <a:r>
              <a:rPr lang="en-US" sz="1800"/>
              <a:t>printf pp + qq + rr</a:t>
            </a:r>
            <a:endParaRPr sz="1800"/>
          </a:p>
          <a:p>
            <a:pPr marL="0" lvl="0" indent="0" algn="l" rtl="0">
              <a:spcBef>
                <a:spcPts val="1200"/>
              </a:spcBef>
              <a:spcAft>
                <a:spcPts val="0"/>
              </a:spcAft>
              <a:buNone/>
            </a:pPr>
            <a:endParaRPr sz="3500"/>
          </a:p>
        </p:txBody>
      </p:sp>
      <p:sp>
        <p:nvSpPr>
          <p:cNvPr id="199" name="Google Shape;199;g13615080cd1_0_75"/>
          <p:cNvSpPr txBox="1"/>
          <p:nvPr/>
        </p:nvSpPr>
        <p:spPr>
          <a:xfrm>
            <a:off x="5604550" y="1786550"/>
            <a:ext cx="2319600" cy="24843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a) 24</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b) 16</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c) 12</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d) 15</a:t>
            </a:r>
            <a:endParaRPr sz="1900">
              <a:solidFill>
                <a:schemeClr val="dk1"/>
              </a:solidFill>
              <a:latin typeface="Calibri"/>
              <a:ea typeface="Calibri"/>
              <a:cs typeface="Calibri"/>
              <a:sym typeface="Calibri"/>
            </a:endParaRPr>
          </a:p>
          <a:p>
            <a:pPr marL="0" lvl="0" indent="0" algn="l" rtl="0">
              <a:spcBef>
                <a:spcPts val="1200"/>
              </a:spcBef>
              <a:spcAft>
                <a:spcPts val="0"/>
              </a:spcAft>
              <a:buNone/>
            </a:pPr>
            <a:endParaRPr sz="2200">
              <a:latin typeface="Calibri"/>
              <a:ea typeface="Calibri"/>
              <a:cs typeface="Calibri"/>
              <a:sym typeface="Calibri"/>
            </a:endParaRPr>
          </a:p>
        </p:txBody>
      </p:sp>
      <p:pic>
        <p:nvPicPr>
          <p:cNvPr id="200" name="Google Shape;200;g13615080cd1_0_75"/>
          <p:cNvPicPr preferRelativeResize="0"/>
          <p:nvPr/>
        </p:nvPicPr>
        <p:blipFill rotWithShape="1">
          <a:blip r:embed="rId3">
            <a:alphaModFix/>
          </a:blip>
          <a:srcRect/>
          <a:stretch/>
        </p:blipFill>
        <p:spPr>
          <a:xfrm>
            <a:off x="5292277" y="31356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fade">
                                      <p:cBhvr>
                                        <p:cTn id="7" dur="1000"/>
                                        <p:tgtEl>
                                          <p:spTgt spid="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g13615080cd1_0_81"/>
          <p:cNvSpPr txBox="1">
            <a:spLocks noGrp="1"/>
          </p:cNvSpPr>
          <p:nvPr>
            <p:ph idx="1"/>
          </p:nvPr>
        </p:nvSpPr>
        <p:spPr>
          <a:xfrm>
            <a:off x="115250" y="259325"/>
            <a:ext cx="11857500" cy="62961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700"/>
              <a:t>15. What will be the output of the following pseudocode?</a:t>
            </a:r>
            <a:endParaRPr sz="2700"/>
          </a:p>
          <a:p>
            <a:pPr marL="0" lvl="0" indent="0" algn="l" rtl="0">
              <a:lnSpc>
                <a:spcPct val="115000"/>
              </a:lnSpc>
              <a:spcBef>
                <a:spcPts val="1200"/>
              </a:spcBef>
              <a:spcAft>
                <a:spcPts val="0"/>
              </a:spcAft>
              <a:buClr>
                <a:schemeClr val="dk1"/>
              </a:buClr>
              <a:buSzPts val="1100"/>
              <a:buFont typeface="Arial"/>
              <a:buNone/>
            </a:pPr>
            <a:r>
              <a:rPr lang="en-US" sz="2700"/>
              <a:t>Integer a, b, c</a:t>
            </a:r>
            <a:endParaRPr sz="2700"/>
          </a:p>
          <a:p>
            <a:pPr marL="0" lvl="0" indent="0" algn="l" rtl="0">
              <a:lnSpc>
                <a:spcPct val="115000"/>
              </a:lnSpc>
              <a:spcBef>
                <a:spcPts val="1200"/>
              </a:spcBef>
              <a:spcAft>
                <a:spcPts val="0"/>
              </a:spcAft>
              <a:buClr>
                <a:schemeClr val="dk1"/>
              </a:buClr>
              <a:buSzPts val="1100"/>
              <a:buFont typeface="Arial"/>
              <a:buNone/>
            </a:pPr>
            <a:r>
              <a:rPr lang="en-US" sz="2700"/>
              <a:t>set a =1, b= 2, c= 3</a:t>
            </a:r>
            <a:endParaRPr sz="2700"/>
          </a:p>
          <a:p>
            <a:pPr marL="0" lvl="0" indent="0" algn="l" rtl="0">
              <a:lnSpc>
                <a:spcPct val="115000"/>
              </a:lnSpc>
              <a:spcBef>
                <a:spcPts val="1200"/>
              </a:spcBef>
              <a:spcAft>
                <a:spcPts val="0"/>
              </a:spcAft>
              <a:buClr>
                <a:schemeClr val="dk1"/>
              </a:buClr>
              <a:buSzPts val="1100"/>
              <a:buFont typeface="Arial"/>
              <a:buNone/>
            </a:pPr>
            <a:r>
              <a:rPr lang="en-US" sz="2700"/>
              <a:t>a = c</a:t>
            </a:r>
            <a:endParaRPr sz="2700"/>
          </a:p>
          <a:p>
            <a:pPr marL="0" lvl="0" indent="0" algn="l" rtl="0">
              <a:lnSpc>
                <a:spcPct val="115000"/>
              </a:lnSpc>
              <a:spcBef>
                <a:spcPts val="1200"/>
              </a:spcBef>
              <a:spcAft>
                <a:spcPts val="0"/>
              </a:spcAft>
              <a:buClr>
                <a:schemeClr val="dk1"/>
              </a:buClr>
              <a:buSzPts val="1100"/>
              <a:buFont typeface="Arial"/>
              <a:buNone/>
            </a:pPr>
            <a:r>
              <a:rPr lang="en-US" sz="2700"/>
              <a:t>b = a</a:t>
            </a:r>
            <a:endParaRPr sz="2700"/>
          </a:p>
          <a:p>
            <a:pPr marL="0" lvl="0" indent="0" algn="l" rtl="0">
              <a:lnSpc>
                <a:spcPct val="115000"/>
              </a:lnSpc>
              <a:spcBef>
                <a:spcPts val="1200"/>
              </a:spcBef>
              <a:spcAft>
                <a:spcPts val="0"/>
              </a:spcAft>
              <a:buClr>
                <a:schemeClr val="dk1"/>
              </a:buClr>
              <a:buSzPts val="1100"/>
              <a:buFont typeface="Arial"/>
              <a:buNone/>
            </a:pPr>
            <a:r>
              <a:rPr lang="en-US" sz="2700"/>
              <a:t>print a + b + c</a:t>
            </a:r>
            <a:endParaRPr sz="2700"/>
          </a:p>
          <a:p>
            <a:pPr marL="457200" lvl="0" indent="-228600" algn="l" rtl="0">
              <a:lnSpc>
                <a:spcPct val="115000"/>
              </a:lnSpc>
              <a:spcBef>
                <a:spcPts val="1200"/>
              </a:spcBef>
              <a:spcAft>
                <a:spcPts val="0"/>
              </a:spcAft>
              <a:buClr>
                <a:schemeClr val="dk1"/>
              </a:buClr>
              <a:buSzPts val="1100"/>
              <a:buFont typeface="Arial"/>
              <a:buNone/>
            </a:pPr>
            <a:r>
              <a:rPr lang="en-US" sz="2700"/>
              <a:t>a) 4</a:t>
            </a:r>
            <a:endParaRPr sz="2700"/>
          </a:p>
          <a:p>
            <a:pPr marL="457200" lvl="0" indent="-228600" algn="l" rtl="0">
              <a:lnSpc>
                <a:spcPct val="115000"/>
              </a:lnSpc>
              <a:spcBef>
                <a:spcPts val="1200"/>
              </a:spcBef>
              <a:spcAft>
                <a:spcPts val="0"/>
              </a:spcAft>
              <a:buClr>
                <a:schemeClr val="dk1"/>
              </a:buClr>
              <a:buSzPts val="1100"/>
              <a:buFont typeface="Arial"/>
              <a:buNone/>
            </a:pPr>
            <a:r>
              <a:rPr lang="en-US" sz="2700"/>
              <a:t>b) 13</a:t>
            </a:r>
            <a:endParaRPr sz="2700"/>
          </a:p>
          <a:p>
            <a:pPr marL="457200" lvl="0" indent="-228600" algn="l" rtl="0">
              <a:lnSpc>
                <a:spcPct val="115000"/>
              </a:lnSpc>
              <a:spcBef>
                <a:spcPts val="1200"/>
              </a:spcBef>
              <a:spcAft>
                <a:spcPts val="0"/>
              </a:spcAft>
              <a:buClr>
                <a:schemeClr val="dk1"/>
              </a:buClr>
              <a:buSzPts val="1100"/>
              <a:buFont typeface="Arial"/>
              <a:buNone/>
            </a:pPr>
            <a:r>
              <a:rPr lang="en-US" sz="2700"/>
              <a:t>c) 9</a:t>
            </a:r>
            <a:endParaRPr sz="2700"/>
          </a:p>
          <a:p>
            <a:pPr marL="457200" lvl="0" indent="-228600" algn="l" rtl="0">
              <a:lnSpc>
                <a:spcPct val="115000"/>
              </a:lnSpc>
              <a:spcBef>
                <a:spcPts val="1200"/>
              </a:spcBef>
              <a:spcAft>
                <a:spcPts val="0"/>
              </a:spcAft>
              <a:buClr>
                <a:schemeClr val="dk1"/>
              </a:buClr>
              <a:buSzPts val="1100"/>
              <a:buFont typeface="Arial"/>
              <a:buNone/>
            </a:pPr>
            <a:r>
              <a:rPr lang="en-US" sz="2700"/>
              <a:t>d) 15</a:t>
            </a:r>
            <a:endParaRPr sz="2700"/>
          </a:p>
          <a:p>
            <a:pPr marL="0" lvl="0" indent="0" algn="l" rtl="0">
              <a:spcBef>
                <a:spcPts val="1200"/>
              </a:spcBef>
              <a:spcAft>
                <a:spcPts val="0"/>
              </a:spcAft>
              <a:buNone/>
            </a:pPr>
            <a:endParaRPr sz="4400"/>
          </a:p>
        </p:txBody>
      </p:sp>
      <p:pic>
        <p:nvPicPr>
          <p:cNvPr id="207" name="Google Shape;207;g13615080cd1_0_81"/>
          <p:cNvPicPr preferRelativeResize="0"/>
          <p:nvPr/>
        </p:nvPicPr>
        <p:blipFill rotWithShape="1">
          <a:blip r:embed="rId3">
            <a:alphaModFix/>
          </a:blip>
          <a:srcRect/>
          <a:stretch/>
        </p:blipFill>
        <p:spPr>
          <a:xfrm>
            <a:off x="1359002" y="516075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fade">
                                      <p:cBhvr>
                                        <p:cTn id="7" dur="1000"/>
                                        <p:tgtEl>
                                          <p:spTgt spid="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g13615080cd1_0_107"/>
          <p:cNvSpPr txBox="1">
            <a:spLocks noGrp="1"/>
          </p:cNvSpPr>
          <p:nvPr>
            <p:ph idx="1"/>
          </p:nvPr>
        </p:nvSpPr>
        <p:spPr>
          <a:xfrm>
            <a:off x="115250" y="216125"/>
            <a:ext cx="11497200" cy="63825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100"/>
              <a:t>16. What will be the output of the following pseudocode?</a:t>
            </a:r>
            <a:endParaRPr sz="2100"/>
          </a:p>
          <a:p>
            <a:pPr marL="0" lvl="0" indent="0" algn="l" rtl="0">
              <a:lnSpc>
                <a:spcPct val="115000"/>
              </a:lnSpc>
              <a:spcBef>
                <a:spcPts val="1200"/>
              </a:spcBef>
              <a:spcAft>
                <a:spcPts val="0"/>
              </a:spcAft>
              <a:buClr>
                <a:schemeClr val="dk1"/>
              </a:buClr>
              <a:buSzPts val="1100"/>
              <a:buFont typeface="Arial"/>
              <a:buNone/>
            </a:pPr>
            <a:r>
              <a:rPr lang="en-US" sz="2100"/>
              <a:t>Integer a,b</a:t>
            </a:r>
            <a:endParaRPr sz="2100"/>
          </a:p>
          <a:p>
            <a:pPr marL="0" lvl="0" indent="0" algn="l" rtl="0">
              <a:lnSpc>
                <a:spcPct val="115000"/>
              </a:lnSpc>
              <a:spcBef>
                <a:spcPts val="1200"/>
              </a:spcBef>
              <a:spcAft>
                <a:spcPts val="0"/>
              </a:spcAft>
              <a:buClr>
                <a:schemeClr val="dk1"/>
              </a:buClr>
              <a:buSzPts val="1100"/>
              <a:buFont typeface="Arial"/>
              <a:buNone/>
            </a:pPr>
            <a:r>
              <a:rPr lang="en-US" sz="2100"/>
              <a:t>set a= 3, b= 1</a:t>
            </a:r>
            <a:endParaRPr sz="2100"/>
          </a:p>
          <a:p>
            <a:pPr marL="0" lvl="0" indent="0" algn="l" rtl="0">
              <a:lnSpc>
                <a:spcPct val="115000"/>
              </a:lnSpc>
              <a:spcBef>
                <a:spcPts val="1200"/>
              </a:spcBef>
              <a:spcAft>
                <a:spcPts val="0"/>
              </a:spcAft>
              <a:buClr>
                <a:schemeClr val="dk1"/>
              </a:buClr>
              <a:buSzPts val="1100"/>
              <a:buFont typeface="Arial"/>
              <a:buNone/>
            </a:pPr>
            <a:r>
              <a:rPr lang="en-US" sz="2100"/>
              <a:t>for ( each c from 2 to 5)</a:t>
            </a:r>
            <a:endParaRPr sz="2100"/>
          </a:p>
          <a:p>
            <a:pPr marL="0" lvl="0" indent="0" algn="l" rtl="0">
              <a:lnSpc>
                <a:spcPct val="115000"/>
              </a:lnSpc>
              <a:spcBef>
                <a:spcPts val="1200"/>
              </a:spcBef>
              <a:spcAft>
                <a:spcPts val="0"/>
              </a:spcAft>
              <a:buClr>
                <a:schemeClr val="dk1"/>
              </a:buClr>
              <a:buSzPts val="1100"/>
              <a:buFont typeface="Arial"/>
              <a:buNone/>
            </a:pPr>
            <a:r>
              <a:rPr lang="en-US" sz="2100"/>
              <a:t>a= a - c</a:t>
            </a:r>
            <a:endParaRPr sz="2100"/>
          </a:p>
          <a:p>
            <a:pPr marL="0" lvl="0" indent="0" algn="l" rtl="0">
              <a:lnSpc>
                <a:spcPct val="115000"/>
              </a:lnSpc>
              <a:spcBef>
                <a:spcPts val="1200"/>
              </a:spcBef>
              <a:spcAft>
                <a:spcPts val="0"/>
              </a:spcAft>
              <a:buClr>
                <a:schemeClr val="dk1"/>
              </a:buClr>
              <a:buSzPts val="1100"/>
              <a:buFont typeface="Arial"/>
              <a:buNone/>
            </a:pPr>
            <a:r>
              <a:rPr lang="en-US" sz="2100"/>
              <a:t>a= a + c</a:t>
            </a:r>
            <a:endParaRPr sz="2100"/>
          </a:p>
          <a:p>
            <a:pPr marL="0" lvl="0" indent="0" algn="l" rtl="0">
              <a:lnSpc>
                <a:spcPct val="115000"/>
              </a:lnSpc>
              <a:spcBef>
                <a:spcPts val="1200"/>
              </a:spcBef>
              <a:spcAft>
                <a:spcPts val="0"/>
              </a:spcAft>
              <a:buClr>
                <a:schemeClr val="dk1"/>
              </a:buClr>
              <a:buSzPts val="1100"/>
              <a:buFont typeface="Arial"/>
              <a:buNone/>
            </a:pPr>
            <a:r>
              <a:rPr lang="en-US" sz="2100"/>
              <a:t>end for</a:t>
            </a:r>
            <a:endParaRPr sz="2100"/>
          </a:p>
          <a:p>
            <a:pPr marL="0" lvl="0" indent="0" algn="l" rtl="0">
              <a:lnSpc>
                <a:spcPct val="115000"/>
              </a:lnSpc>
              <a:spcBef>
                <a:spcPts val="1200"/>
              </a:spcBef>
              <a:spcAft>
                <a:spcPts val="0"/>
              </a:spcAft>
              <a:buClr>
                <a:schemeClr val="dk1"/>
              </a:buClr>
              <a:buSzPts val="1100"/>
              <a:buFont typeface="Arial"/>
              <a:buNone/>
            </a:pPr>
            <a:r>
              <a:rPr lang="en-US" sz="2100"/>
              <a:t>print a+b</a:t>
            </a:r>
            <a:endParaRPr sz="2100"/>
          </a:p>
          <a:p>
            <a:pPr marL="457200" lvl="0" indent="-228600" algn="l" rtl="0">
              <a:lnSpc>
                <a:spcPct val="115000"/>
              </a:lnSpc>
              <a:spcBef>
                <a:spcPts val="1200"/>
              </a:spcBef>
              <a:spcAft>
                <a:spcPts val="0"/>
              </a:spcAft>
              <a:buClr>
                <a:schemeClr val="dk1"/>
              </a:buClr>
              <a:buSzPts val="1100"/>
              <a:buFont typeface="Arial"/>
              <a:buNone/>
            </a:pPr>
            <a:r>
              <a:rPr lang="en-US" sz="2100"/>
              <a:t>a) -1</a:t>
            </a:r>
            <a:endParaRPr sz="2100"/>
          </a:p>
          <a:p>
            <a:pPr marL="457200" lvl="0" indent="-228600" algn="l" rtl="0">
              <a:lnSpc>
                <a:spcPct val="115000"/>
              </a:lnSpc>
              <a:spcBef>
                <a:spcPts val="1200"/>
              </a:spcBef>
              <a:spcAft>
                <a:spcPts val="0"/>
              </a:spcAft>
              <a:buClr>
                <a:schemeClr val="dk1"/>
              </a:buClr>
              <a:buSzPts val="1100"/>
              <a:buFont typeface="Arial"/>
              <a:buNone/>
            </a:pPr>
            <a:r>
              <a:rPr lang="en-US" sz="2100"/>
              <a:t>b) 8</a:t>
            </a:r>
            <a:endParaRPr sz="2100"/>
          </a:p>
          <a:p>
            <a:pPr marL="457200" lvl="0" indent="-228600" algn="l" rtl="0">
              <a:lnSpc>
                <a:spcPct val="115000"/>
              </a:lnSpc>
              <a:spcBef>
                <a:spcPts val="1200"/>
              </a:spcBef>
              <a:spcAft>
                <a:spcPts val="0"/>
              </a:spcAft>
              <a:buClr>
                <a:schemeClr val="dk1"/>
              </a:buClr>
              <a:buSzPts val="1100"/>
              <a:buFont typeface="Arial"/>
              <a:buNone/>
            </a:pPr>
            <a:r>
              <a:rPr lang="en-US" sz="2100"/>
              <a:t>c) 4</a:t>
            </a:r>
            <a:endParaRPr sz="2100"/>
          </a:p>
          <a:p>
            <a:pPr marL="457200" lvl="0" indent="-228600" algn="l" rtl="0">
              <a:lnSpc>
                <a:spcPct val="115000"/>
              </a:lnSpc>
              <a:spcBef>
                <a:spcPts val="1200"/>
              </a:spcBef>
              <a:spcAft>
                <a:spcPts val="0"/>
              </a:spcAft>
              <a:buClr>
                <a:schemeClr val="dk1"/>
              </a:buClr>
              <a:buSzPts val="1100"/>
              <a:buFont typeface="Arial"/>
              <a:buNone/>
            </a:pPr>
            <a:r>
              <a:rPr lang="en-US" sz="2100"/>
              <a:t>d) 21</a:t>
            </a:r>
            <a:endParaRPr sz="2100"/>
          </a:p>
          <a:p>
            <a:pPr marL="0" lvl="0" indent="0" algn="l" rtl="0">
              <a:spcBef>
                <a:spcPts val="1200"/>
              </a:spcBef>
              <a:spcAft>
                <a:spcPts val="0"/>
              </a:spcAft>
              <a:buNone/>
            </a:pPr>
            <a:endParaRPr sz="3800"/>
          </a:p>
        </p:txBody>
      </p:sp>
      <p:pic>
        <p:nvPicPr>
          <p:cNvPr id="214" name="Google Shape;214;g13615080cd1_0_107"/>
          <p:cNvPicPr preferRelativeResize="0"/>
          <p:nvPr/>
        </p:nvPicPr>
        <p:blipFill rotWithShape="1">
          <a:blip r:embed="rId3">
            <a:alphaModFix/>
          </a:blip>
          <a:srcRect/>
          <a:stretch/>
        </p:blipFill>
        <p:spPr>
          <a:xfrm>
            <a:off x="1099677" y="533365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4"/>
                                        </p:tgtEl>
                                        <p:attrNameLst>
                                          <p:attrName>style.visibility</p:attrName>
                                        </p:attrNameLst>
                                      </p:cBhvr>
                                      <p:to>
                                        <p:strVal val="visible"/>
                                      </p:to>
                                    </p:set>
                                    <p:animEffect transition="in" filter="fade">
                                      <p:cBhvr>
                                        <p:cTn id="7" dur="1000"/>
                                        <p:tgtEl>
                                          <p:spTgt spid="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g13615080cd1_0_113"/>
          <p:cNvSpPr txBox="1">
            <a:spLocks noGrp="1"/>
          </p:cNvSpPr>
          <p:nvPr>
            <p:ph idx="1"/>
          </p:nvPr>
        </p:nvSpPr>
        <p:spPr>
          <a:xfrm>
            <a:off x="201700" y="273750"/>
            <a:ext cx="11727900" cy="61953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800"/>
              <a:t>17. What will be the output of the following pseudocode?</a:t>
            </a:r>
            <a:endParaRPr sz="1800"/>
          </a:p>
          <a:p>
            <a:pPr marL="0" lvl="0" indent="0" algn="l" rtl="0">
              <a:lnSpc>
                <a:spcPct val="115000"/>
              </a:lnSpc>
              <a:spcBef>
                <a:spcPts val="1200"/>
              </a:spcBef>
              <a:spcAft>
                <a:spcPts val="0"/>
              </a:spcAft>
              <a:buClr>
                <a:schemeClr val="dk1"/>
              </a:buClr>
              <a:buSzPts val="1100"/>
              <a:buFont typeface="Arial"/>
              <a:buNone/>
            </a:pPr>
            <a:r>
              <a:rPr lang="en-US" sz="1800"/>
              <a:t>Integer a,b,c</a:t>
            </a:r>
            <a:endParaRPr sz="1800"/>
          </a:p>
          <a:p>
            <a:pPr marL="0" lvl="0" indent="0" algn="l" rtl="0">
              <a:lnSpc>
                <a:spcPct val="115000"/>
              </a:lnSpc>
              <a:spcBef>
                <a:spcPts val="1200"/>
              </a:spcBef>
              <a:spcAft>
                <a:spcPts val="0"/>
              </a:spcAft>
              <a:buClr>
                <a:schemeClr val="dk1"/>
              </a:buClr>
              <a:buSzPts val="1100"/>
              <a:buFont typeface="Arial"/>
              <a:buNone/>
            </a:pPr>
            <a:r>
              <a:rPr lang="en-US" sz="1800"/>
              <a:t>set a= 0, b= 5, c=12</a:t>
            </a:r>
            <a:endParaRPr sz="1800"/>
          </a:p>
          <a:p>
            <a:pPr marL="0" lvl="0" indent="0" algn="l" rtl="0">
              <a:lnSpc>
                <a:spcPct val="115000"/>
              </a:lnSpc>
              <a:spcBef>
                <a:spcPts val="1200"/>
              </a:spcBef>
              <a:spcAft>
                <a:spcPts val="0"/>
              </a:spcAft>
              <a:buClr>
                <a:schemeClr val="dk1"/>
              </a:buClr>
              <a:buSzPts val="1100"/>
              <a:buFont typeface="Arial"/>
              <a:buNone/>
            </a:pPr>
            <a:r>
              <a:rPr lang="en-US" sz="1800"/>
              <a:t>if (3&lt;c)</a:t>
            </a:r>
            <a:endParaRPr sz="1800"/>
          </a:p>
          <a:p>
            <a:pPr marL="0" lvl="0" indent="0" algn="l" rtl="0">
              <a:lnSpc>
                <a:spcPct val="115000"/>
              </a:lnSpc>
              <a:spcBef>
                <a:spcPts val="1200"/>
              </a:spcBef>
              <a:spcAft>
                <a:spcPts val="0"/>
              </a:spcAft>
              <a:buClr>
                <a:schemeClr val="dk1"/>
              </a:buClr>
              <a:buSzPts val="1100"/>
              <a:buFont typeface="Arial"/>
              <a:buNone/>
            </a:pPr>
            <a:r>
              <a:rPr lang="en-US" sz="1800"/>
              <a:t>a= 10 &amp; c</a:t>
            </a:r>
            <a:endParaRPr sz="1800"/>
          </a:p>
          <a:p>
            <a:pPr marL="0" lvl="0" indent="0" algn="l" rtl="0">
              <a:lnSpc>
                <a:spcPct val="115000"/>
              </a:lnSpc>
              <a:spcBef>
                <a:spcPts val="1200"/>
              </a:spcBef>
              <a:spcAft>
                <a:spcPts val="0"/>
              </a:spcAft>
              <a:buClr>
                <a:schemeClr val="dk1"/>
              </a:buClr>
              <a:buSzPts val="1100"/>
              <a:buFont typeface="Arial"/>
              <a:buNone/>
            </a:pPr>
            <a:r>
              <a:rPr lang="en-US" sz="1800"/>
              <a:t>end if</a:t>
            </a:r>
            <a:endParaRPr sz="1800"/>
          </a:p>
          <a:p>
            <a:pPr marL="0" lvl="0" indent="0" algn="l" rtl="0">
              <a:lnSpc>
                <a:spcPct val="115000"/>
              </a:lnSpc>
              <a:spcBef>
                <a:spcPts val="1200"/>
              </a:spcBef>
              <a:spcAft>
                <a:spcPts val="0"/>
              </a:spcAft>
              <a:buClr>
                <a:schemeClr val="dk1"/>
              </a:buClr>
              <a:buSzPts val="1100"/>
              <a:buFont typeface="Arial"/>
              <a:buNone/>
            </a:pPr>
            <a:r>
              <a:rPr lang="en-US" sz="1800"/>
              <a:t>if ((c - a + b) &gt; (b - c))</a:t>
            </a:r>
            <a:endParaRPr sz="1800"/>
          </a:p>
          <a:p>
            <a:pPr marL="0" lvl="0" indent="0" algn="l" rtl="0">
              <a:lnSpc>
                <a:spcPct val="115000"/>
              </a:lnSpc>
              <a:spcBef>
                <a:spcPts val="1200"/>
              </a:spcBef>
              <a:spcAft>
                <a:spcPts val="0"/>
              </a:spcAft>
              <a:buClr>
                <a:schemeClr val="dk1"/>
              </a:buClr>
              <a:buSzPts val="1100"/>
              <a:buFont typeface="Arial"/>
              <a:buNone/>
            </a:pPr>
            <a:r>
              <a:rPr lang="en-US" sz="1800"/>
              <a:t>a= ( a + 6 ) + c</a:t>
            </a:r>
            <a:endParaRPr sz="1800"/>
          </a:p>
          <a:p>
            <a:pPr marL="0" lvl="0" indent="0" algn="l" rtl="0">
              <a:lnSpc>
                <a:spcPct val="115000"/>
              </a:lnSpc>
              <a:spcBef>
                <a:spcPts val="1200"/>
              </a:spcBef>
              <a:spcAft>
                <a:spcPts val="0"/>
              </a:spcAft>
              <a:buClr>
                <a:schemeClr val="dk1"/>
              </a:buClr>
              <a:buSzPts val="1100"/>
              <a:buFont typeface="Arial"/>
              <a:buNone/>
            </a:pPr>
            <a:r>
              <a:rPr lang="en-US" sz="1800"/>
              <a:t>c = ( a = a ) &amp; b</a:t>
            </a:r>
            <a:endParaRPr sz="1800"/>
          </a:p>
          <a:p>
            <a:pPr marL="0" lvl="0" indent="0" algn="l" rtl="0">
              <a:lnSpc>
                <a:spcPct val="115000"/>
              </a:lnSpc>
              <a:spcBef>
                <a:spcPts val="1200"/>
              </a:spcBef>
              <a:spcAft>
                <a:spcPts val="0"/>
              </a:spcAft>
              <a:buClr>
                <a:schemeClr val="dk1"/>
              </a:buClr>
              <a:buSzPts val="1100"/>
              <a:buFont typeface="Arial"/>
              <a:buNone/>
            </a:pPr>
            <a:r>
              <a:rPr lang="en-US" sz="1800"/>
              <a:t>end if</a:t>
            </a:r>
            <a:endParaRPr sz="1800"/>
          </a:p>
          <a:p>
            <a:pPr marL="0" lvl="0" indent="0" algn="l" rtl="0">
              <a:lnSpc>
                <a:spcPct val="115000"/>
              </a:lnSpc>
              <a:spcBef>
                <a:spcPts val="1200"/>
              </a:spcBef>
              <a:spcAft>
                <a:spcPts val="0"/>
              </a:spcAft>
              <a:buClr>
                <a:schemeClr val="dk1"/>
              </a:buClr>
              <a:buSzPts val="1100"/>
              <a:buFont typeface="Arial"/>
              <a:buNone/>
            </a:pPr>
            <a:r>
              <a:rPr lang="en-US" sz="1800"/>
              <a:t>print a + b + c</a:t>
            </a:r>
            <a:endParaRPr sz="1800"/>
          </a:p>
          <a:p>
            <a:pPr marL="0" lvl="0" indent="0" algn="l" rtl="0">
              <a:lnSpc>
                <a:spcPct val="115000"/>
              </a:lnSpc>
              <a:spcBef>
                <a:spcPts val="1200"/>
              </a:spcBef>
              <a:spcAft>
                <a:spcPts val="1200"/>
              </a:spcAft>
              <a:buNone/>
            </a:pPr>
            <a:r>
              <a:rPr lang="en-US" sz="1800"/>
              <a:t>[ Note- &amp; bitwise AND - The bitwise AND operator ( &amp; ) compares each bit of the first operand to the corresponding bit of the second operand if both bits are 1 the corresponding result bit is set to 1. otherwise, the corresponding result bit is set to 0 ]</a:t>
            </a:r>
            <a:endParaRPr sz="3500"/>
          </a:p>
        </p:txBody>
      </p:sp>
      <p:sp>
        <p:nvSpPr>
          <p:cNvPr id="221" name="Google Shape;221;g13615080cd1_0_113"/>
          <p:cNvSpPr txBox="1"/>
          <p:nvPr/>
        </p:nvSpPr>
        <p:spPr>
          <a:xfrm>
            <a:off x="6771550" y="2017050"/>
            <a:ext cx="2895900" cy="25704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a) 31</a:t>
            </a:r>
            <a:endParaRPr sz="20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b) 40</a:t>
            </a:r>
            <a:endParaRPr sz="20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c) 35</a:t>
            </a:r>
            <a:endParaRPr sz="20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     d) 50</a:t>
            </a:r>
            <a:endParaRPr sz="2000">
              <a:solidFill>
                <a:schemeClr val="dk1"/>
              </a:solidFill>
              <a:latin typeface="Calibri"/>
              <a:ea typeface="Calibri"/>
              <a:cs typeface="Calibri"/>
              <a:sym typeface="Calibri"/>
            </a:endParaRPr>
          </a:p>
          <a:p>
            <a:pPr marL="0" lvl="0" indent="0" algn="l" rtl="0">
              <a:spcBef>
                <a:spcPts val="1200"/>
              </a:spcBef>
              <a:spcAft>
                <a:spcPts val="0"/>
              </a:spcAft>
              <a:buNone/>
            </a:pPr>
            <a:endParaRPr sz="2300">
              <a:latin typeface="Calibri"/>
              <a:ea typeface="Calibri"/>
              <a:cs typeface="Calibri"/>
              <a:sym typeface="Calibri"/>
            </a:endParaRPr>
          </a:p>
        </p:txBody>
      </p:sp>
      <p:pic>
        <p:nvPicPr>
          <p:cNvPr id="222" name="Google Shape;222;g13615080cd1_0_113"/>
          <p:cNvPicPr preferRelativeResize="0"/>
          <p:nvPr/>
        </p:nvPicPr>
        <p:blipFill rotWithShape="1">
          <a:blip r:embed="rId3">
            <a:alphaModFix/>
          </a:blip>
          <a:srcRect/>
          <a:stretch/>
        </p:blipFill>
        <p:spPr>
          <a:xfrm>
            <a:off x="6352952" y="201705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animEffect transition="in" filter="fade">
                                      <p:cBhvr>
                                        <p:cTn id="7" dur="1000"/>
                                        <p:tgtEl>
                                          <p:spTgt spid="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g13615080cd1_0_119"/>
          <p:cNvSpPr txBox="1">
            <a:spLocks noGrp="1"/>
          </p:cNvSpPr>
          <p:nvPr>
            <p:ph idx="1"/>
          </p:nvPr>
        </p:nvSpPr>
        <p:spPr>
          <a:xfrm>
            <a:off x="115250" y="302550"/>
            <a:ext cx="11814300" cy="62097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600"/>
              <a:t>18. What will be the output of the following pseudocode?</a:t>
            </a:r>
            <a:endParaRPr sz="1600"/>
          </a:p>
          <a:p>
            <a:pPr marL="0" lvl="0" indent="0" algn="l" rtl="0">
              <a:lnSpc>
                <a:spcPct val="115000"/>
              </a:lnSpc>
              <a:spcBef>
                <a:spcPts val="1200"/>
              </a:spcBef>
              <a:spcAft>
                <a:spcPts val="0"/>
              </a:spcAft>
              <a:buClr>
                <a:schemeClr val="dk1"/>
              </a:buClr>
              <a:buSzPts val="1100"/>
              <a:buFont typeface="Arial"/>
              <a:buNone/>
            </a:pPr>
            <a:r>
              <a:rPr lang="en-US" sz="1600"/>
              <a:t>Integer p, q, r</a:t>
            </a:r>
            <a:endParaRPr sz="1600"/>
          </a:p>
          <a:p>
            <a:pPr marL="0" lvl="0" indent="0" algn="l" rtl="0">
              <a:lnSpc>
                <a:spcPct val="115000"/>
              </a:lnSpc>
              <a:spcBef>
                <a:spcPts val="1200"/>
              </a:spcBef>
              <a:spcAft>
                <a:spcPts val="0"/>
              </a:spcAft>
              <a:buClr>
                <a:schemeClr val="dk1"/>
              </a:buClr>
              <a:buSzPts val="1100"/>
              <a:buFont typeface="Arial"/>
              <a:buNone/>
            </a:pPr>
            <a:r>
              <a:rPr lang="en-US" sz="1600"/>
              <a:t>set p= 1, q= 1, r= 2</a:t>
            </a:r>
            <a:endParaRPr sz="1600"/>
          </a:p>
          <a:p>
            <a:pPr marL="0" lvl="0" indent="0" algn="l" rtl="0">
              <a:lnSpc>
                <a:spcPct val="115000"/>
              </a:lnSpc>
              <a:spcBef>
                <a:spcPts val="1200"/>
              </a:spcBef>
              <a:spcAft>
                <a:spcPts val="0"/>
              </a:spcAft>
              <a:buClr>
                <a:schemeClr val="dk1"/>
              </a:buClr>
              <a:buSzPts val="1100"/>
              <a:buFont typeface="Arial"/>
              <a:buNone/>
            </a:pPr>
            <a:r>
              <a:rPr lang="en-US" sz="1600"/>
              <a:t>q = p - 1</a:t>
            </a:r>
            <a:endParaRPr sz="1600"/>
          </a:p>
          <a:p>
            <a:pPr marL="0" lvl="0" indent="0" algn="l" rtl="0">
              <a:lnSpc>
                <a:spcPct val="115000"/>
              </a:lnSpc>
              <a:spcBef>
                <a:spcPts val="1200"/>
              </a:spcBef>
              <a:spcAft>
                <a:spcPts val="0"/>
              </a:spcAft>
              <a:buClr>
                <a:schemeClr val="dk1"/>
              </a:buClr>
              <a:buSzPts val="1100"/>
              <a:buFont typeface="Arial"/>
              <a:buNone/>
            </a:pPr>
            <a:r>
              <a:rPr lang="en-US" sz="1600"/>
              <a:t>q = r - 1</a:t>
            </a:r>
            <a:endParaRPr sz="1600"/>
          </a:p>
          <a:p>
            <a:pPr marL="0" lvl="0" indent="0" algn="l" rtl="0">
              <a:lnSpc>
                <a:spcPct val="115000"/>
              </a:lnSpc>
              <a:spcBef>
                <a:spcPts val="1200"/>
              </a:spcBef>
              <a:spcAft>
                <a:spcPts val="0"/>
              </a:spcAft>
              <a:buClr>
                <a:schemeClr val="dk1"/>
              </a:buClr>
              <a:buSzPts val="1100"/>
              <a:buFont typeface="Arial"/>
              <a:buNone/>
            </a:pPr>
            <a:r>
              <a:rPr lang="en-US" sz="1600"/>
              <a:t>if (p + 2 &gt; q -6)</a:t>
            </a:r>
            <a:endParaRPr sz="1600"/>
          </a:p>
          <a:p>
            <a:pPr marL="0" lvl="0" indent="0" algn="l" rtl="0">
              <a:lnSpc>
                <a:spcPct val="115000"/>
              </a:lnSpc>
              <a:spcBef>
                <a:spcPts val="1200"/>
              </a:spcBef>
              <a:spcAft>
                <a:spcPts val="0"/>
              </a:spcAft>
              <a:buClr>
                <a:schemeClr val="dk1"/>
              </a:buClr>
              <a:buSzPts val="1100"/>
              <a:buFont typeface="Arial"/>
              <a:buNone/>
            </a:pPr>
            <a:r>
              <a:rPr lang="en-US" sz="1600"/>
              <a:t>if (q+2 &gt; p- 6)</a:t>
            </a:r>
            <a:endParaRPr sz="1600"/>
          </a:p>
          <a:p>
            <a:pPr marL="0" lvl="0" indent="0" algn="l" rtl="0">
              <a:lnSpc>
                <a:spcPct val="115000"/>
              </a:lnSpc>
              <a:spcBef>
                <a:spcPts val="1200"/>
              </a:spcBef>
              <a:spcAft>
                <a:spcPts val="0"/>
              </a:spcAft>
              <a:buClr>
                <a:schemeClr val="dk1"/>
              </a:buClr>
              <a:buSzPts val="1100"/>
              <a:buFont typeface="Arial"/>
              <a:buNone/>
            </a:pPr>
            <a:r>
              <a:rPr lang="en-US" sz="1600"/>
              <a:t>p = 2</a:t>
            </a:r>
            <a:endParaRPr sz="1600"/>
          </a:p>
          <a:p>
            <a:pPr marL="0" lvl="0" indent="0" algn="l" rtl="0">
              <a:lnSpc>
                <a:spcPct val="115000"/>
              </a:lnSpc>
              <a:spcBef>
                <a:spcPts val="1200"/>
              </a:spcBef>
              <a:spcAft>
                <a:spcPts val="0"/>
              </a:spcAft>
              <a:buClr>
                <a:schemeClr val="dk1"/>
              </a:buClr>
              <a:buSzPts val="1100"/>
              <a:buFont typeface="Arial"/>
              <a:buNone/>
            </a:pPr>
            <a:r>
              <a:rPr lang="en-US" sz="1600"/>
              <a:t>end if</a:t>
            </a:r>
            <a:endParaRPr sz="1600"/>
          </a:p>
          <a:p>
            <a:pPr marL="0" lvl="0" indent="0" algn="l" rtl="0">
              <a:lnSpc>
                <a:spcPct val="115000"/>
              </a:lnSpc>
              <a:spcBef>
                <a:spcPts val="1200"/>
              </a:spcBef>
              <a:spcAft>
                <a:spcPts val="0"/>
              </a:spcAft>
              <a:buClr>
                <a:schemeClr val="dk1"/>
              </a:buClr>
              <a:buSzPts val="1100"/>
              <a:buFont typeface="Arial"/>
              <a:buNone/>
            </a:pPr>
            <a:r>
              <a:rPr lang="en-US" sz="1600"/>
              <a:t>q= 2</a:t>
            </a:r>
            <a:endParaRPr sz="1600"/>
          </a:p>
          <a:p>
            <a:pPr marL="0" lvl="0" indent="0" algn="l" rtl="0">
              <a:lnSpc>
                <a:spcPct val="115000"/>
              </a:lnSpc>
              <a:spcBef>
                <a:spcPts val="1200"/>
              </a:spcBef>
              <a:spcAft>
                <a:spcPts val="0"/>
              </a:spcAft>
              <a:buClr>
                <a:schemeClr val="dk1"/>
              </a:buClr>
              <a:buSzPts val="1100"/>
              <a:buFont typeface="Arial"/>
              <a:buNone/>
            </a:pPr>
            <a:r>
              <a:rPr lang="en-US" sz="1600"/>
              <a:t>if (r&gt; 5)</a:t>
            </a:r>
            <a:endParaRPr sz="1600"/>
          </a:p>
          <a:p>
            <a:pPr marL="0" lvl="0" indent="0" algn="l" rtl="0">
              <a:lnSpc>
                <a:spcPct val="115000"/>
              </a:lnSpc>
              <a:spcBef>
                <a:spcPts val="1200"/>
              </a:spcBef>
              <a:spcAft>
                <a:spcPts val="0"/>
              </a:spcAft>
              <a:buClr>
                <a:schemeClr val="dk1"/>
              </a:buClr>
              <a:buSzPts val="1100"/>
              <a:buFont typeface="Arial"/>
              <a:buNone/>
            </a:pPr>
            <a:r>
              <a:rPr lang="en-US" sz="1600"/>
              <a:t>p = q</a:t>
            </a:r>
            <a:endParaRPr sz="1600"/>
          </a:p>
          <a:p>
            <a:pPr marL="0" lvl="0" indent="0" algn="l" rtl="0">
              <a:lnSpc>
                <a:spcPct val="115000"/>
              </a:lnSpc>
              <a:spcBef>
                <a:spcPts val="1200"/>
              </a:spcBef>
              <a:spcAft>
                <a:spcPts val="0"/>
              </a:spcAft>
              <a:buClr>
                <a:schemeClr val="dk1"/>
              </a:buClr>
              <a:buSzPts val="1100"/>
              <a:buFont typeface="Arial"/>
              <a:buNone/>
            </a:pPr>
            <a:r>
              <a:rPr lang="en-US" sz="1600"/>
              <a:t>end if</a:t>
            </a:r>
            <a:endParaRPr sz="1600"/>
          </a:p>
          <a:p>
            <a:pPr marL="0" lvl="0" indent="0" algn="l" rtl="0">
              <a:lnSpc>
                <a:spcPct val="115000"/>
              </a:lnSpc>
              <a:spcBef>
                <a:spcPts val="1200"/>
              </a:spcBef>
              <a:spcAft>
                <a:spcPts val="0"/>
              </a:spcAft>
              <a:buClr>
                <a:schemeClr val="dk1"/>
              </a:buClr>
              <a:buSzPts val="1100"/>
              <a:buFont typeface="Arial"/>
              <a:buNone/>
            </a:pPr>
            <a:r>
              <a:rPr lang="en-US" sz="1600"/>
              <a:t>end if</a:t>
            </a:r>
            <a:endParaRPr sz="1600"/>
          </a:p>
          <a:p>
            <a:pPr marL="0" lvl="0" indent="0" algn="l" rtl="0">
              <a:lnSpc>
                <a:spcPct val="115000"/>
              </a:lnSpc>
              <a:spcBef>
                <a:spcPts val="1200"/>
              </a:spcBef>
              <a:spcAft>
                <a:spcPts val="0"/>
              </a:spcAft>
              <a:buClr>
                <a:schemeClr val="dk1"/>
              </a:buClr>
              <a:buSzPts val="1100"/>
              <a:buFont typeface="Arial"/>
              <a:buNone/>
            </a:pPr>
            <a:r>
              <a:rPr lang="en-US" sz="1600"/>
              <a:t>printf p + q + r</a:t>
            </a:r>
            <a:endParaRPr sz="1600"/>
          </a:p>
          <a:p>
            <a:pPr marL="0" lvl="0" indent="0" algn="l" rtl="0">
              <a:spcBef>
                <a:spcPts val="1200"/>
              </a:spcBef>
              <a:spcAft>
                <a:spcPts val="0"/>
              </a:spcAft>
              <a:buNone/>
            </a:pPr>
            <a:endParaRPr sz="3300"/>
          </a:p>
        </p:txBody>
      </p:sp>
      <p:sp>
        <p:nvSpPr>
          <p:cNvPr id="229" name="Google Shape;229;g13615080cd1_0_119"/>
          <p:cNvSpPr txBox="1"/>
          <p:nvPr/>
        </p:nvSpPr>
        <p:spPr>
          <a:xfrm>
            <a:off x="4906250" y="3096350"/>
            <a:ext cx="8298900" cy="23118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1700">
                <a:solidFill>
                  <a:schemeClr val="dk1"/>
                </a:solidFill>
                <a:latin typeface="Calibri"/>
                <a:ea typeface="Calibri"/>
                <a:cs typeface="Calibri"/>
                <a:sym typeface="Calibri"/>
              </a:rPr>
              <a:t>a) 3</a:t>
            </a:r>
            <a:endParaRPr sz="17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700">
                <a:solidFill>
                  <a:schemeClr val="dk1"/>
                </a:solidFill>
                <a:latin typeface="Calibri"/>
                <a:ea typeface="Calibri"/>
                <a:cs typeface="Calibri"/>
                <a:sym typeface="Calibri"/>
              </a:rPr>
              <a:t>b) 6</a:t>
            </a:r>
            <a:endParaRPr sz="17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700">
                <a:solidFill>
                  <a:schemeClr val="dk1"/>
                </a:solidFill>
                <a:latin typeface="Calibri"/>
                <a:ea typeface="Calibri"/>
                <a:cs typeface="Calibri"/>
                <a:sym typeface="Calibri"/>
              </a:rPr>
              <a:t>c) 10</a:t>
            </a:r>
            <a:endParaRPr sz="17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US" sz="1700">
                <a:solidFill>
                  <a:schemeClr val="dk1"/>
                </a:solidFill>
                <a:latin typeface="Calibri"/>
                <a:ea typeface="Calibri"/>
                <a:cs typeface="Calibri"/>
                <a:sym typeface="Calibri"/>
              </a:rPr>
              <a:t>     d) 17</a:t>
            </a:r>
            <a:endParaRPr sz="1700">
              <a:solidFill>
                <a:schemeClr val="dk1"/>
              </a:solidFill>
              <a:latin typeface="Calibri"/>
              <a:ea typeface="Calibri"/>
              <a:cs typeface="Calibri"/>
              <a:sym typeface="Calibri"/>
            </a:endParaRPr>
          </a:p>
          <a:p>
            <a:pPr marL="0" lvl="0" indent="0" algn="l" rtl="0">
              <a:spcBef>
                <a:spcPts val="1200"/>
              </a:spcBef>
              <a:spcAft>
                <a:spcPts val="0"/>
              </a:spcAft>
              <a:buNone/>
            </a:pPr>
            <a:endParaRPr sz="2000">
              <a:latin typeface="Calibri"/>
              <a:ea typeface="Calibri"/>
              <a:cs typeface="Calibri"/>
              <a:sym typeface="Calibri"/>
            </a:endParaRPr>
          </a:p>
        </p:txBody>
      </p:sp>
      <p:pic>
        <p:nvPicPr>
          <p:cNvPr id="230" name="Google Shape;230;g13615080cd1_0_119"/>
          <p:cNvPicPr preferRelativeResize="0"/>
          <p:nvPr/>
        </p:nvPicPr>
        <p:blipFill rotWithShape="1">
          <a:blip r:embed="rId3">
            <a:alphaModFix/>
          </a:blip>
          <a:srcRect/>
          <a:stretch/>
        </p:blipFill>
        <p:spPr>
          <a:xfrm>
            <a:off x="4615102" y="350390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animEffect transition="in" filter="fade">
                                      <p:cBhvr>
                                        <p:cTn id="7" dur="1000"/>
                                        <p:tgtEl>
                                          <p:spTgt spid="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13615080cd1_0_125"/>
          <p:cNvSpPr txBox="1">
            <a:spLocks noGrp="1"/>
          </p:cNvSpPr>
          <p:nvPr>
            <p:ph idx="1"/>
          </p:nvPr>
        </p:nvSpPr>
        <p:spPr>
          <a:xfrm>
            <a:off x="201700" y="244925"/>
            <a:ext cx="11626800" cy="62961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500"/>
              <a:t>19. What will be the output of the following pseudocode?</a:t>
            </a:r>
            <a:endParaRPr sz="2500"/>
          </a:p>
          <a:p>
            <a:pPr marL="0" lvl="0" indent="0" algn="l" rtl="0">
              <a:lnSpc>
                <a:spcPct val="115000"/>
              </a:lnSpc>
              <a:spcBef>
                <a:spcPts val="1200"/>
              </a:spcBef>
              <a:spcAft>
                <a:spcPts val="0"/>
              </a:spcAft>
              <a:buClr>
                <a:schemeClr val="dk1"/>
              </a:buClr>
              <a:buSzPts val="1100"/>
              <a:buFont typeface="Arial"/>
              <a:buNone/>
            </a:pPr>
            <a:r>
              <a:rPr lang="en-US" sz="2500"/>
              <a:t>Integer a, b, c</a:t>
            </a:r>
            <a:endParaRPr sz="2500"/>
          </a:p>
          <a:p>
            <a:pPr marL="0" lvl="0" indent="0" algn="l" rtl="0">
              <a:lnSpc>
                <a:spcPct val="115000"/>
              </a:lnSpc>
              <a:spcBef>
                <a:spcPts val="1200"/>
              </a:spcBef>
              <a:spcAft>
                <a:spcPts val="0"/>
              </a:spcAft>
              <a:buClr>
                <a:schemeClr val="dk1"/>
              </a:buClr>
              <a:buSzPts val="1100"/>
              <a:buFont typeface="Arial"/>
              <a:buNone/>
            </a:pPr>
            <a:r>
              <a:rPr lang="en-US" sz="2500"/>
              <a:t>set a= 5, b= 11, c= 7</a:t>
            </a:r>
            <a:endParaRPr sz="2500"/>
          </a:p>
          <a:p>
            <a:pPr marL="0" lvl="0" indent="0" algn="l" rtl="0">
              <a:lnSpc>
                <a:spcPct val="115000"/>
              </a:lnSpc>
              <a:spcBef>
                <a:spcPts val="1200"/>
              </a:spcBef>
              <a:spcAft>
                <a:spcPts val="0"/>
              </a:spcAft>
              <a:buClr>
                <a:schemeClr val="dk1"/>
              </a:buClr>
              <a:buSzPts val="1100"/>
              <a:buFont typeface="Arial"/>
              <a:buNone/>
            </a:pPr>
            <a:r>
              <a:rPr lang="en-US" sz="2500"/>
              <a:t>for ( each c from 2 to 3)</a:t>
            </a:r>
            <a:endParaRPr sz="2500"/>
          </a:p>
          <a:p>
            <a:pPr marL="0" lvl="0" indent="0" algn="l" rtl="0">
              <a:lnSpc>
                <a:spcPct val="115000"/>
              </a:lnSpc>
              <a:spcBef>
                <a:spcPts val="1200"/>
              </a:spcBef>
              <a:spcAft>
                <a:spcPts val="0"/>
              </a:spcAft>
              <a:buClr>
                <a:schemeClr val="dk1"/>
              </a:buClr>
              <a:buSzPts val="1100"/>
              <a:buFont typeface="Arial"/>
              <a:buNone/>
            </a:pPr>
            <a:r>
              <a:rPr lang="en-US" sz="2500"/>
              <a:t>b = 9 + a</a:t>
            </a:r>
            <a:endParaRPr sz="2500"/>
          </a:p>
          <a:p>
            <a:pPr marL="0" lvl="0" indent="0" algn="l" rtl="0">
              <a:lnSpc>
                <a:spcPct val="115000"/>
              </a:lnSpc>
              <a:spcBef>
                <a:spcPts val="1200"/>
              </a:spcBef>
              <a:spcAft>
                <a:spcPts val="0"/>
              </a:spcAft>
              <a:buClr>
                <a:schemeClr val="dk1"/>
              </a:buClr>
              <a:buSzPts val="1100"/>
              <a:buFont typeface="Arial"/>
              <a:buNone/>
            </a:pPr>
            <a:r>
              <a:rPr lang="en-US" sz="2500"/>
              <a:t>end for</a:t>
            </a:r>
            <a:endParaRPr sz="2500"/>
          </a:p>
          <a:p>
            <a:pPr marL="0" lvl="0" indent="0" algn="l" rtl="0">
              <a:lnSpc>
                <a:spcPct val="115000"/>
              </a:lnSpc>
              <a:spcBef>
                <a:spcPts val="1200"/>
              </a:spcBef>
              <a:spcAft>
                <a:spcPts val="0"/>
              </a:spcAft>
              <a:buClr>
                <a:schemeClr val="dk1"/>
              </a:buClr>
              <a:buSzPts val="1100"/>
              <a:buFont typeface="Arial"/>
              <a:buNone/>
            </a:pPr>
            <a:r>
              <a:rPr lang="en-US" sz="2500"/>
              <a:t>print a + b</a:t>
            </a:r>
            <a:endParaRPr sz="2500"/>
          </a:p>
          <a:p>
            <a:pPr marL="457200" lvl="0" indent="-228600" algn="l" rtl="0">
              <a:lnSpc>
                <a:spcPct val="115000"/>
              </a:lnSpc>
              <a:spcBef>
                <a:spcPts val="1200"/>
              </a:spcBef>
              <a:spcAft>
                <a:spcPts val="0"/>
              </a:spcAft>
              <a:buClr>
                <a:schemeClr val="dk1"/>
              </a:buClr>
              <a:buSzPts val="1100"/>
              <a:buFont typeface="Arial"/>
              <a:buNone/>
            </a:pPr>
            <a:r>
              <a:rPr lang="en-US" sz="2500"/>
              <a:t>a) 24</a:t>
            </a:r>
            <a:endParaRPr sz="2500"/>
          </a:p>
          <a:p>
            <a:pPr marL="457200" lvl="0" indent="-228600" algn="l" rtl="0">
              <a:lnSpc>
                <a:spcPct val="115000"/>
              </a:lnSpc>
              <a:spcBef>
                <a:spcPts val="1200"/>
              </a:spcBef>
              <a:spcAft>
                <a:spcPts val="0"/>
              </a:spcAft>
              <a:buClr>
                <a:schemeClr val="dk1"/>
              </a:buClr>
              <a:buSzPts val="1100"/>
              <a:buFont typeface="Arial"/>
              <a:buNone/>
            </a:pPr>
            <a:r>
              <a:rPr lang="en-US" sz="2500"/>
              <a:t>b) 15</a:t>
            </a:r>
            <a:endParaRPr sz="2500"/>
          </a:p>
          <a:p>
            <a:pPr marL="457200" lvl="0" indent="-228600" algn="l" rtl="0">
              <a:lnSpc>
                <a:spcPct val="115000"/>
              </a:lnSpc>
              <a:spcBef>
                <a:spcPts val="1200"/>
              </a:spcBef>
              <a:spcAft>
                <a:spcPts val="0"/>
              </a:spcAft>
              <a:buClr>
                <a:schemeClr val="dk1"/>
              </a:buClr>
              <a:buSzPts val="1100"/>
              <a:buFont typeface="Arial"/>
              <a:buNone/>
            </a:pPr>
            <a:r>
              <a:rPr lang="en-US" sz="2500"/>
              <a:t>c) 19</a:t>
            </a:r>
            <a:endParaRPr sz="2500"/>
          </a:p>
          <a:p>
            <a:pPr marL="0" lvl="0" indent="0" algn="l" rtl="0">
              <a:lnSpc>
                <a:spcPct val="115000"/>
              </a:lnSpc>
              <a:spcBef>
                <a:spcPts val="1200"/>
              </a:spcBef>
              <a:spcAft>
                <a:spcPts val="1200"/>
              </a:spcAft>
              <a:buNone/>
            </a:pPr>
            <a:r>
              <a:rPr lang="en-US" sz="2500"/>
              <a:t>    d) 20</a:t>
            </a:r>
            <a:endParaRPr sz="3100"/>
          </a:p>
        </p:txBody>
      </p:sp>
      <p:pic>
        <p:nvPicPr>
          <p:cNvPr id="237" name="Google Shape;237;g13615080cd1_0_125"/>
          <p:cNvPicPr preferRelativeResize="0"/>
          <p:nvPr/>
        </p:nvPicPr>
        <p:blipFill rotWithShape="1">
          <a:blip r:embed="rId3">
            <a:alphaModFix/>
          </a:blip>
          <a:srcRect/>
          <a:stretch/>
        </p:blipFill>
        <p:spPr>
          <a:xfrm>
            <a:off x="1243777" y="553535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7"/>
                                        </p:tgtEl>
                                        <p:attrNameLst>
                                          <p:attrName>style.visibility</p:attrName>
                                        </p:attrNameLst>
                                      </p:cBhvr>
                                      <p:to>
                                        <p:strVal val="visible"/>
                                      </p:to>
                                    </p:set>
                                    <p:animEffect transition="in" filter="fade">
                                      <p:cBhvr>
                                        <p:cTn id="7" dur="1000"/>
                                        <p:tgtEl>
                                          <p:spTgt spid="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g13615080cd1_0_131"/>
          <p:cNvSpPr txBox="1">
            <a:spLocks noGrp="1"/>
          </p:cNvSpPr>
          <p:nvPr>
            <p:ph idx="1"/>
          </p:nvPr>
        </p:nvSpPr>
        <p:spPr>
          <a:xfrm>
            <a:off x="158475" y="345775"/>
            <a:ext cx="11814300" cy="61665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a:t>20. What will be the output of the following pseudocode?</a:t>
            </a:r>
            <a:endParaRPr sz="2000"/>
          </a:p>
          <a:p>
            <a:pPr marL="0" lvl="0" indent="0" algn="l" rtl="0">
              <a:lnSpc>
                <a:spcPct val="115000"/>
              </a:lnSpc>
              <a:spcBef>
                <a:spcPts val="1200"/>
              </a:spcBef>
              <a:spcAft>
                <a:spcPts val="0"/>
              </a:spcAft>
              <a:buClr>
                <a:schemeClr val="dk1"/>
              </a:buClr>
              <a:buSzPts val="1100"/>
              <a:buFont typeface="Arial"/>
              <a:buNone/>
            </a:pPr>
            <a:r>
              <a:rPr lang="en-US" sz="2000"/>
              <a:t>integer pp, qq, rr</a:t>
            </a:r>
            <a:endParaRPr sz="2000"/>
          </a:p>
          <a:p>
            <a:pPr marL="0" lvl="0" indent="0" algn="l" rtl="0">
              <a:lnSpc>
                <a:spcPct val="115000"/>
              </a:lnSpc>
              <a:spcBef>
                <a:spcPts val="1200"/>
              </a:spcBef>
              <a:spcAft>
                <a:spcPts val="0"/>
              </a:spcAft>
              <a:buClr>
                <a:schemeClr val="dk1"/>
              </a:buClr>
              <a:buSzPts val="1100"/>
              <a:buFont typeface="Arial"/>
              <a:buNone/>
            </a:pPr>
            <a:r>
              <a:rPr lang="en-US" sz="2000"/>
              <a:t>set pp= 1, qq= 2, rr= 4</a:t>
            </a:r>
            <a:endParaRPr sz="2000"/>
          </a:p>
          <a:p>
            <a:pPr marL="0" lvl="0" indent="0" algn="l" rtl="0">
              <a:lnSpc>
                <a:spcPct val="115000"/>
              </a:lnSpc>
              <a:spcBef>
                <a:spcPts val="1200"/>
              </a:spcBef>
              <a:spcAft>
                <a:spcPts val="0"/>
              </a:spcAft>
              <a:buClr>
                <a:schemeClr val="dk1"/>
              </a:buClr>
              <a:buSzPts val="1100"/>
              <a:buFont typeface="Arial"/>
              <a:buNone/>
            </a:pPr>
            <a:r>
              <a:rPr lang="en-US" sz="2000"/>
              <a:t>if ( pp&gt; 0 &amp;&amp; qq&gt; 0 &amp;&amp; rr&gt; 0 )</a:t>
            </a:r>
            <a:endParaRPr sz="2000"/>
          </a:p>
          <a:p>
            <a:pPr marL="0" lvl="0" indent="0" algn="l" rtl="0">
              <a:lnSpc>
                <a:spcPct val="115000"/>
              </a:lnSpc>
              <a:spcBef>
                <a:spcPts val="1200"/>
              </a:spcBef>
              <a:spcAft>
                <a:spcPts val="0"/>
              </a:spcAft>
              <a:buClr>
                <a:schemeClr val="dk1"/>
              </a:buClr>
              <a:buSzPts val="1100"/>
              <a:buFont typeface="Arial"/>
              <a:buNone/>
            </a:pPr>
            <a:r>
              <a:rPr lang="en-US" sz="2000"/>
              <a:t>pp= 1</a:t>
            </a:r>
            <a:endParaRPr sz="2000"/>
          </a:p>
          <a:p>
            <a:pPr marL="0" lvl="0" indent="0" algn="l" rtl="0">
              <a:lnSpc>
                <a:spcPct val="115000"/>
              </a:lnSpc>
              <a:spcBef>
                <a:spcPts val="1200"/>
              </a:spcBef>
              <a:spcAft>
                <a:spcPts val="0"/>
              </a:spcAft>
              <a:buClr>
                <a:schemeClr val="dk1"/>
              </a:buClr>
              <a:buSzPts val="1100"/>
              <a:buFont typeface="Arial"/>
              <a:buNone/>
            </a:pPr>
            <a:r>
              <a:rPr lang="en-US" sz="2000"/>
              <a:t>pp = pp &gt;&gt; pp</a:t>
            </a:r>
            <a:endParaRPr sz="2000"/>
          </a:p>
          <a:p>
            <a:pPr marL="0" lvl="0" indent="0" algn="l" rtl="0">
              <a:lnSpc>
                <a:spcPct val="115000"/>
              </a:lnSpc>
              <a:spcBef>
                <a:spcPts val="1200"/>
              </a:spcBef>
              <a:spcAft>
                <a:spcPts val="0"/>
              </a:spcAft>
              <a:buClr>
                <a:schemeClr val="dk1"/>
              </a:buClr>
              <a:buSzPts val="1100"/>
              <a:buFont typeface="Arial"/>
              <a:buNone/>
            </a:pPr>
            <a:r>
              <a:rPr lang="en-US" sz="2000"/>
              <a:t>pp = pp &gt;&gt; pp</a:t>
            </a:r>
            <a:endParaRPr sz="2000"/>
          </a:p>
          <a:p>
            <a:pPr marL="0" lvl="0" indent="0" algn="l" rtl="0">
              <a:lnSpc>
                <a:spcPct val="115000"/>
              </a:lnSpc>
              <a:spcBef>
                <a:spcPts val="1200"/>
              </a:spcBef>
              <a:spcAft>
                <a:spcPts val="0"/>
              </a:spcAft>
              <a:buClr>
                <a:schemeClr val="dk1"/>
              </a:buClr>
              <a:buSzPts val="1100"/>
              <a:buFont typeface="Arial"/>
              <a:buNone/>
            </a:pPr>
            <a:r>
              <a:rPr lang="en-US" sz="2000"/>
              <a:t>else</a:t>
            </a:r>
            <a:endParaRPr sz="2000"/>
          </a:p>
          <a:p>
            <a:pPr marL="0" lvl="0" indent="0" algn="l" rtl="0">
              <a:lnSpc>
                <a:spcPct val="115000"/>
              </a:lnSpc>
              <a:spcBef>
                <a:spcPts val="1200"/>
              </a:spcBef>
              <a:spcAft>
                <a:spcPts val="0"/>
              </a:spcAft>
              <a:buClr>
                <a:schemeClr val="dk1"/>
              </a:buClr>
              <a:buSzPts val="1100"/>
              <a:buFont typeface="Arial"/>
              <a:buNone/>
            </a:pPr>
            <a:r>
              <a:rPr lang="en-US" sz="2000"/>
              <a:t>rr= 0</a:t>
            </a:r>
            <a:endParaRPr sz="2000"/>
          </a:p>
          <a:p>
            <a:pPr marL="0" lvl="0" indent="0" algn="l" rtl="0">
              <a:lnSpc>
                <a:spcPct val="115000"/>
              </a:lnSpc>
              <a:spcBef>
                <a:spcPts val="1200"/>
              </a:spcBef>
              <a:spcAft>
                <a:spcPts val="0"/>
              </a:spcAft>
              <a:buClr>
                <a:schemeClr val="dk1"/>
              </a:buClr>
              <a:buSzPts val="1100"/>
              <a:buFont typeface="Arial"/>
              <a:buNone/>
            </a:pPr>
            <a:r>
              <a:rPr lang="en-US" sz="2000"/>
              <a:t>qq= 1</a:t>
            </a:r>
            <a:endParaRPr sz="2000"/>
          </a:p>
          <a:p>
            <a:pPr marL="0" lvl="0" indent="0" algn="l" rtl="0">
              <a:lnSpc>
                <a:spcPct val="115000"/>
              </a:lnSpc>
              <a:spcBef>
                <a:spcPts val="1200"/>
              </a:spcBef>
              <a:spcAft>
                <a:spcPts val="0"/>
              </a:spcAft>
              <a:buClr>
                <a:schemeClr val="dk1"/>
              </a:buClr>
              <a:buSzPts val="1100"/>
              <a:buFont typeface="Arial"/>
              <a:buNone/>
            </a:pPr>
            <a:r>
              <a:rPr lang="en-US" sz="2000"/>
              <a:t>end if</a:t>
            </a:r>
            <a:endParaRPr sz="2000"/>
          </a:p>
          <a:p>
            <a:pPr marL="0" lvl="0" indent="0" algn="l" rtl="0">
              <a:lnSpc>
                <a:spcPct val="115000"/>
              </a:lnSpc>
              <a:spcBef>
                <a:spcPts val="1200"/>
              </a:spcBef>
              <a:spcAft>
                <a:spcPts val="0"/>
              </a:spcAft>
              <a:buClr>
                <a:schemeClr val="dk1"/>
              </a:buClr>
              <a:buSzPts val="1100"/>
              <a:buFont typeface="Arial"/>
              <a:buNone/>
            </a:pPr>
            <a:r>
              <a:rPr lang="en-US" sz="2000"/>
              <a:t>print pp + qq + rr</a:t>
            </a:r>
            <a:endParaRPr sz="2000"/>
          </a:p>
          <a:p>
            <a:pPr marL="0" lvl="0" indent="0" algn="l" rtl="0">
              <a:spcBef>
                <a:spcPts val="1200"/>
              </a:spcBef>
              <a:spcAft>
                <a:spcPts val="0"/>
              </a:spcAft>
              <a:buNone/>
            </a:pPr>
            <a:endParaRPr sz="3700"/>
          </a:p>
        </p:txBody>
      </p:sp>
      <p:sp>
        <p:nvSpPr>
          <p:cNvPr id="244" name="Google Shape;244;g13615080cd1_0_131"/>
          <p:cNvSpPr txBox="1"/>
          <p:nvPr/>
        </p:nvSpPr>
        <p:spPr>
          <a:xfrm>
            <a:off x="5835075" y="2045875"/>
            <a:ext cx="8298900" cy="2870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a) 18</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b) 2</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c) 6</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d) 10</a:t>
            </a:r>
            <a:endParaRPr sz="1800">
              <a:solidFill>
                <a:schemeClr val="dk1"/>
              </a:solidFill>
              <a:latin typeface="Calibri"/>
              <a:ea typeface="Calibri"/>
              <a:cs typeface="Calibri"/>
              <a:sym typeface="Calibri"/>
            </a:endParaRPr>
          </a:p>
          <a:p>
            <a:pPr marL="0" lvl="0" indent="0" algn="l" rtl="0">
              <a:spcBef>
                <a:spcPts val="1200"/>
              </a:spcBef>
              <a:spcAft>
                <a:spcPts val="0"/>
              </a:spcAft>
              <a:buNone/>
            </a:pPr>
            <a:endParaRPr sz="2100">
              <a:latin typeface="Calibri"/>
              <a:ea typeface="Calibri"/>
              <a:cs typeface="Calibri"/>
              <a:sym typeface="Calibri"/>
            </a:endParaRPr>
          </a:p>
        </p:txBody>
      </p:sp>
      <p:pic>
        <p:nvPicPr>
          <p:cNvPr id="245" name="Google Shape;245;g13615080cd1_0_131"/>
          <p:cNvPicPr preferRelativeResize="0"/>
          <p:nvPr/>
        </p:nvPicPr>
        <p:blipFill rotWithShape="1">
          <a:blip r:embed="rId3">
            <a:alphaModFix/>
          </a:blip>
          <a:srcRect/>
          <a:stretch/>
        </p:blipFill>
        <p:spPr>
          <a:xfrm>
            <a:off x="5479577" y="342900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5"/>
                                        </p:tgtEl>
                                        <p:attrNameLst>
                                          <p:attrName>style.visibility</p:attrName>
                                        </p:attrNameLst>
                                      </p:cBhvr>
                                      <p:to>
                                        <p:strVal val="visible"/>
                                      </p:to>
                                    </p:set>
                                    <p:animEffect transition="in" filter="fade">
                                      <p:cBhvr>
                                        <p:cTn id="7" dur="1000"/>
                                        <p:tgtEl>
                                          <p:spTgt spid="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13615080cd1_0_137"/>
          <p:cNvSpPr txBox="1">
            <a:spLocks noGrp="1"/>
          </p:cNvSpPr>
          <p:nvPr>
            <p:ph idx="1"/>
          </p:nvPr>
        </p:nvSpPr>
        <p:spPr>
          <a:xfrm>
            <a:off x="345775" y="273750"/>
            <a:ext cx="11007900" cy="59031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a:t>21. What will be the output of the following pseudocode?</a:t>
            </a:r>
            <a:endParaRPr sz="1900"/>
          </a:p>
          <a:p>
            <a:pPr marL="0" lvl="0" indent="0" algn="l" rtl="0">
              <a:lnSpc>
                <a:spcPct val="115000"/>
              </a:lnSpc>
              <a:spcBef>
                <a:spcPts val="1200"/>
              </a:spcBef>
              <a:spcAft>
                <a:spcPts val="0"/>
              </a:spcAft>
              <a:buClr>
                <a:schemeClr val="dk1"/>
              </a:buClr>
              <a:buSzPts val="1100"/>
              <a:buFont typeface="Arial"/>
              <a:buNone/>
            </a:pPr>
            <a:r>
              <a:rPr lang="en-US" sz="1900"/>
              <a:t>Integer a, b, c</a:t>
            </a:r>
            <a:endParaRPr sz="1900"/>
          </a:p>
          <a:p>
            <a:pPr marL="0" lvl="0" indent="0" algn="l" rtl="0">
              <a:lnSpc>
                <a:spcPct val="115000"/>
              </a:lnSpc>
              <a:spcBef>
                <a:spcPts val="1200"/>
              </a:spcBef>
              <a:spcAft>
                <a:spcPts val="0"/>
              </a:spcAft>
              <a:buClr>
                <a:schemeClr val="dk1"/>
              </a:buClr>
              <a:buSzPts val="1100"/>
              <a:buFont typeface="Arial"/>
              <a:buNone/>
            </a:pPr>
            <a:r>
              <a:rPr lang="en-US" sz="1900"/>
              <a:t>set a= 20, b= 5</a:t>
            </a:r>
            <a:endParaRPr sz="1900"/>
          </a:p>
          <a:p>
            <a:pPr marL="0" lvl="0" indent="0" algn="l" rtl="0">
              <a:lnSpc>
                <a:spcPct val="115000"/>
              </a:lnSpc>
              <a:spcBef>
                <a:spcPts val="1200"/>
              </a:spcBef>
              <a:spcAft>
                <a:spcPts val="0"/>
              </a:spcAft>
              <a:buClr>
                <a:schemeClr val="dk1"/>
              </a:buClr>
              <a:buSzPts val="1100"/>
              <a:buFont typeface="Arial"/>
              <a:buNone/>
            </a:pPr>
            <a:r>
              <a:rPr lang="en-US" sz="1900"/>
              <a:t>for (each c from b to 7)</a:t>
            </a:r>
            <a:endParaRPr sz="1900"/>
          </a:p>
          <a:p>
            <a:pPr marL="0" lvl="0" indent="0" algn="l" rtl="0">
              <a:lnSpc>
                <a:spcPct val="115000"/>
              </a:lnSpc>
              <a:spcBef>
                <a:spcPts val="1200"/>
              </a:spcBef>
              <a:spcAft>
                <a:spcPts val="0"/>
              </a:spcAft>
              <a:buClr>
                <a:schemeClr val="dk1"/>
              </a:buClr>
              <a:buSzPts val="1100"/>
              <a:buFont typeface="Arial"/>
              <a:buNone/>
            </a:pPr>
            <a:r>
              <a:rPr lang="en-US" sz="1900"/>
              <a:t>a = a-1</a:t>
            </a:r>
            <a:endParaRPr sz="1900"/>
          </a:p>
          <a:p>
            <a:pPr marL="0" lvl="0" indent="0" algn="l" rtl="0">
              <a:lnSpc>
                <a:spcPct val="115000"/>
              </a:lnSpc>
              <a:spcBef>
                <a:spcPts val="1200"/>
              </a:spcBef>
              <a:spcAft>
                <a:spcPts val="0"/>
              </a:spcAft>
              <a:buClr>
                <a:schemeClr val="dk1"/>
              </a:buClr>
              <a:buSzPts val="1100"/>
              <a:buFont typeface="Arial"/>
              <a:buNone/>
            </a:pPr>
            <a:r>
              <a:rPr lang="en-US" sz="1900"/>
              <a:t>a= a+b</a:t>
            </a:r>
            <a:endParaRPr sz="1900"/>
          </a:p>
          <a:p>
            <a:pPr marL="0" lvl="0" indent="0" algn="l" rtl="0">
              <a:lnSpc>
                <a:spcPct val="115000"/>
              </a:lnSpc>
              <a:spcBef>
                <a:spcPts val="1200"/>
              </a:spcBef>
              <a:spcAft>
                <a:spcPts val="0"/>
              </a:spcAft>
              <a:buClr>
                <a:schemeClr val="dk1"/>
              </a:buClr>
              <a:buSzPts val="1100"/>
              <a:buFont typeface="Arial"/>
              <a:buNone/>
            </a:pPr>
            <a:r>
              <a:rPr lang="en-US" sz="1900"/>
              <a:t>end for</a:t>
            </a:r>
            <a:endParaRPr sz="1900"/>
          </a:p>
          <a:p>
            <a:pPr marL="0" lvl="0" indent="0" algn="l" rtl="0">
              <a:lnSpc>
                <a:spcPct val="115000"/>
              </a:lnSpc>
              <a:spcBef>
                <a:spcPts val="1200"/>
              </a:spcBef>
              <a:spcAft>
                <a:spcPts val="0"/>
              </a:spcAft>
              <a:buClr>
                <a:schemeClr val="dk1"/>
              </a:buClr>
              <a:buSzPts val="1100"/>
              <a:buFont typeface="Arial"/>
              <a:buNone/>
            </a:pPr>
            <a:r>
              <a:rPr lang="en-US" sz="1900"/>
              <a:t>a= a- b</a:t>
            </a:r>
            <a:endParaRPr sz="1900"/>
          </a:p>
          <a:p>
            <a:pPr marL="0" lvl="0" indent="0" algn="l" rtl="0">
              <a:lnSpc>
                <a:spcPct val="115000"/>
              </a:lnSpc>
              <a:spcBef>
                <a:spcPts val="1200"/>
              </a:spcBef>
              <a:spcAft>
                <a:spcPts val="0"/>
              </a:spcAft>
              <a:buClr>
                <a:schemeClr val="dk1"/>
              </a:buClr>
              <a:buSzPts val="1100"/>
              <a:buFont typeface="Arial"/>
              <a:buNone/>
            </a:pPr>
            <a:r>
              <a:rPr lang="en-US" sz="1900"/>
              <a:t>print a + b</a:t>
            </a:r>
            <a:endParaRPr sz="1900"/>
          </a:p>
          <a:p>
            <a:pPr marL="457200" lvl="0" indent="-228600" algn="l" rtl="0">
              <a:lnSpc>
                <a:spcPct val="115000"/>
              </a:lnSpc>
              <a:spcBef>
                <a:spcPts val="1200"/>
              </a:spcBef>
              <a:spcAft>
                <a:spcPts val="0"/>
              </a:spcAft>
              <a:buClr>
                <a:schemeClr val="dk1"/>
              </a:buClr>
              <a:buSzPts val="1100"/>
              <a:buFont typeface="Arial"/>
              <a:buNone/>
            </a:pPr>
            <a:r>
              <a:rPr lang="en-US" sz="1900"/>
              <a:t>a) 48</a:t>
            </a:r>
            <a:endParaRPr sz="1900"/>
          </a:p>
          <a:p>
            <a:pPr marL="457200" lvl="0" indent="-228600" algn="l" rtl="0">
              <a:lnSpc>
                <a:spcPct val="115000"/>
              </a:lnSpc>
              <a:spcBef>
                <a:spcPts val="1200"/>
              </a:spcBef>
              <a:spcAft>
                <a:spcPts val="0"/>
              </a:spcAft>
              <a:buClr>
                <a:schemeClr val="dk1"/>
              </a:buClr>
              <a:buSzPts val="1100"/>
              <a:buFont typeface="Arial"/>
              <a:buNone/>
            </a:pPr>
            <a:r>
              <a:rPr lang="en-US" sz="1900"/>
              <a:t>b) 30</a:t>
            </a:r>
            <a:endParaRPr sz="1900"/>
          </a:p>
          <a:p>
            <a:pPr marL="457200" lvl="0" indent="-228600" algn="l" rtl="0">
              <a:lnSpc>
                <a:spcPct val="115000"/>
              </a:lnSpc>
              <a:spcBef>
                <a:spcPts val="1200"/>
              </a:spcBef>
              <a:spcAft>
                <a:spcPts val="0"/>
              </a:spcAft>
              <a:buClr>
                <a:schemeClr val="dk1"/>
              </a:buClr>
              <a:buSzPts val="1100"/>
              <a:buFont typeface="Arial"/>
              <a:buNone/>
            </a:pPr>
            <a:r>
              <a:rPr lang="en-US" sz="1900"/>
              <a:t>c) 38</a:t>
            </a:r>
            <a:endParaRPr sz="1900"/>
          </a:p>
          <a:p>
            <a:pPr marL="457200" lvl="0" indent="-228600" algn="l" rtl="0">
              <a:lnSpc>
                <a:spcPct val="115000"/>
              </a:lnSpc>
              <a:spcBef>
                <a:spcPts val="1200"/>
              </a:spcBef>
              <a:spcAft>
                <a:spcPts val="0"/>
              </a:spcAft>
              <a:buClr>
                <a:schemeClr val="dk1"/>
              </a:buClr>
              <a:buSzPts val="1100"/>
              <a:buFont typeface="Arial"/>
              <a:buNone/>
            </a:pPr>
            <a:r>
              <a:rPr lang="en-US" sz="1900"/>
              <a:t>d) 32</a:t>
            </a:r>
            <a:endParaRPr sz="1900"/>
          </a:p>
          <a:p>
            <a:pPr marL="0" lvl="0" indent="0" algn="l" rtl="0">
              <a:spcBef>
                <a:spcPts val="1200"/>
              </a:spcBef>
              <a:spcAft>
                <a:spcPts val="0"/>
              </a:spcAft>
              <a:buNone/>
            </a:pPr>
            <a:endParaRPr sz="3600"/>
          </a:p>
        </p:txBody>
      </p:sp>
      <p:pic>
        <p:nvPicPr>
          <p:cNvPr id="252" name="Google Shape;252;g13615080cd1_0_137"/>
          <p:cNvPicPr preferRelativeResize="0"/>
          <p:nvPr/>
        </p:nvPicPr>
        <p:blipFill rotWithShape="1">
          <a:blip r:embed="rId3">
            <a:alphaModFix/>
          </a:blip>
          <a:srcRect/>
          <a:stretch/>
        </p:blipFill>
        <p:spPr>
          <a:xfrm>
            <a:off x="1436952" y="6030633"/>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2"/>
                                        </p:tgtEl>
                                        <p:attrNameLst>
                                          <p:attrName>style.visibility</p:attrName>
                                        </p:attrNameLst>
                                      </p:cBhvr>
                                      <p:to>
                                        <p:strVal val="visible"/>
                                      </p:to>
                                    </p:set>
                                    <p:animEffect transition="in" filter="fade">
                                      <p:cBhvr>
                                        <p:cTn id="7" dur="1000"/>
                                        <p:tgtEl>
                                          <p:spTgt spid="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g13615080cd1_0_172"/>
          <p:cNvSpPr txBox="1">
            <a:spLocks noGrp="1"/>
          </p:cNvSpPr>
          <p:nvPr>
            <p:ph idx="1"/>
          </p:nvPr>
        </p:nvSpPr>
        <p:spPr>
          <a:xfrm>
            <a:off x="158475" y="288150"/>
            <a:ext cx="11915100" cy="63249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a:t>22. What will be the output of the following pseudocode?</a:t>
            </a:r>
            <a:endParaRPr sz="1900"/>
          </a:p>
          <a:p>
            <a:pPr marL="0" lvl="0" indent="0" algn="l" rtl="0">
              <a:lnSpc>
                <a:spcPct val="115000"/>
              </a:lnSpc>
              <a:spcBef>
                <a:spcPts val="1200"/>
              </a:spcBef>
              <a:spcAft>
                <a:spcPts val="0"/>
              </a:spcAft>
              <a:buClr>
                <a:schemeClr val="dk1"/>
              </a:buClr>
              <a:buSzPts val="1100"/>
              <a:buFont typeface="Arial"/>
              <a:buNone/>
            </a:pPr>
            <a:r>
              <a:rPr lang="en-US" sz="1900"/>
              <a:t>Integer a, b, c</a:t>
            </a:r>
            <a:endParaRPr sz="1900"/>
          </a:p>
          <a:p>
            <a:pPr marL="0" lvl="0" indent="0" algn="l" rtl="0">
              <a:lnSpc>
                <a:spcPct val="115000"/>
              </a:lnSpc>
              <a:spcBef>
                <a:spcPts val="1200"/>
              </a:spcBef>
              <a:spcAft>
                <a:spcPts val="0"/>
              </a:spcAft>
              <a:buClr>
                <a:schemeClr val="dk1"/>
              </a:buClr>
              <a:buSzPts val="1100"/>
              <a:buFont typeface="Arial"/>
              <a:buNone/>
            </a:pPr>
            <a:r>
              <a:rPr lang="en-US" sz="1900"/>
              <a:t>set a= 3, b= 4, c= 6</a:t>
            </a:r>
            <a:endParaRPr sz="1900"/>
          </a:p>
          <a:p>
            <a:pPr marL="0" lvl="0" indent="0" algn="l" rtl="0">
              <a:lnSpc>
                <a:spcPct val="115000"/>
              </a:lnSpc>
              <a:spcBef>
                <a:spcPts val="1200"/>
              </a:spcBef>
              <a:spcAft>
                <a:spcPts val="0"/>
              </a:spcAft>
              <a:buClr>
                <a:schemeClr val="dk1"/>
              </a:buClr>
              <a:buSzPts val="1100"/>
              <a:buFont typeface="Arial"/>
              <a:buNone/>
            </a:pPr>
            <a:r>
              <a:rPr lang="en-US" sz="1900"/>
              <a:t>if (( a&amp; 7) &lt; b OR 5&gt; b)</a:t>
            </a:r>
            <a:endParaRPr sz="1900"/>
          </a:p>
          <a:p>
            <a:pPr marL="0" lvl="0" indent="0" algn="l" rtl="0">
              <a:lnSpc>
                <a:spcPct val="115000"/>
              </a:lnSpc>
              <a:spcBef>
                <a:spcPts val="1200"/>
              </a:spcBef>
              <a:spcAft>
                <a:spcPts val="0"/>
              </a:spcAft>
              <a:buClr>
                <a:schemeClr val="dk1"/>
              </a:buClr>
              <a:buSzPts val="1100"/>
              <a:buFont typeface="Arial"/>
              <a:buNone/>
            </a:pPr>
            <a:r>
              <a:rPr lang="en-US" sz="1900"/>
              <a:t>a= (b &amp; c) &amp; c</a:t>
            </a:r>
            <a:endParaRPr sz="1900"/>
          </a:p>
          <a:p>
            <a:pPr marL="0" lvl="0" indent="0" algn="l" rtl="0">
              <a:lnSpc>
                <a:spcPct val="115000"/>
              </a:lnSpc>
              <a:spcBef>
                <a:spcPts val="1200"/>
              </a:spcBef>
              <a:spcAft>
                <a:spcPts val="0"/>
              </a:spcAft>
              <a:buClr>
                <a:schemeClr val="dk1"/>
              </a:buClr>
              <a:buSzPts val="1100"/>
              <a:buFont typeface="Arial"/>
              <a:buNone/>
            </a:pPr>
            <a:r>
              <a:rPr lang="en-US" sz="1900"/>
              <a:t>else</a:t>
            </a:r>
            <a:endParaRPr sz="1900"/>
          </a:p>
          <a:p>
            <a:pPr marL="0" lvl="0" indent="0" algn="l" rtl="0">
              <a:lnSpc>
                <a:spcPct val="115000"/>
              </a:lnSpc>
              <a:spcBef>
                <a:spcPts val="1200"/>
              </a:spcBef>
              <a:spcAft>
                <a:spcPts val="0"/>
              </a:spcAft>
              <a:buClr>
                <a:schemeClr val="dk1"/>
              </a:buClr>
              <a:buSzPts val="1100"/>
              <a:buFont typeface="Arial"/>
              <a:buNone/>
            </a:pPr>
            <a:r>
              <a:rPr lang="en-US" sz="1900"/>
              <a:t>a = ( 8 &amp; 4 ) + a</a:t>
            </a:r>
            <a:endParaRPr sz="1900"/>
          </a:p>
          <a:p>
            <a:pPr marL="0" lvl="0" indent="0" algn="l" rtl="0">
              <a:lnSpc>
                <a:spcPct val="115000"/>
              </a:lnSpc>
              <a:spcBef>
                <a:spcPts val="1200"/>
              </a:spcBef>
              <a:spcAft>
                <a:spcPts val="0"/>
              </a:spcAft>
              <a:buClr>
                <a:schemeClr val="dk1"/>
              </a:buClr>
              <a:buSzPts val="1100"/>
              <a:buFont typeface="Arial"/>
              <a:buNone/>
            </a:pPr>
            <a:r>
              <a:rPr lang="en-US" sz="1900"/>
              <a:t>end if</a:t>
            </a:r>
            <a:endParaRPr sz="1900"/>
          </a:p>
          <a:p>
            <a:pPr marL="0" lvl="0" indent="0" algn="l" rtl="0">
              <a:lnSpc>
                <a:spcPct val="115000"/>
              </a:lnSpc>
              <a:spcBef>
                <a:spcPts val="1200"/>
              </a:spcBef>
              <a:spcAft>
                <a:spcPts val="0"/>
              </a:spcAft>
              <a:buClr>
                <a:schemeClr val="dk1"/>
              </a:buClr>
              <a:buSzPts val="1100"/>
              <a:buFont typeface="Arial"/>
              <a:buNone/>
            </a:pPr>
            <a:r>
              <a:rPr lang="en-US" sz="1900"/>
              <a:t>print a + b + c</a:t>
            </a:r>
            <a:endParaRPr sz="1900"/>
          </a:p>
          <a:p>
            <a:pPr marL="457200" lvl="0" indent="-228600" algn="l" rtl="0">
              <a:lnSpc>
                <a:spcPct val="115000"/>
              </a:lnSpc>
              <a:spcBef>
                <a:spcPts val="1200"/>
              </a:spcBef>
              <a:spcAft>
                <a:spcPts val="0"/>
              </a:spcAft>
              <a:buClr>
                <a:schemeClr val="dk1"/>
              </a:buClr>
              <a:buSzPts val="1100"/>
              <a:buFont typeface="Arial"/>
              <a:buNone/>
            </a:pPr>
            <a:r>
              <a:rPr lang="en-US" sz="1900"/>
              <a:t>a) 32</a:t>
            </a:r>
            <a:endParaRPr sz="1900"/>
          </a:p>
          <a:p>
            <a:pPr marL="457200" lvl="0" indent="-228600" algn="l" rtl="0">
              <a:lnSpc>
                <a:spcPct val="115000"/>
              </a:lnSpc>
              <a:spcBef>
                <a:spcPts val="1200"/>
              </a:spcBef>
              <a:spcAft>
                <a:spcPts val="0"/>
              </a:spcAft>
              <a:buClr>
                <a:schemeClr val="dk1"/>
              </a:buClr>
              <a:buSzPts val="1100"/>
              <a:buFont typeface="Arial"/>
              <a:buNone/>
            </a:pPr>
            <a:r>
              <a:rPr lang="en-US" sz="1900"/>
              <a:t>b) 14</a:t>
            </a:r>
            <a:endParaRPr sz="1900"/>
          </a:p>
          <a:p>
            <a:pPr marL="457200" lvl="0" indent="-228600" algn="l" rtl="0">
              <a:lnSpc>
                <a:spcPct val="115000"/>
              </a:lnSpc>
              <a:spcBef>
                <a:spcPts val="1200"/>
              </a:spcBef>
              <a:spcAft>
                <a:spcPts val="0"/>
              </a:spcAft>
              <a:buClr>
                <a:schemeClr val="dk1"/>
              </a:buClr>
              <a:buSzPts val="1100"/>
              <a:buFont typeface="Arial"/>
              <a:buNone/>
            </a:pPr>
            <a:r>
              <a:rPr lang="en-US" sz="1900"/>
              <a:t>c) 7</a:t>
            </a:r>
            <a:endParaRPr sz="1900"/>
          </a:p>
          <a:p>
            <a:pPr marL="457200" lvl="0" indent="-228600" algn="l" rtl="0">
              <a:lnSpc>
                <a:spcPct val="115000"/>
              </a:lnSpc>
              <a:spcBef>
                <a:spcPts val="1200"/>
              </a:spcBef>
              <a:spcAft>
                <a:spcPts val="0"/>
              </a:spcAft>
              <a:buClr>
                <a:schemeClr val="dk1"/>
              </a:buClr>
              <a:buSzPts val="1100"/>
              <a:buFont typeface="Arial"/>
              <a:buNone/>
            </a:pPr>
            <a:r>
              <a:rPr lang="en-US" sz="1900"/>
              <a:t>d) 15</a:t>
            </a:r>
            <a:endParaRPr sz="1900"/>
          </a:p>
          <a:p>
            <a:pPr marL="0" lvl="0" indent="0" algn="l" rtl="0">
              <a:spcBef>
                <a:spcPts val="1200"/>
              </a:spcBef>
              <a:spcAft>
                <a:spcPts val="0"/>
              </a:spcAft>
              <a:buNone/>
            </a:pPr>
            <a:endParaRPr sz="3600"/>
          </a:p>
        </p:txBody>
      </p:sp>
      <p:pic>
        <p:nvPicPr>
          <p:cNvPr id="259" name="Google Shape;259;g13615080cd1_0_172"/>
          <p:cNvPicPr preferRelativeResize="0"/>
          <p:nvPr/>
        </p:nvPicPr>
        <p:blipFill rotWithShape="1">
          <a:blip r:embed="rId3">
            <a:alphaModFix/>
          </a:blip>
          <a:srcRect/>
          <a:stretch/>
        </p:blipFill>
        <p:spPr>
          <a:xfrm>
            <a:off x="1183702" y="506115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9"/>
                                        </p:tgtEl>
                                        <p:attrNameLst>
                                          <p:attrName>style.visibility</p:attrName>
                                        </p:attrNameLst>
                                      </p:cBhvr>
                                      <p:to>
                                        <p:strVal val="visible"/>
                                      </p:to>
                                    </p:set>
                                    <p:animEffect transition="in" filter="fade">
                                      <p:cBhvr>
                                        <p:cTn id="7" dur="1000"/>
                                        <p:tgtEl>
                                          <p:spTgt spid="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g13615080cd1_0_178"/>
          <p:cNvSpPr txBox="1">
            <a:spLocks noGrp="1"/>
          </p:cNvSpPr>
          <p:nvPr>
            <p:ph idx="1"/>
          </p:nvPr>
        </p:nvSpPr>
        <p:spPr>
          <a:xfrm>
            <a:off x="259325" y="273750"/>
            <a:ext cx="11641200" cy="62097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a:t>23. What will be the output of the following pseudocode?</a:t>
            </a:r>
            <a:endParaRPr sz="2000"/>
          </a:p>
          <a:p>
            <a:pPr marL="0" lvl="0" indent="0" algn="l" rtl="0">
              <a:lnSpc>
                <a:spcPct val="115000"/>
              </a:lnSpc>
              <a:spcBef>
                <a:spcPts val="1200"/>
              </a:spcBef>
              <a:spcAft>
                <a:spcPts val="0"/>
              </a:spcAft>
              <a:buClr>
                <a:schemeClr val="dk1"/>
              </a:buClr>
              <a:buSzPts val="1100"/>
              <a:buFont typeface="Arial"/>
              <a:buNone/>
            </a:pPr>
            <a:r>
              <a:rPr lang="en-US" sz="2000"/>
              <a:t>Integer p, q, r</a:t>
            </a:r>
            <a:endParaRPr sz="2000"/>
          </a:p>
          <a:p>
            <a:pPr marL="0" lvl="0" indent="0" algn="l" rtl="0">
              <a:lnSpc>
                <a:spcPct val="115000"/>
              </a:lnSpc>
              <a:spcBef>
                <a:spcPts val="1200"/>
              </a:spcBef>
              <a:spcAft>
                <a:spcPts val="0"/>
              </a:spcAft>
              <a:buClr>
                <a:schemeClr val="dk1"/>
              </a:buClr>
              <a:buSzPts val="1100"/>
              <a:buFont typeface="Arial"/>
              <a:buNone/>
            </a:pPr>
            <a:r>
              <a:rPr lang="en-US" sz="2000"/>
              <a:t>set p= 8, q= 8, r= 9</a:t>
            </a:r>
            <a:endParaRPr sz="2000"/>
          </a:p>
          <a:p>
            <a:pPr marL="0" lvl="0" indent="0" algn="l" rtl="0">
              <a:lnSpc>
                <a:spcPct val="115000"/>
              </a:lnSpc>
              <a:spcBef>
                <a:spcPts val="1200"/>
              </a:spcBef>
              <a:spcAft>
                <a:spcPts val="0"/>
              </a:spcAft>
              <a:buClr>
                <a:schemeClr val="dk1"/>
              </a:buClr>
              <a:buSzPts val="1100"/>
              <a:buFont typeface="Arial"/>
              <a:buNone/>
            </a:pPr>
            <a:r>
              <a:rPr lang="en-US" sz="2000"/>
              <a:t>if ((r&amp;p) + (p+q) &gt; (r+q))</a:t>
            </a:r>
            <a:endParaRPr sz="2000"/>
          </a:p>
          <a:p>
            <a:pPr marL="0" lvl="0" indent="0" algn="l" rtl="0">
              <a:lnSpc>
                <a:spcPct val="115000"/>
              </a:lnSpc>
              <a:spcBef>
                <a:spcPts val="1200"/>
              </a:spcBef>
              <a:spcAft>
                <a:spcPts val="0"/>
              </a:spcAft>
              <a:buClr>
                <a:schemeClr val="dk1"/>
              </a:buClr>
              <a:buSzPts val="1100"/>
              <a:buFont typeface="Arial"/>
              <a:buNone/>
            </a:pPr>
            <a:r>
              <a:rPr lang="en-US" sz="2000"/>
              <a:t>p = q</a:t>
            </a:r>
            <a:endParaRPr sz="2000"/>
          </a:p>
          <a:p>
            <a:pPr marL="0" lvl="0" indent="0" algn="l" rtl="0">
              <a:lnSpc>
                <a:spcPct val="115000"/>
              </a:lnSpc>
              <a:spcBef>
                <a:spcPts val="1200"/>
              </a:spcBef>
              <a:spcAft>
                <a:spcPts val="0"/>
              </a:spcAft>
              <a:buClr>
                <a:schemeClr val="dk1"/>
              </a:buClr>
              <a:buSzPts val="1100"/>
              <a:buFont typeface="Arial"/>
              <a:buNone/>
            </a:pPr>
            <a:r>
              <a:rPr lang="en-US" sz="2000"/>
              <a:t>r = ( p+ 11) + q</a:t>
            </a:r>
            <a:endParaRPr sz="2000"/>
          </a:p>
          <a:p>
            <a:pPr marL="0" lvl="0" indent="0" algn="l" rtl="0">
              <a:lnSpc>
                <a:spcPct val="115000"/>
              </a:lnSpc>
              <a:spcBef>
                <a:spcPts val="1200"/>
              </a:spcBef>
              <a:spcAft>
                <a:spcPts val="0"/>
              </a:spcAft>
              <a:buClr>
                <a:schemeClr val="dk1"/>
              </a:buClr>
              <a:buSzPts val="1100"/>
              <a:buFont typeface="Arial"/>
              <a:buNone/>
            </a:pPr>
            <a:r>
              <a:rPr lang="en-US" sz="2000"/>
              <a:t>end if</a:t>
            </a:r>
            <a:endParaRPr sz="2000"/>
          </a:p>
          <a:p>
            <a:pPr marL="0" lvl="0" indent="0" algn="l" rtl="0">
              <a:lnSpc>
                <a:spcPct val="115000"/>
              </a:lnSpc>
              <a:spcBef>
                <a:spcPts val="1200"/>
              </a:spcBef>
              <a:spcAft>
                <a:spcPts val="0"/>
              </a:spcAft>
              <a:buClr>
                <a:schemeClr val="dk1"/>
              </a:buClr>
              <a:buSzPts val="1100"/>
              <a:buFont typeface="Arial"/>
              <a:buNone/>
            </a:pPr>
            <a:r>
              <a:rPr lang="en-US" sz="2000"/>
              <a:t>if (( p + r ) &lt; ( q - p ))</a:t>
            </a:r>
            <a:endParaRPr sz="2000"/>
          </a:p>
          <a:p>
            <a:pPr marL="0" lvl="0" indent="0" algn="l" rtl="0">
              <a:lnSpc>
                <a:spcPct val="115000"/>
              </a:lnSpc>
              <a:spcBef>
                <a:spcPts val="1200"/>
              </a:spcBef>
              <a:spcAft>
                <a:spcPts val="0"/>
              </a:spcAft>
              <a:buClr>
                <a:schemeClr val="dk1"/>
              </a:buClr>
              <a:buSzPts val="1100"/>
              <a:buFont typeface="Arial"/>
              <a:buNone/>
            </a:pPr>
            <a:r>
              <a:rPr lang="en-US" sz="2000"/>
              <a:t>q = r + p</a:t>
            </a:r>
            <a:endParaRPr sz="2000"/>
          </a:p>
          <a:p>
            <a:pPr marL="0" lvl="0" indent="0" algn="l" rtl="0">
              <a:lnSpc>
                <a:spcPct val="115000"/>
              </a:lnSpc>
              <a:spcBef>
                <a:spcPts val="1200"/>
              </a:spcBef>
              <a:spcAft>
                <a:spcPts val="0"/>
              </a:spcAft>
              <a:buClr>
                <a:schemeClr val="dk1"/>
              </a:buClr>
              <a:buSzPts val="1100"/>
              <a:buFont typeface="Arial"/>
              <a:buNone/>
            </a:pPr>
            <a:r>
              <a:rPr lang="en-US" sz="2000"/>
              <a:t>p = 5</a:t>
            </a:r>
            <a:endParaRPr sz="2000"/>
          </a:p>
          <a:p>
            <a:pPr marL="0" lvl="0" indent="0" algn="l" rtl="0">
              <a:lnSpc>
                <a:spcPct val="115000"/>
              </a:lnSpc>
              <a:spcBef>
                <a:spcPts val="1200"/>
              </a:spcBef>
              <a:spcAft>
                <a:spcPts val="0"/>
              </a:spcAft>
              <a:buClr>
                <a:schemeClr val="dk1"/>
              </a:buClr>
              <a:buSzPts val="1100"/>
              <a:buFont typeface="Arial"/>
              <a:buNone/>
            </a:pPr>
            <a:r>
              <a:rPr lang="en-US" sz="2000"/>
              <a:t>end if</a:t>
            </a:r>
            <a:endParaRPr sz="2000"/>
          </a:p>
          <a:p>
            <a:pPr marL="0" lvl="0" indent="0" algn="l" rtl="0">
              <a:lnSpc>
                <a:spcPct val="115000"/>
              </a:lnSpc>
              <a:spcBef>
                <a:spcPts val="1200"/>
              </a:spcBef>
              <a:spcAft>
                <a:spcPts val="0"/>
              </a:spcAft>
              <a:buClr>
                <a:schemeClr val="dk1"/>
              </a:buClr>
              <a:buSzPts val="1100"/>
              <a:buFont typeface="Arial"/>
              <a:buNone/>
            </a:pPr>
            <a:r>
              <a:rPr lang="en-US" sz="2000"/>
              <a:t>print p + q + r</a:t>
            </a:r>
            <a:endParaRPr sz="2000"/>
          </a:p>
          <a:p>
            <a:pPr marL="0" lvl="0" indent="0" algn="l" rtl="0">
              <a:spcBef>
                <a:spcPts val="1200"/>
              </a:spcBef>
              <a:spcAft>
                <a:spcPts val="0"/>
              </a:spcAft>
              <a:buNone/>
            </a:pPr>
            <a:endParaRPr sz="3700"/>
          </a:p>
        </p:txBody>
      </p:sp>
      <p:sp>
        <p:nvSpPr>
          <p:cNvPr id="266" name="Google Shape;266;g13615080cd1_0_178"/>
          <p:cNvSpPr txBox="1"/>
          <p:nvPr/>
        </p:nvSpPr>
        <p:spPr>
          <a:xfrm>
            <a:off x="7434300" y="2766250"/>
            <a:ext cx="8298900" cy="26106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2100">
                <a:solidFill>
                  <a:schemeClr val="dk1"/>
                </a:solidFill>
                <a:latin typeface="Calibri"/>
                <a:ea typeface="Calibri"/>
                <a:cs typeface="Calibri"/>
                <a:sym typeface="Calibri"/>
              </a:rPr>
              <a:t>a) 43</a:t>
            </a:r>
            <a:endParaRPr sz="21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100">
                <a:solidFill>
                  <a:schemeClr val="dk1"/>
                </a:solidFill>
                <a:latin typeface="Calibri"/>
                <a:ea typeface="Calibri"/>
                <a:cs typeface="Calibri"/>
                <a:sym typeface="Calibri"/>
              </a:rPr>
              <a:t>b) 44</a:t>
            </a:r>
            <a:endParaRPr sz="21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100">
                <a:solidFill>
                  <a:schemeClr val="dk1"/>
                </a:solidFill>
                <a:latin typeface="Calibri"/>
                <a:ea typeface="Calibri"/>
                <a:cs typeface="Calibri"/>
                <a:sym typeface="Calibri"/>
              </a:rPr>
              <a:t>c) 39</a:t>
            </a:r>
            <a:endParaRPr sz="21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US" sz="2100">
                <a:solidFill>
                  <a:schemeClr val="dk1"/>
                </a:solidFill>
                <a:latin typeface="Calibri"/>
                <a:ea typeface="Calibri"/>
                <a:cs typeface="Calibri"/>
                <a:sym typeface="Calibri"/>
              </a:rPr>
              <a:t>    d) 54</a:t>
            </a:r>
            <a:endParaRPr sz="2100">
              <a:solidFill>
                <a:schemeClr val="dk1"/>
              </a:solidFill>
              <a:latin typeface="Calibri"/>
              <a:ea typeface="Calibri"/>
              <a:cs typeface="Calibri"/>
              <a:sym typeface="Calibri"/>
            </a:endParaRPr>
          </a:p>
          <a:p>
            <a:pPr marL="0" lvl="0" indent="0" algn="l" rtl="0">
              <a:spcBef>
                <a:spcPts val="1200"/>
              </a:spcBef>
              <a:spcAft>
                <a:spcPts val="0"/>
              </a:spcAft>
              <a:buNone/>
            </a:pPr>
            <a:endParaRPr sz="2100">
              <a:latin typeface="Calibri"/>
              <a:ea typeface="Calibri"/>
              <a:cs typeface="Calibri"/>
              <a:sym typeface="Calibri"/>
            </a:endParaRPr>
          </a:p>
        </p:txBody>
      </p:sp>
      <p:pic>
        <p:nvPicPr>
          <p:cNvPr id="267" name="Google Shape;267;g13615080cd1_0_178"/>
          <p:cNvPicPr preferRelativeResize="0"/>
          <p:nvPr/>
        </p:nvPicPr>
        <p:blipFill rotWithShape="1">
          <a:blip r:embed="rId3">
            <a:alphaModFix/>
          </a:blip>
          <a:srcRect/>
          <a:stretch/>
        </p:blipFill>
        <p:spPr>
          <a:xfrm>
            <a:off x="7012677" y="268390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7"/>
                                        </p:tgtEl>
                                        <p:attrNameLst>
                                          <p:attrName>style.visibility</p:attrName>
                                        </p:attrNameLst>
                                      </p:cBhvr>
                                      <p:to>
                                        <p:strVal val="visible"/>
                                      </p:to>
                                    </p:set>
                                    <p:animEffect transition="in" filter="fade">
                                      <p:cBhvr>
                                        <p:cTn id="7" dur="1000"/>
                                        <p:tgtEl>
                                          <p:spTgt spid="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g13615080cd1_0_184"/>
          <p:cNvSpPr txBox="1">
            <a:spLocks noGrp="1"/>
          </p:cNvSpPr>
          <p:nvPr>
            <p:ph idx="1"/>
          </p:nvPr>
        </p:nvSpPr>
        <p:spPr>
          <a:xfrm>
            <a:off x="172900" y="302550"/>
            <a:ext cx="11181000" cy="58743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200"/>
              <a:t>24. What will be the output of the following pseudocode?</a:t>
            </a:r>
            <a:endParaRPr sz="2200"/>
          </a:p>
          <a:p>
            <a:pPr marL="0" lvl="0" indent="0" algn="l" rtl="0">
              <a:lnSpc>
                <a:spcPct val="115000"/>
              </a:lnSpc>
              <a:spcBef>
                <a:spcPts val="1200"/>
              </a:spcBef>
              <a:spcAft>
                <a:spcPts val="0"/>
              </a:spcAft>
              <a:buClr>
                <a:schemeClr val="dk1"/>
              </a:buClr>
              <a:buSzPts val="1100"/>
              <a:buFont typeface="Arial"/>
              <a:buNone/>
            </a:pPr>
            <a:r>
              <a:rPr lang="en-US" sz="2200"/>
              <a:t>Integer a, b, c</a:t>
            </a:r>
            <a:endParaRPr sz="2200"/>
          </a:p>
          <a:p>
            <a:pPr marL="0" lvl="0" indent="0" algn="l" rtl="0">
              <a:lnSpc>
                <a:spcPct val="115000"/>
              </a:lnSpc>
              <a:spcBef>
                <a:spcPts val="1200"/>
              </a:spcBef>
              <a:spcAft>
                <a:spcPts val="0"/>
              </a:spcAft>
              <a:buClr>
                <a:schemeClr val="dk1"/>
              </a:buClr>
              <a:buSzPts val="1100"/>
              <a:buFont typeface="Arial"/>
              <a:buNone/>
            </a:pPr>
            <a:r>
              <a:rPr lang="en-US" sz="2200"/>
              <a:t>set a= 7, b= 7, c= 7</a:t>
            </a:r>
            <a:endParaRPr sz="2200"/>
          </a:p>
          <a:p>
            <a:pPr marL="0" lvl="0" indent="0" algn="l" rtl="0">
              <a:lnSpc>
                <a:spcPct val="115000"/>
              </a:lnSpc>
              <a:spcBef>
                <a:spcPts val="1200"/>
              </a:spcBef>
              <a:spcAft>
                <a:spcPts val="0"/>
              </a:spcAft>
              <a:buClr>
                <a:schemeClr val="dk1"/>
              </a:buClr>
              <a:buSzPts val="1100"/>
              <a:buFont typeface="Arial"/>
              <a:buNone/>
            </a:pPr>
            <a:r>
              <a:rPr lang="en-US" sz="2200"/>
              <a:t>if ((7- b - c) &gt; ( c + a ))</a:t>
            </a:r>
            <a:endParaRPr sz="2200"/>
          </a:p>
          <a:p>
            <a:pPr marL="0" lvl="0" indent="0" algn="l" rtl="0">
              <a:lnSpc>
                <a:spcPct val="115000"/>
              </a:lnSpc>
              <a:spcBef>
                <a:spcPts val="1200"/>
              </a:spcBef>
              <a:spcAft>
                <a:spcPts val="0"/>
              </a:spcAft>
              <a:buClr>
                <a:schemeClr val="dk1"/>
              </a:buClr>
              <a:buSzPts val="1100"/>
              <a:buFont typeface="Arial"/>
              <a:buNone/>
            </a:pPr>
            <a:r>
              <a:rPr lang="en-US" sz="2200"/>
              <a:t>if (( 5 - 7 ) &lt; ( 7 + a ))</a:t>
            </a:r>
            <a:endParaRPr sz="2200"/>
          </a:p>
          <a:p>
            <a:pPr marL="0" lvl="0" indent="0" algn="l" rtl="0">
              <a:lnSpc>
                <a:spcPct val="115000"/>
              </a:lnSpc>
              <a:spcBef>
                <a:spcPts val="1200"/>
              </a:spcBef>
              <a:spcAft>
                <a:spcPts val="0"/>
              </a:spcAft>
              <a:buClr>
                <a:schemeClr val="dk1"/>
              </a:buClr>
              <a:buSzPts val="1100"/>
              <a:buFont typeface="Arial"/>
              <a:buNone/>
            </a:pPr>
            <a:r>
              <a:rPr lang="en-US" sz="2200"/>
              <a:t>c= ( 3 &amp; 11 ) &amp; c</a:t>
            </a:r>
            <a:endParaRPr sz="2200"/>
          </a:p>
          <a:p>
            <a:pPr marL="0" lvl="0" indent="0" algn="l" rtl="0">
              <a:lnSpc>
                <a:spcPct val="115000"/>
              </a:lnSpc>
              <a:spcBef>
                <a:spcPts val="1200"/>
              </a:spcBef>
              <a:spcAft>
                <a:spcPts val="0"/>
              </a:spcAft>
              <a:buClr>
                <a:schemeClr val="dk1"/>
              </a:buClr>
              <a:buSzPts val="1100"/>
              <a:buFont typeface="Arial"/>
              <a:buNone/>
            </a:pPr>
            <a:r>
              <a:rPr lang="en-US" sz="2200"/>
              <a:t>a = a</a:t>
            </a:r>
            <a:endParaRPr sz="2200"/>
          </a:p>
          <a:p>
            <a:pPr marL="0" lvl="0" indent="0" algn="l" rtl="0">
              <a:lnSpc>
                <a:spcPct val="115000"/>
              </a:lnSpc>
              <a:spcBef>
                <a:spcPts val="1200"/>
              </a:spcBef>
              <a:spcAft>
                <a:spcPts val="0"/>
              </a:spcAft>
              <a:buClr>
                <a:schemeClr val="dk1"/>
              </a:buClr>
              <a:buSzPts val="1100"/>
              <a:buFont typeface="Arial"/>
              <a:buNone/>
            </a:pPr>
            <a:r>
              <a:rPr lang="en-US" sz="2200"/>
              <a:t>end if</a:t>
            </a:r>
            <a:endParaRPr sz="2200"/>
          </a:p>
          <a:p>
            <a:pPr marL="0" lvl="0" indent="0" algn="l" rtl="0">
              <a:lnSpc>
                <a:spcPct val="115000"/>
              </a:lnSpc>
              <a:spcBef>
                <a:spcPts val="1200"/>
              </a:spcBef>
              <a:spcAft>
                <a:spcPts val="0"/>
              </a:spcAft>
              <a:buClr>
                <a:schemeClr val="dk1"/>
              </a:buClr>
              <a:buSzPts val="1100"/>
              <a:buFont typeface="Arial"/>
              <a:buNone/>
            </a:pPr>
            <a:r>
              <a:rPr lang="en-US" sz="2200"/>
              <a:t>c = 7 + c</a:t>
            </a:r>
            <a:endParaRPr sz="2200"/>
          </a:p>
          <a:p>
            <a:pPr marL="0" lvl="0" indent="0" algn="l" rtl="0">
              <a:lnSpc>
                <a:spcPct val="115000"/>
              </a:lnSpc>
              <a:spcBef>
                <a:spcPts val="1200"/>
              </a:spcBef>
              <a:spcAft>
                <a:spcPts val="0"/>
              </a:spcAft>
              <a:buClr>
                <a:schemeClr val="dk1"/>
              </a:buClr>
              <a:buSzPts val="1100"/>
              <a:buFont typeface="Arial"/>
              <a:buNone/>
            </a:pPr>
            <a:r>
              <a:rPr lang="en-US" sz="2200"/>
              <a:t>end if</a:t>
            </a:r>
            <a:endParaRPr sz="2200"/>
          </a:p>
          <a:p>
            <a:pPr marL="0" lvl="0" indent="0" algn="l" rtl="0">
              <a:lnSpc>
                <a:spcPct val="115000"/>
              </a:lnSpc>
              <a:spcBef>
                <a:spcPts val="1200"/>
              </a:spcBef>
              <a:spcAft>
                <a:spcPts val="0"/>
              </a:spcAft>
              <a:buClr>
                <a:schemeClr val="dk1"/>
              </a:buClr>
              <a:buSzPts val="1100"/>
              <a:buFont typeface="Arial"/>
              <a:buNone/>
            </a:pPr>
            <a:r>
              <a:rPr lang="en-US" sz="2200"/>
              <a:t>print a + b + c</a:t>
            </a:r>
            <a:endParaRPr sz="2200"/>
          </a:p>
          <a:p>
            <a:pPr marL="0" lvl="0" indent="0" algn="l" rtl="0">
              <a:spcBef>
                <a:spcPts val="1200"/>
              </a:spcBef>
              <a:spcAft>
                <a:spcPts val="0"/>
              </a:spcAft>
              <a:buNone/>
            </a:pPr>
            <a:endParaRPr sz="3900"/>
          </a:p>
        </p:txBody>
      </p:sp>
      <p:sp>
        <p:nvSpPr>
          <p:cNvPr id="274" name="Google Shape;274;g13615080cd1_0_184"/>
          <p:cNvSpPr txBox="1"/>
          <p:nvPr/>
        </p:nvSpPr>
        <p:spPr>
          <a:xfrm>
            <a:off x="5964725" y="2247575"/>
            <a:ext cx="8298900" cy="23118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1700">
                <a:solidFill>
                  <a:schemeClr val="dk1"/>
                </a:solidFill>
                <a:latin typeface="Calibri"/>
                <a:ea typeface="Calibri"/>
                <a:cs typeface="Calibri"/>
                <a:sym typeface="Calibri"/>
              </a:rPr>
              <a:t>a) 27</a:t>
            </a:r>
            <a:endParaRPr sz="17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700">
                <a:solidFill>
                  <a:schemeClr val="dk1"/>
                </a:solidFill>
                <a:latin typeface="Calibri"/>
                <a:ea typeface="Calibri"/>
                <a:cs typeface="Calibri"/>
                <a:sym typeface="Calibri"/>
              </a:rPr>
              <a:t>b) 21</a:t>
            </a:r>
            <a:endParaRPr sz="17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700">
                <a:solidFill>
                  <a:schemeClr val="dk1"/>
                </a:solidFill>
                <a:latin typeface="Calibri"/>
                <a:ea typeface="Calibri"/>
                <a:cs typeface="Calibri"/>
                <a:sym typeface="Calibri"/>
              </a:rPr>
              <a:t>c) 9</a:t>
            </a:r>
            <a:endParaRPr sz="17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700">
                <a:solidFill>
                  <a:schemeClr val="dk1"/>
                </a:solidFill>
                <a:latin typeface="Calibri"/>
                <a:ea typeface="Calibri"/>
                <a:cs typeface="Calibri"/>
                <a:sym typeface="Calibri"/>
              </a:rPr>
              <a:t>d) 31</a:t>
            </a:r>
            <a:endParaRPr sz="1700">
              <a:solidFill>
                <a:schemeClr val="dk1"/>
              </a:solidFill>
              <a:latin typeface="Calibri"/>
              <a:ea typeface="Calibri"/>
              <a:cs typeface="Calibri"/>
              <a:sym typeface="Calibri"/>
            </a:endParaRPr>
          </a:p>
          <a:p>
            <a:pPr marL="0" lvl="0" indent="0" algn="l" rtl="0">
              <a:spcBef>
                <a:spcPts val="1200"/>
              </a:spcBef>
              <a:spcAft>
                <a:spcPts val="0"/>
              </a:spcAft>
              <a:buNone/>
            </a:pPr>
            <a:endParaRPr sz="2000">
              <a:latin typeface="Calibri"/>
              <a:ea typeface="Calibri"/>
              <a:cs typeface="Calibri"/>
              <a:sym typeface="Calibri"/>
            </a:endParaRPr>
          </a:p>
        </p:txBody>
      </p:sp>
      <p:pic>
        <p:nvPicPr>
          <p:cNvPr id="275" name="Google Shape;275;g13615080cd1_0_184"/>
          <p:cNvPicPr preferRelativeResize="0"/>
          <p:nvPr/>
        </p:nvPicPr>
        <p:blipFill rotWithShape="1">
          <a:blip r:embed="rId3">
            <a:alphaModFix/>
          </a:blip>
          <a:srcRect/>
          <a:stretch/>
        </p:blipFill>
        <p:spPr>
          <a:xfrm>
            <a:off x="5486952" y="256865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5"/>
                                        </p:tgtEl>
                                        <p:attrNameLst>
                                          <p:attrName>style.visibility</p:attrName>
                                        </p:attrNameLst>
                                      </p:cBhvr>
                                      <p:to>
                                        <p:strVal val="visible"/>
                                      </p:to>
                                    </p:set>
                                    <p:animEffect transition="in" filter="fade">
                                      <p:cBhvr>
                                        <p:cTn id="7" dur="100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g13615080cd1_0_190"/>
          <p:cNvSpPr txBox="1">
            <a:spLocks noGrp="1"/>
          </p:cNvSpPr>
          <p:nvPr>
            <p:ph idx="1"/>
          </p:nvPr>
        </p:nvSpPr>
        <p:spPr>
          <a:xfrm>
            <a:off x="144075" y="374600"/>
            <a:ext cx="11785500" cy="61377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100"/>
              <a:t>25. What will be the output of the following pseudocode?</a:t>
            </a:r>
            <a:endParaRPr sz="2100"/>
          </a:p>
          <a:p>
            <a:pPr marL="0" lvl="0" indent="0" algn="l" rtl="0">
              <a:lnSpc>
                <a:spcPct val="115000"/>
              </a:lnSpc>
              <a:spcBef>
                <a:spcPts val="1200"/>
              </a:spcBef>
              <a:spcAft>
                <a:spcPts val="0"/>
              </a:spcAft>
              <a:buClr>
                <a:schemeClr val="dk1"/>
              </a:buClr>
              <a:buSzPts val="1100"/>
              <a:buFont typeface="Arial"/>
              <a:buNone/>
            </a:pPr>
            <a:r>
              <a:rPr lang="en-US" sz="2100"/>
              <a:t>Integer pp, qq</a:t>
            </a:r>
            <a:endParaRPr sz="2100"/>
          </a:p>
          <a:p>
            <a:pPr marL="0" lvl="0" indent="0" algn="l" rtl="0">
              <a:lnSpc>
                <a:spcPct val="115000"/>
              </a:lnSpc>
              <a:spcBef>
                <a:spcPts val="1200"/>
              </a:spcBef>
              <a:spcAft>
                <a:spcPts val="0"/>
              </a:spcAft>
              <a:buClr>
                <a:schemeClr val="dk1"/>
              </a:buClr>
              <a:buSzPts val="1100"/>
              <a:buFont typeface="Arial"/>
              <a:buNone/>
            </a:pPr>
            <a:r>
              <a:rPr lang="en-US" sz="2100"/>
              <a:t>set qq = 1</a:t>
            </a:r>
            <a:endParaRPr sz="2100"/>
          </a:p>
          <a:p>
            <a:pPr marL="0" lvl="0" indent="0" algn="l" rtl="0">
              <a:lnSpc>
                <a:spcPct val="115000"/>
              </a:lnSpc>
              <a:spcBef>
                <a:spcPts val="1200"/>
              </a:spcBef>
              <a:spcAft>
                <a:spcPts val="0"/>
              </a:spcAft>
              <a:buClr>
                <a:schemeClr val="dk1"/>
              </a:buClr>
              <a:buSzPts val="1100"/>
              <a:buFont typeface="Arial"/>
              <a:buNone/>
            </a:pPr>
            <a:r>
              <a:rPr lang="en-US" sz="2100"/>
              <a:t>set pp = qq + 1</a:t>
            </a:r>
            <a:endParaRPr sz="2100"/>
          </a:p>
          <a:p>
            <a:pPr marL="0" lvl="0" indent="0" algn="l" rtl="0">
              <a:lnSpc>
                <a:spcPct val="115000"/>
              </a:lnSpc>
              <a:spcBef>
                <a:spcPts val="1200"/>
              </a:spcBef>
              <a:spcAft>
                <a:spcPts val="0"/>
              </a:spcAft>
              <a:buClr>
                <a:schemeClr val="dk1"/>
              </a:buClr>
              <a:buSzPts val="1100"/>
              <a:buFont typeface="Arial"/>
              <a:buNone/>
            </a:pPr>
            <a:r>
              <a:rPr lang="en-US" sz="2100"/>
              <a:t>if ( pp &gt; qq + 1)</a:t>
            </a:r>
            <a:endParaRPr sz="2100"/>
          </a:p>
          <a:p>
            <a:pPr marL="0" lvl="0" indent="0" algn="l" rtl="0">
              <a:lnSpc>
                <a:spcPct val="115000"/>
              </a:lnSpc>
              <a:spcBef>
                <a:spcPts val="1200"/>
              </a:spcBef>
              <a:spcAft>
                <a:spcPts val="0"/>
              </a:spcAft>
              <a:buClr>
                <a:schemeClr val="dk1"/>
              </a:buClr>
              <a:buSzPts val="1100"/>
              <a:buFont typeface="Arial"/>
              <a:buNone/>
            </a:pPr>
            <a:r>
              <a:rPr lang="en-US" sz="2100"/>
              <a:t>qq = qq + 1</a:t>
            </a:r>
            <a:endParaRPr sz="2100"/>
          </a:p>
          <a:p>
            <a:pPr marL="0" lvl="0" indent="0" algn="l" rtl="0">
              <a:lnSpc>
                <a:spcPct val="115000"/>
              </a:lnSpc>
              <a:spcBef>
                <a:spcPts val="1200"/>
              </a:spcBef>
              <a:spcAft>
                <a:spcPts val="0"/>
              </a:spcAft>
              <a:buClr>
                <a:schemeClr val="dk1"/>
              </a:buClr>
              <a:buSzPts val="1100"/>
              <a:buFont typeface="Arial"/>
              <a:buNone/>
            </a:pPr>
            <a:r>
              <a:rPr lang="en-US" sz="2100"/>
              <a:t>else</a:t>
            </a:r>
            <a:endParaRPr sz="2100"/>
          </a:p>
          <a:p>
            <a:pPr marL="0" lvl="0" indent="0" algn="l" rtl="0">
              <a:lnSpc>
                <a:spcPct val="115000"/>
              </a:lnSpc>
              <a:spcBef>
                <a:spcPts val="1200"/>
              </a:spcBef>
              <a:spcAft>
                <a:spcPts val="0"/>
              </a:spcAft>
              <a:buClr>
                <a:schemeClr val="dk1"/>
              </a:buClr>
              <a:buSzPts val="1100"/>
              <a:buFont typeface="Arial"/>
              <a:buNone/>
            </a:pPr>
            <a:r>
              <a:rPr lang="en-US" sz="2100"/>
              <a:t>pp = qq+1</a:t>
            </a:r>
            <a:endParaRPr sz="2100"/>
          </a:p>
          <a:p>
            <a:pPr marL="0" lvl="0" indent="0" algn="l" rtl="0">
              <a:lnSpc>
                <a:spcPct val="115000"/>
              </a:lnSpc>
              <a:spcBef>
                <a:spcPts val="1200"/>
              </a:spcBef>
              <a:spcAft>
                <a:spcPts val="0"/>
              </a:spcAft>
              <a:buClr>
                <a:schemeClr val="dk1"/>
              </a:buClr>
              <a:buSzPts val="1100"/>
              <a:buFont typeface="Arial"/>
              <a:buNone/>
            </a:pPr>
            <a:r>
              <a:rPr lang="en-US" sz="2100"/>
              <a:t>qq = pp +1</a:t>
            </a:r>
            <a:endParaRPr sz="2100"/>
          </a:p>
          <a:p>
            <a:pPr marL="0" lvl="0" indent="0" algn="l" rtl="0">
              <a:lnSpc>
                <a:spcPct val="115000"/>
              </a:lnSpc>
              <a:spcBef>
                <a:spcPts val="1200"/>
              </a:spcBef>
              <a:spcAft>
                <a:spcPts val="0"/>
              </a:spcAft>
              <a:buClr>
                <a:schemeClr val="dk1"/>
              </a:buClr>
              <a:buSzPts val="1100"/>
              <a:buFont typeface="Arial"/>
              <a:buNone/>
            </a:pPr>
            <a:r>
              <a:rPr lang="en-US" sz="2100"/>
              <a:t>end if</a:t>
            </a:r>
            <a:endParaRPr sz="2100"/>
          </a:p>
          <a:p>
            <a:pPr marL="0" lvl="0" indent="0" algn="l" rtl="0">
              <a:lnSpc>
                <a:spcPct val="115000"/>
              </a:lnSpc>
              <a:spcBef>
                <a:spcPts val="1200"/>
              </a:spcBef>
              <a:spcAft>
                <a:spcPts val="0"/>
              </a:spcAft>
              <a:buClr>
                <a:schemeClr val="dk1"/>
              </a:buClr>
              <a:buSzPts val="1100"/>
              <a:buFont typeface="Arial"/>
              <a:buNone/>
            </a:pPr>
            <a:r>
              <a:rPr lang="en-US" sz="2100"/>
              <a:t>print pp</a:t>
            </a:r>
            <a:endParaRPr sz="2100"/>
          </a:p>
          <a:p>
            <a:pPr marL="0" lvl="0" indent="0" algn="l" rtl="0">
              <a:spcBef>
                <a:spcPts val="1200"/>
              </a:spcBef>
              <a:spcAft>
                <a:spcPts val="0"/>
              </a:spcAft>
              <a:buNone/>
            </a:pPr>
            <a:endParaRPr sz="3800"/>
          </a:p>
        </p:txBody>
      </p:sp>
      <p:sp>
        <p:nvSpPr>
          <p:cNvPr id="282" name="Google Shape;282;g13615080cd1_0_190"/>
          <p:cNvSpPr txBox="1"/>
          <p:nvPr/>
        </p:nvSpPr>
        <p:spPr>
          <a:xfrm>
            <a:off x="6627475" y="2564550"/>
            <a:ext cx="8298900" cy="24843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a) -3</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b) 2</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c) 3</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d) 7</a:t>
            </a:r>
            <a:endParaRPr sz="1900">
              <a:solidFill>
                <a:schemeClr val="dk1"/>
              </a:solidFill>
              <a:latin typeface="Calibri"/>
              <a:ea typeface="Calibri"/>
              <a:cs typeface="Calibri"/>
              <a:sym typeface="Calibri"/>
            </a:endParaRPr>
          </a:p>
          <a:p>
            <a:pPr marL="0" lvl="0" indent="0" algn="l" rtl="0">
              <a:spcBef>
                <a:spcPts val="1200"/>
              </a:spcBef>
              <a:spcAft>
                <a:spcPts val="0"/>
              </a:spcAft>
              <a:buNone/>
            </a:pPr>
            <a:endParaRPr sz="2200">
              <a:latin typeface="Calibri"/>
              <a:ea typeface="Calibri"/>
              <a:cs typeface="Calibri"/>
              <a:sym typeface="Calibri"/>
            </a:endParaRPr>
          </a:p>
        </p:txBody>
      </p:sp>
      <p:pic>
        <p:nvPicPr>
          <p:cNvPr id="283" name="Google Shape;283;g13615080cd1_0_190"/>
          <p:cNvPicPr preferRelativeResize="0"/>
          <p:nvPr/>
        </p:nvPicPr>
        <p:blipFill rotWithShape="1">
          <a:blip r:embed="rId3">
            <a:alphaModFix/>
          </a:blip>
          <a:srcRect/>
          <a:stretch/>
        </p:blipFill>
        <p:spPr>
          <a:xfrm>
            <a:off x="6306702" y="300085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3"/>
                                        </p:tgtEl>
                                        <p:attrNameLst>
                                          <p:attrName>style.visibility</p:attrName>
                                        </p:attrNameLst>
                                      </p:cBhvr>
                                      <p:to>
                                        <p:strVal val="visible"/>
                                      </p:to>
                                    </p:set>
                                    <p:animEffect transition="in" filter="fade">
                                      <p:cBhvr>
                                        <p:cTn id="7" dur="1000"/>
                                        <p:tgtEl>
                                          <p:spTgt spid="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g13615080cd1_0_196"/>
          <p:cNvSpPr txBox="1">
            <a:spLocks noGrp="1"/>
          </p:cNvSpPr>
          <p:nvPr>
            <p:ph idx="1"/>
          </p:nvPr>
        </p:nvSpPr>
        <p:spPr>
          <a:xfrm>
            <a:off x="244925" y="316975"/>
            <a:ext cx="11583600" cy="61089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en-US" sz="2100"/>
              <a:t>26. What will be the output of the following pseudocode?</a:t>
            </a:r>
            <a:endParaRPr sz="2100"/>
          </a:p>
          <a:p>
            <a:pPr marL="0" lvl="0" indent="0" algn="l" rtl="0">
              <a:lnSpc>
                <a:spcPct val="115000"/>
              </a:lnSpc>
              <a:spcBef>
                <a:spcPts val="1200"/>
              </a:spcBef>
              <a:spcAft>
                <a:spcPts val="0"/>
              </a:spcAft>
              <a:buClr>
                <a:schemeClr val="dk1"/>
              </a:buClr>
              <a:buSzPts val="1100"/>
              <a:buFont typeface="Arial"/>
              <a:buNone/>
            </a:pPr>
            <a:r>
              <a:rPr lang="en-US" sz="2100"/>
              <a:t>Integer a, b, c</a:t>
            </a:r>
            <a:endParaRPr sz="2100"/>
          </a:p>
          <a:p>
            <a:pPr marL="0" lvl="0" indent="0" algn="l" rtl="0">
              <a:lnSpc>
                <a:spcPct val="115000"/>
              </a:lnSpc>
              <a:spcBef>
                <a:spcPts val="1200"/>
              </a:spcBef>
              <a:spcAft>
                <a:spcPts val="0"/>
              </a:spcAft>
              <a:buClr>
                <a:schemeClr val="dk1"/>
              </a:buClr>
              <a:buSzPts val="1100"/>
              <a:buFont typeface="Arial"/>
              <a:buNone/>
            </a:pPr>
            <a:r>
              <a:rPr lang="en-US" sz="2100"/>
              <a:t>set a= 0, b= 2, c= 13</a:t>
            </a:r>
            <a:endParaRPr sz="2100"/>
          </a:p>
          <a:p>
            <a:pPr marL="0" lvl="0" indent="0" algn="l" rtl="0">
              <a:lnSpc>
                <a:spcPct val="115000"/>
              </a:lnSpc>
              <a:spcBef>
                <a:spcPts val="1200"/>
              </a:spcBef>
              <a:spcAft>
                <a:spcPts val="0"/>
              </a:spcAft>
              <a:buClr>
                <a:schemeClr val="dk1"/>
              </a:buClr>
              <a:buSzPts val="1100"/>
              <a:buFont typeface="Arial"/>
              <a:buNone/>
            </a:pPr>
            <a:r>
              <a:rPr lang="en-US" sz="2100"/>
              <a:t>if (( c-7) &lt; ( 7+c))</a:t>
            </a:r>
            <a:endParaRPr sz="2100"/>
          </a:p>
          <a:p>
            <a:pPr marL="0" lvl="0" indent="0" algn="l" rtl="0">
              <a:lnSpc>
                <a:spcPct val="115000"/>
              </a:lnSpc>
              <a:spcBef>
                <a:spcPts val="1200"/>
              </a:spcBef>
              <a:spcAft>
                <a:spcPts val="0"/>
              </a:spcAft>
              <a:buClr>
                <a:schemeClr val="dk1"/>
              </a:buClr>
              <a:buSzPts val="1100"/>
              <a:buFont typeface="Arial"/>
              <a:buNone/>
            </a:pPr>
            <a:r>
              <a:rPr lang="en-US" sz="2100"/>
              <a:t>if (( b^c) &lt; a)</a:t>
            </a:r>
            <a:endParaRPr sz="2100"/>
          </a:p>
          <a:p>
            <a:pPr marL="0" lvl="0" indent="0" algn="l" rtl="0">
              <a:lnSpc>
                <a:spcPct val="115000"/>
              </a:lnSpc>
              <a:spcBef>
                <a:spcPts val="1200"/>
              </a:spcBef>
              <a:spcAft>
                <a:spcPts val="0"/>
              </a:spcAft>
              <a:buClr>
                <a:schemeClr val="dk1"/>
              </a:buClr>
              <a:buSzPts val="1100"/>
              <a:buFont typeface="Arial"/>
              <a:buNone/>
            </a:pPr>
            <a:r>
              <a:rPr lang="en-US" sz="2100"/>
              <a:t>a= b</a:t>
            </a:r>
            <a:endParaRPr sz="2100"/>
          </a:p>
          <a:p>
            <a:pPr marL="0" lvl="0" indent="0" algn="l" rtl="0">
              <a:lnSpc>
                <a:spcPct val="115000"/>
              </a:lnSpc>
              <a:spcBef>
                <a:spcPts val="1200"/>
              </a:spcBef>
              <a:spcAft>
                <a:spcPts val="0"/>
              </a:spcAft>
              <a:buClr>
                <a:schemeClr val="dk1"/>
              </a:buClr>
              <a:buSzPts val="1100"/>
              <a:buFont typeface="Arial"/>
              <a:buNone/>
            </a:pPr>
            <a:r>
              <a:rPr lang="en-US" sz="2100"/>
              <a:t>a = a + a</a:t>
            </a:r>
            <a:endParaRPr sz="2100"/>
          </a:p>
          <a:p>
            <a:pPr marL="0" lvl="0" indent="0" algn="l" rtl="0">
              <a:lnSpc>
                <a:spcPct val="115000"/>
              </a:lnSpc>
              <a:spcBef>
                <a:spcPts val="1200"/>
              </a:spcBef>
              <a:spcAft>
                <a:spcPts val="0"/>
              </a:spcAft>
              <a:buClr>
                <a:schemeClr val="dk1"/>
              </a:buClr>
              <a:buSzPts val="1100"/>
              <a:buFont typeface="Arial"/>
              <a:buNone/>
            </a:pPr>
            <a:r>
              <a:rPr lang="en-US" sz="2100"/>
              <a:t>end if</a:t>
            </a:r>
            <a:endParaRPr sz="2100"/>
          </a:p>
          <a:p>
            <a:pPr marL="0" lvl="0" indent="0" algn="l" rtl="0">
              <a:lnSpc>
                <a:spcPct val="115000"/>
              </a:lnSpc>
              <a:spcBef>
                <a:spcPts val="1200"/>
              </a:spcBef>
              <a:spcAft>
                <a:spcPts val="0"/>
              </a:spcAft>
              <a:buClr>
                <a:schemeClr val="dk1"/>
              </a:buClr>
              <a:buSzPts val="1100"/>
              <a:buFont typeface="Arial"/>
              <a:buNone/>
            </a:pPr>
            <a:r>
              <a:rPr lang="en-US" sz="2100"/>
              <a:t>end if</a:t>
            </a:r>
            <a:endParaRPr sz="2100"/>
          </a:p>
          <a:p>
            <a:pPr marL="0" lvl="0" indent="0" algn="l" rtl="0">
              <a:lnSpc>
                <a:spcPct val="115000"/>
              </a:lnSpc>
              <a:spcBef>
                <a:spcPts val="1200"/>
              </a:spcBef>
              <a:spcAft>
                <a:spcPts val="0"/>
              </a:spcAft>
              <a:buClr>
                <a:schemeClr val="dk1"/>
              </a:buClr>
              <a:buSzPts val="1100"/>
              <a:buFont typeface="Arial"/>
              <a:buNone/>
            </a:pPr>
            <a:r>
              <a:rPr lang="en-US" sz="2100"/>
              <a:t>print a = b + c</a:t>
            </a:r>
            <a:endParaRPr sz="2100"/>
          </a:p>
          <a:p>
            <a:pPr marL="0" lvl="0" indent="0" algn="l" rtl="0">
              <a:spcBef>
                <a:spcPts val="1200"/>
              </a:spcBef>
              <a:spcAft>
                <a:spcPts val="0"/>
              </a:spcAft>
              <a:buNone/>
            </a:pPr>
            <a:endParaRPr sz="3800"/>
          </a:p>
        </p:txBody>
      </p:sp>
      <p:sp>
        <p:nvSpPr>
          <p:cNvPr id="290" name="Google Shape;290;g13615080cd1_0_196"/>
          <p:cNvSpPr txBox="1"/>
          <p:nvPr/>
        </p:nvSpPr>
        <p:spPr>
          <a:xfrm>
            <a:off x="7333450" y="2175550"/>
            <a:ext cx="8298900" cy="25704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a) 18</a:t>
            </a:r>
            <a:endParaRPr sz="20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b) 14</a:t>
            </a:r>
            <a:endParaRPr sz="20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c) 27</a:t>
            </a:r>
            <a:endParaRPr sz="20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d) 15</a:t>
            </a:r>
            <a:endParaRPr sz="2000">
              <a:solidFill>
                <a:schemeClr val="dk1"/>
              </a:solidFill>
              <a:latin typeface="Calibri"/>
              <a:ea typeface="Calibri"/>
              <a:cs typeface="Calibri"/>
              <a:sym typeface="Calibri"/>
            </a:endParaRPr>
          </a:p>
          <a:p>
            <a:pPr marL="0" lvl="0" indent="0" algn="l" rtl="0">
              <a:spcBef>
                <a:spcPts val="1200"/>
              </a:spcBef>
              <a:spcAft>
                <a:spcPts val="0"/>
              </a:spcAft>
              <a:buNone/>
            </a:pPr>
            <a:endParaRPr sz="2300">
              <a:latin typeface="Calibri"/>
              <a:ea typeface="Calibri"/>
              <a:cs typeface="Calibri"/>
              <a:sym typeface="Calibri"/>
            </a:endParaRPr>
          </a:p>
        </p:txBody>
      </p:sp>
      <p:pic>
        <p:nvPicPr>
          <p:cNvPr id="291" name="Google Shape;291;g13615080cd1_0_196"/>
          <p:cNvPicPr preferRelativeResize="0"/>
          <p:nvPr/>
        </p:nvPicPr>
        <p:blipFill rotWithShape="1">
          <a:blip r:embed="rId3">
            <a:alphaModFix/>
          </a:blip>
          <a:srcRect/>
          <a:stretch/>
        </p:blipFill>
        <p:spPr>
          <a:xfrm>
            <a:off x="6998277" y="362040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1"/>
                                        </p:tgtEl>
                                        <p:attrNameLst>
                                          <p:attrName>style.visibility</p:attrName>
                                        </p:attrNameLst>
                                      </p:cBhvr>
                                      <p:to>
                                        <p:strVal val="visible"/>
                                      </p:to>
                                    </p:set>
                                    <p:animEffect transition="in" filter="fade">
                                      <p:cBhvr>
                                        <p:cTn id="7" dur="1000"/>
                                        <p:tgtEl>
                                          <p:spTgt spid="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g13615080cd1_0_202"/>
          <p:cNvSpPr txBox="1">
            <a:spLocks noGrp="1"/>
          </p:cNvSpPr>
          <p:nvPr>
            <p:ph idx="1"/>
          </p:nvPr>
        </p:nvSpPr>
        <p:spPr>
          <a:xfrm>
            <a:off x="201700" y="302550"/>
            <a:ext cx="11152200" cy="58743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100"/>
              <a:t>27. What will be the output of the following pseudocode?</a:t>
            </a:r>
            <a:endParaRPr sz="2100"/>
          </a:p>
          <a:p>
            <a:pPr marL="0" lvl="0" indent="0" algn="l" rtl="0">
              <a:lnSpc>
                <a:spcPct val="115000"/>
              </a:lnSpc>
              <a:spcBef>
                <a:spcPts val="1200"/>
              </a:spcBef>
              <a:spcAft>
                <a:spcPts val="0"/>
              </a:spcAft>
              <a:buClr>
                <a:schemeClr val="dk1"/>
              </a:buClr>
              <a:buSzPts val="1100"/>
              <a:buFont typeface="Arial"/>
              <a:buNone/>
            </a:pPr>
            <a:r>
              <a:rPr lang="en-US" sz="2100"/>
              <a:t>Integer a, b, c</a:t>
            </a:r>
            <a:endParaRPr sz="2100"/>
          </a:p>
          <a:p>
            <a:pPr marL="0" lvl="0" indent="0" algn="l" rtl="0">
              <a:lnSpc>
                <a:spcPct val="115000"/>
              </a:lnSpc>
              <a:spcBef>
                <a:spcPts val="1200"/>
              </a:spcBef>
              <a:spcAft>
                <a:spcPts val="0"/>
              </a:spcAft>
              <a:buClr>
                <a:schemeClr val="dk1"/>
              </a:buClr>
              <a:buSzPts val="1100"/>
              <a:buFont typeface="Arial"/>
              <a:buNone/>
            </a:pPr>
            <a:r>
              <a:rPr lang="en-US" sz="2100"/>
              <a:t>set a= 5, b = 4, c= 7</a:t>
            </a:r>
            <a:endParaRPr sz="2100"/>
          </a:p>
          <a:p>
            <a:pPr marL="0" lvl="0" indent="0" algn="l" rtl="0">
              <a:lnSpc>
                <a:spcPct val="115000"/>
              </a:lnSpc>
              <a:spcBef>
                <a:spcPts val="1200"/>
              </a:spcBef>
              <a:spcAft>
                <a:spcPts val="0"/>
              </a:spcAft>
              <a:buClr>
                <a:schemeClr val="dk1"/>
              </a:buClr>
              <a:buSzPts val="1100"/>
              <a:buFont typeface="Arial"/>
              <a:buNone/>
            </a:pPr>
            <a:r>
              <a:rPr lang="en-US" sz="2100"/>
              <a:t>for (each c from 5 to 8)</a:t>
            </a:r>
            <a:endParaRPr sz="2100"/>
          </a:p>
          <a:p>
            <a:pPr marL="0" lvl="0" indent="0" algn="l" rtl="0">
              <a:lnSpc>
                <a:spcPct val="115000"/>
              </a:lnSpc>
              <a:spcBef>
                <a:spcPts val="1200"/>
              </a:spcBef>
              <a:spcAft>
                <a:spcPts val="0"/>
              </a:spcAft>
              <a:buClr>
                <a:schemeClr val="dk1"/>
              </a:buClr>
              <a:buSzPts val="1100"/>
              <a:buFont typeface="Arial"/>
              <a:buNone/>
            </a:pPr>
            <a:r>
              <a:rPr lang="en-US" sz="2100"/>
              <a:t>a= 7</a:t>
            </a:r>
            <a:endParaRPr sz="2100"/>
          </a:p>
          <a:p>
            <a:pPr marL="0" lvl="0" indent="0" algn="l" rtl="0">
              <a:lnSpc>
                <a:spcPct val="115000"/>
              </a:lnSpc>
              <a:spcBef>
                <a:spcPts val="1200"/>
              </a:spcBef>
              <a:spcAft>
                <a:spcPts val="0"/>
              </a:spcAft>
              <a:buClr>
                <a:schemeClr val="dk1"/>
              </a:buClr>
              <a:buSzPts val="1100"/>
              <a:buFont typeface="Arial"/>
              <a:buNone/>
            </a:pPr>
            <a:r>
              <a:rPr lang="en-US" sz="2100"/>
              <a:t>end for</a:t>
            </a:r>
            <a:endParaRPr sz="2100"/>
          </a:p>
          <a:p>
            <a:pPr marL="0" lvl="0" indent="0" algn="l" rtl="0">
              <a:lnSpc>
                <a:spcPct val="115000"/>
              </a:lnSpc>
              <a:spcBef>
                <a:spcPts val="1200"/>
              </a:spcBef>
              <a:spcAft>
                <a:spcPts val="0"/>
              </a:spcAft>
              <a:buClr>
                <a:schemeClr val="dk1"/>
              </a:buClr>
              <a:buSzPts val="1100"/>
              <a:buFont typeface="Arial"/>
              <a:buNone/>
            </a:pPr>
            <a:r>
              <a:rPr lang="en-US" sz="2100"/>
              <a:t>for ( each c from 5 to 8)</a:t>
            </a:r>
            <a:endParaRPr sz="2100"/>
          </a:p>
          <a:p>
            <a:pPr marL="0" lvl="0" indent="0" algn="l" rtl="0">
              <a:lnSpc>
                <a:spcPct val="115000"/>
              </a:lnSpc>
              <a:spcBef>
                <a:spcPts val="1200"/>
              </a:spcBef>
              <a:spcAft>
                <a:spcPts val="0"/>
              </a:spcAft>
              <a:buClr>
                <a:schemeClr val="dk1"/>
              </a:buClr>
              <a:buSzPts val="1100"/>
              <a:buFont typeface="Arial"/>
              <a:buNone/>
            </a:pPr>
            <a:r>
              <a:rPr lang="en-US" sz="2100"/>
              <a:t>a = b ^a</a:t>
            </a:r>
            <a:endParaRPr sz="2100"/>
          </a:p>
          <a:p>
            <a:pPr marL="0" lvl="0" indent="0" algn="l" rtl="0">
              <a:lnSpc>
                <a:spcPct val="115000"/>
              </a:lnSpc>
              <a:spcBef>
                <a:spcPts val="1200"/>
              </a:spcBef>
              <a:spcAft>
                <a:spcPts val="0"/>
              </a:spcAft>
              <a:buClr>
                <a:schemeClr val="dk1"/>
              </a:buClr>
              <a:buSzPts val="1100"/>
              <a:buFont typeface="Arial"/>
              <a:buNone/>
            </a:pPr>
            <a:r>
              <a:rPr lang="en-US" sz="2100"/>
              <a:t>a= 1 + c</a:t>
            </a:r>
            <a:endParaRPr sz="2100"/>
          </a:p>
          <a:p>
            <a:pPr marL="0" lvl="0" indent="0" algn="l" rtl="0">
              <a:lnSpc>
                <a:spcPct val="115000"/>
              </a:lnSpc>
              <a:spcBef>
                <a:spcPts val="1200"/>
              </a:spcBef>
              <a:spcAft>
                <a:spcPts val="0"/>
              </a:spcAft>
              <a:buClr>
                <a:schemeClr val="dk1"/>
              </a:buClr>
              <a:buSzPts val="1100"/>
              <a:buFont typeface="Arial"/>
              <a:buNone/>
            </a:pPr>
            <a:r>
              <a:rPr lang="en-US" sz="2100"/>
              <a:t>end for</a:t>
            </a:r>
            <a:endParaRPr sz="2100"/>
          </a:p>
          <a:p>
            <a:pPr marL="0" lvl="0" indent="0" algn="l" rtl="0">
              <a:lnSpc>
                <a:spcPct val="115000"/>
              </a:lnSpc>
              <a:spcBef>
                <a:spcPts val="1200"/>
              </a:spcBef>
              <a:spcAft>
                <a:spcPts val="0"/>
              </a:spcAft>
              <a:buClr>
                <a:schemeClr val="dk1"/>
              </a:buClr>
              <a:buSzPts val="1100"/>
              <a:buFont typeface="Arial"/>
              <a:buNone/>
            </a:pPr>
            <a:r>
              <a:rPr lang="en-US" sz="2100"/>
              <a:t>print a + b</a:t>
            </a:r>
            <a:endParaRPr sz="2100"/>
          </a:p>
          <a:p>
            <a:pPr marL="0" lvl="0" indent="0" algn="l" rtl="0">
              <a:spcBef>
                <a:spcPts val="1200"/>
              </a:spcBef>
              <a:spcAft>
                <a:spcPts val="0"/>
              </a:spcAft>
              <a:buNone/>
            </a:pPr>
            <a:endParaRPr sz="3800"/>
          </a:p>
        </p:txBody>
      </p:sp>
      <p:sp>
        <p:nvSpPr>
          <p:cNvPr id="298" name="Google Shape;298;g13615080cd1_0_202"/>
          <p:cNvSpPr txBox="1"/>
          <p:nvPr/>
        </p:nvSpPr>
        <p:spPr>
          <a:xfrm>
            <a:off x="4941800" y="1988250"/>
            <a:ext cx="8298900" cy="24843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a) 17</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b) 22</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c) -9</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d) 13</a:t>
            </a:r>
            <a:endParaRPr sz="1900">
              <a:solidFill>
                <a:schemeClr val="dk1"/>
              </a:solidFill>
              <a:latin typeface="Calibri"/>
              <a:ea typeface="Calibri"/>
              <a:cs typeface="Calibri"/>
              <a:sym typeface="Calibri"/>
            </a:endParaRPr>
          </a:p>
          <a:p>
            <a:pPr marL="0" lvl="0" indent="0" algn="l" rtl="0">
              <a:spcBef>
                <a:spcPts val="1200"/>
              </a:spcBef>
              <a:spcAft>
                <a:spcPts val="0"/>
              </a:spcAft>
              <a:buNone/>
            </a:pPr>
            <a:endParaRPr sz="2200">
              <a:latin typeface="Calibri"/>
              <a:ea typeface="Calibri"/>
              <a:cs typeface="Calibri"/>
              <a:sym typeface="Calibri"/>
            </a:endParaRPr>
          </a:p>
        </p:txBody>
      </p:sp>
      <p:pic>
        <p:nvPicPr>
          <p:cNvPr id="299" name="Google Shape;299;g13615080cd1_0_202"/>
          <p:cNvPicPr preferRelativeResize="0"/>
          <p:nvPr/>
        </p:nvPicPr>
        <p:blipFill rotWithShape="1">
          <a:blip r:embed="rId3">
            <a:alphaModFix/>
          </a:blip>
          <a:srcRect/>
          <a:stretch/>
        </p:blipFill>
        <p:spPr>
          <a:xfrm>
            <a:off x="4606602" y="3332233"/>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9"/>
                                        </p:tgtEl>
                                        <p:attrNameLst>
                                          <p:attrName>style.visibility</p:attrName>
                                        </p:attrNameLst>
                                      </p:cBhvr>
                                      <p:to>
                                        <p:strVal val="visible"/>
                                      </p:to>
                                    </p:set>
                                    <p:animEffect transition="in" filter="fade">
                                      <p:cBhvr>
                                        <p:cTn id="7" dur="1000"/>
                                        <p:tgtEl>
                                          <p:spTgt spid="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g13615080cd1_0_208"/>
          <p:cNvSpPr txBox="1">
            <a:spLocks noGrp="1"/>
          </p:cNvSpPr>
          <p:nvPr>
            <p:ph idx="1"/>
          </p:nvPr>
        </p:nvSpPr>
        <p:spPr>
          <a:xfrm>
            <a:off x="259325" y="374600"/>
            <a:ext cx="11094600" cy="5802300"/>
          </a:xfrm>
          <a:prstGeom prst="rect">
            <a:avLst/>
          </a:prstGeom>
        </p:spPr>
        <p:txBody>
          <a:bodyPr spcFirstLastPara="1" wrap="square" lIns="91425" tIns="45700" rIns="91425" bIns="45700" anchor="t" anchorCtr="0">
            <a:noAutofit/>
          </a:bodyPr>
          <a:lstStyle/>
          <a:p>
            <a:pPr marL="0" lvl="0" indent="0" algn="l" rtl="0">
              <a:lnSpc>
                <a:spcPct val="95000"/>
              </a:lnSpc>
              <a:spcBef>
                <a:spcPts val="1200"/>
              </a:spcBef>
              <a:spcAft>
                <a:spcPts val="0"/>
              </a:spcAft>
              <a:buClr>
                <a:schemeClr val="dk1"/>
              </a:buClr>
              <a:buSzPts val="1100"/>
              <a:buFont typeface="Arial"/>
              <a:buNone/>
            </a:pPr>
            <a:r>
              <a:rPr lang="en-US" sz="2200"/>
              <a:t>28. What will be the output of the following pseudocode?</a:t>
            </a:r>
            <a:endParaRPr sz="2200"/>
          </a:p>
          <a:p>
            <a:pPr marL="0" lvl="0" indent="0" algn="l" rtl="0">
              <a:lnSpc>
                <a:spcPct val="95000"/>
              </a:lnSpc>
              <a:spcBef>
                <a:spcPts val="1200"/>
              </a:spcBef>
              <a:spcAft>
                <a:spcPts val="0"/>
              </a:spcAft>
              <a:buClr>
                <a:schemeClr val="dk1"/>
              </a:buClr>
              <a:buSzPts val="1100"/>
              <a:buFont typeface="Arial"/>
              <a:buNone/>
            </a:pPr>
            <a:r>
              <a:rPr lang="en-US" sz="2200"/>
              <a:t>Integer a, b, c</a:t>
            </a:r>
            <a:endParaRPr sz="2200"/>
          </a:p>
          <a:p>
            <a:pPr marL="0" lvl="0" indent="0" algn="l" rtl="0">
              <a:lnSpc>
                <a:spcPct val="95000"/>
              </a:lnSpc>
              <a:spcBef>
                <a:spcPts val="1200"/>
              </a:spcBef>
              <a:spcAft>
                <a:spcPts val="0"/>
              </a:spcAft>
              <a:buClr>
                <a:schemeClr val="dk1"/>
              </a:buClr>
              <a:buSzPts val="1100"/>
              <a:buFont typeface="Arial"/>
              <a:buNone/>
            </a:pPr>
            <a:r>
              <a:rPr lang="en-US" sz="2200"/>
              <a:t>set a= 1, b= 5</a:t>
            </a:r>
            <a:endParaRPr sz="2200"/>
          </a:p>
          <a:p>
            <a:pPr marL="0" lvl="0" indent="0" algn="l" rtl="0">
              <a:lnSpc>
                <a:spcPct val="95000"/>
              </a:lnSpc>
              <a:spcBef>
                <a:spcPts val="1200"/>
              </a:spcBef>
              <a:spcAft>
                <a:spcPts val="0"/>
              </a:spcAft>
              <a:buClr>
                <a:schemeClr val="dk1"/>
              </a:buClr>
              <a:buSzPts val="1100"/>
              <a:buFont typeface="Arial"/>
              <a:buNone/>
            </a:pPr>
            <a:r>
              <a:rPr lang="en-US" sz="2200"/>
              <a:t>for (each c from 6 to 7)</a:t>
            </a:r>
            <a:endParaRPr sz="2200"/>
          </a:p>
          <a:p>
            <a:pPr marL="0" lvl="0" indent="0" algn="l" rtl="0">
              <a:lnSpc>
                <a:spcPct val="95000"/>
              </a:lnSpc>
              <a:spcBef>
                <a:spcPts val="1200"/>
              </a:spcBef>
              <a:spcAft>
                <a:spcPts val="0"/>
              </a:spcAft>
              <a:buClr>
                <a:schemeClr val="dk1"/>
              </a:buClr>
              <a:buSzPts val="1100"/>
              <a:buFont typeface="Arial"/>
              <a:buNone/>
            </a:pPr>
            <a:r>
              <a:rPr lang="en-US" sz="2200"/>
              <a:t>a = a &amp; c</a:t>
            </a:r>
            <a:endParaRPr sz="2200"/>
          </a:p>
          <a:p>
            <a:pPr marL="0" lvl="0" indent="0" algn="l" rtl="0">
              <a:lnSpc>
                <a:spcPct val="95000"/>
              </a:lnSpc>
              <a:spcBef>
                <a:spcPts val="1200"/>
              </a:spcBef>
              <a:spcAft>
                <a:spcPts val="0"/>
              </a:spcAft>
              <a:buClr>
                <a:schemeClr val="dk1"/>
              </a:buClr>
              <a:buSzPts val="1100"/>
              <a:buFont typeface="Arial"/>
              <a:buNone/>
            </a:pPr>
            <a:r>
              <a:rPr lang="en-US" sz="2200"/>
              <a:t>a = a + c</a:t>
            </a:r>
            <a:endParaRPr sz="2200"/>
          </a:p>
          <a:p>
            <a:pPr marL="0" lvl="0" indent="0" algn="l" rtl="0">
              <a:lnSpc>
                <a:spcPct val="95000"/>
              </a:lnSpc>
              <a:spcBef>
                <a:spcPts val="1200"/>
              </a:spcBef>
              <a:spcAft>
                <a:spcPts val="0"/>
              </a:spcAft>
              <a:buClr>
                <a:schemeClr val="dk1"/>
              </a:buClr>
              <a:buSzPts val="1100"/>
              <a:buFont typeface="Arial"/>
              <a:buNone/>
            </a:pPr>
            <a:r>
              <a:rPr lang="en-US" sz="2200"/>
              <a:t>end for</a:t>
            </a:r>
            <a:endParaRPr sz="2200"/>
          </a:p>
          <a:p>
            <a:pPr marL="0" lvl="0" indent="0" algn="l" rtl="0">
              <a:lnSpc>
                <a:spcPct val="95000"/>
              </a:lnSpc>
              <a:spcBef>
                <a:spcPts val="1200"/>
              </a:spcBef>
              <a:spcAft>
                <a:spcPts val="0"/>
              </a:spcAft>
              <a:buClr>
                <a:schemeClr val="dk1"/>
              </a:buClr>
              <a:buSzPts val="1100"/>
              <a:buFont typeface="Arial"/>
              <a:buNone/>
            </a:pPr>
            <a:r>
              <a:rPr lang="en-US" sz="2200"/>
              <a:t>print a + b</a:t>
            </a:r>
            <a:endParaRPr sz="2200"/>
          </a:p>
          <a:p>
            <a:pPr marL="457200" lvl="0" indent="-228600" algn="l" rtl="0">
              <a:lnSpc>
                <a:spcPct val="95000"/>
              </a:lnSpc>
              <a:spcBef>
                <a:spcPts val="1200"/>
              </a:spcBef>
              <a:spcAft>
                <a:spcPts val="0"/>
              </a:spcAft>
              <a:buClr>
                <a:schemeClr val="dk1"/>
              </a:buClr>
              <a:buSzPts val="1100"/>
              <a:buFont typeface="Arial"/>
              <a:buNone/>
            </a:pPr>
            <a:r>
              <a:rPr lang="en-US" sz="2200"/>
              <a:t>a) 19</a:t>
            </a:r>
            <a:endParaRPr sz="2200"/>
          </a:p>
          <a:p>
            <a:pPr marL="457200" lvl="0" indent="-228600" algn="l" rtl="0">
              <a:lnSpc>
                <a:spcPct val="95000"/>
              </a:lnSpc>
              <a:spcBef>
                <a:spcPts val="1200"/>
              </a:spcBef>
              <a:spcAft>
                <a:spcPts val="0"/>
              </a:spcAft>
              <a:buClr>
                <a:schemeClr val="dk1"/>
              </a:buClr>
              <a:buSzPts val="1100"/>
              <a:buFont typeface="Arial"/>
              <a:buNone/>
            </a:pPr>
            <a:r>
              <a:rPr lang="en-US" sz="2200"/>
              <a:t>b) 18</a:t>
            </a:r>
            <a:endParaRPr sz="2200"/>
          </a:p>
          <a:p>
            <a:pPr marL="457200" lvl="0" indent="-228600" algn="l" rtl="0">
              <a:lnSpc>
                <a:spcPct val="95000"/>
              </a:lnSpc>
              <a:spcBef>
                <a:spcPts val="1200"/>
              </a:spcBef>
              <a:spcAft>
                <a:spcPts val="0"/>
              </a:spcAft>
              <a:buClr>
                <a:schemeClr val="dk1"/>
              </a:buClr>
              <a:buSzPts val="1100"/>
              <a:buFont typeface="Arial"/>
              <a:buNone/>
            </a:pPr>
            <a:r>
              <a:rPr lang="en-US" sz="2200"/>
              <a:t>c) 36</a:t>
            </a:r>
            <a:endParaRPr sz="2200"/>
          </a:p>
          <a:p>
            <a:pPr marL="457200" lvl="0" indent="-228600" algn="l" rtl="0">
              <a:lnSpc>
                <a:spcPct val="95000"/>
              </a:lnSpc>
              <a:spcBef>
                <a:spcPts val="1200"/>
              </a:spcBef>
              <a:spcAft>
                <a:spcPts val="0"/>
              </a:spcAft>
              <a:buClr>
                <a:schemeClr val="dk1"/>
              </a:buClr>
              <a:buSzPts val="1100"/>
              <a:buFont typeface="Arial"/>
              <a:buNone/>
            </a:pPr>
            <a:r>
              <a:rPr lang="en-US" sz="2200"/>
              <a:t>d) 14</a:t>
            </a:r>
            <a:endParaRPr sz="2200"/>
          </a:p>
          <a:p>
            <a:pPr marL="0" lvl="0" indent="0" algn="l" rtl="0">
              <a:lnSpc>
                <a:spcPct val="70000"/>
              </a:lnSpc>
              <a:spcBef>
                <a:spcPts val="1200"/>
              </a:spcBef>
              <a:spcAft>
                <a:spcPts val="0"/>
              </a:spcAft>
              <a:buNone/>
            </a:pPr>
            <a:endParaRPr sz="3900"/>
          </a:p>
        </p:txBody>
      </p:sp>
      <p:pic>
        <p:nvPicPr>
          <p:cNvPr id="306" name="Google Shape;306;g13615080cd1_0_208"/>
          <p:cNvPicPr preferRelativeResize="0"/>
          <p:nvPr/>
        </p:nvPicPr>
        <p:blipFill rotWithShape="1">
          <a:blip r:embed="rId3">
            <a:alphaModFix/>
          </a:blip>
          <a:srcRect/>
          <a:stretch/>
        </p:blipFill>
        <p:spPr>
          <a:xfrm>
            <a:off x="1364902" y="4639183"/>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6"/>
                                        </p:tgtEl>
                                        <p:attrNameLst>
                                          <p:attrName>style.visibility</p:attrName>
                                        </p:attrNameLst>
                                      </p:cBhvr>
                                      <p:to>
                                        <p:strVal val="visible"/>
                                      </p:to>
                                    </p:set>
                                    <p:animEffect transition="in" filter="fade">
                                      <p:cBhvr>
                                        <p:cTn id="7" dur="1000"/>
                                        <p:tgtEl>
                                          <p:spTgt spid="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g13615080cd1_0_214"/>
          <p:cNvSpPr txBox="1">
            <a:spLocks noGrp="1"/>
          </p:cNvSpPr>
          <p:nvPr>
            <p:ph idx="1"/>
          </p:nvPr>
        </p:nvSpPr>
        <p:spPr>
          <a:xfrm>
            <a:off x="259325" y="360200"/>
            <a:ext cx="11094600" cy="58167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a:t>29. What will be the output of the following pseudocode?</a:t>
            </a:r>
            <a:endParaRPr sz="2000"/>
          </a:p>
          <a:p>
            <a:pPr marL="0" lvl="0" indent="0" algn="l" rtl="0">
              <a:lnSpc>
                <a:spcPct val="115000"/>
              </a:lnSpc>
              <a:spcBef>
                <a:spcPts val="1200"/>
              </a:spcBef>
              <a:spcAft>
                <a:spcPts val="0"/>
              </a:spcAft>
              <a:buClr>
                <a:schemeClr val="dk1"/>
              </a:buClr>
              <a:buSzPts val="1100"/>
              <a:buFont typeface="Arial"/>
              <a:buNone/>
            </a:pPr>
            <a:r>
              <a:rPr lang="en-US" sz="2000"/>
              <a:t>Integer p, q, r</a:t>
            </a:r>
            <a:endParaRPr sz="2000"/>
          </a:p>
          <a:p>
            <a:pPr marL="0" lvl="0" indent="0" algn="l" rtl="0">
              <a:lnSpc>
                <a:spcPct val="115000"/>
              </a:lnSpc>
              <a:spcBef>
                <a:spcPts val="1200"/>
              </a:spcBef>
              <a:spcAft>
                <a:spcPts val="0"/>
              </a:spcAft>
              <a:buClr>
                <a:schemeClr val="dk1"/>
              </a:buClr>
              <a:buSzPts val="1100"/>
              <a:buFont typeface="Arial"/>
              <a:buNone/>
            </a:pPr>
            <a:r>
              <a:rPr lang="en-US" sz="2000"/>
              <a:t>set p= 1, q= 4, r= 2</a:t>
            </a:r>
            <a:endParaRPr sz="2000"/>
          </a:p>
          <a:p>
            <a:pPr marL="0" lvl="0" indent="0" algn="l" rtl="0">
              <a:lnSpc>
                <a:spcPct val="115000"/>
              </a:lnSpc>
              <a:spcBef>
                <a:spcPts val="1200"/>
              </a:spcBef>
              <a:spcAft>
                <a:spcPts val="0"/>
              </a:spcAft>
              <a:buClr>
                <a:schemeClr val="dk1"/>
              </a:buClr>
              <a:buSzPts val="1100"/>
              <a:buFont typeface="Arial"/>
              <a:buNone/>
            </a:pPr>
            <a:r>
              <a:rPr lang="en-US" sz="2000"/>
              <a:t>if ( p&amp;q)</a:t>
            </a:r>
            <a:endParaRPr sz="2000"/>
          </a:p>
          <a:p>
            <a:pPr marL="0" lvl="0" indent="0" algn="l" rtl="0">
              <a:lnSpc>
                <a:spcPct val="115000"/>
              </a:lnSpc>
              <a:spcBef>
                <a:spcPts val="1200"/>
              </a:spcBef>
              <a:spcAft>
                <a:spcPts val="0"/>
              </a:spcAft>
              <a:buClr>
                <a:schemeClr val="dk1"/>
              </a:buClr>
              <a:buSzPts val="1100"/>
              <a:buFont typeface="Arial"/>
              <a:buNone/>
            </a:pPr>
            <a:r>
              <a:rPr lang="en-US" sz="2000"/>
              <a:t>r =p&amp;q</a:t>
            </a:r>
            <a:endParaRPr sz="2000"/>
          </a:p>
          <a:p>
            <a:pPr marL="0" lvl="0" indent="0" algn="l" rtl="0">
              <a:lnSpc>
                <a:spcPct val="115000"/>
              </a:lnSpc>
              <a:spcBef>
                <a:spcPts val="1200"/>
              </a:spcBef>
              <a:spcAft>
                <a:spcPts val="0"/>
              </a:spcAft>
              <a:buClr>
                <a:schemeClr val="dk1"/>
              </a:buClr>
              <a:buSzPts val="1100"/>
              <a:buFont typeface="Arial"/>
              <a:buNone/>
            </a:pPr>
            <a:r>
              <a:rPr lang="en-US" sz="2000"/>
              <a:t>end if</a:t>
            </a:r>
            <a:endParaRPr sz="2000"/>
          </a:p>
          <a:p>
            <a:pPr marL="0" lvl="0" indent="0" algn="l" rtl="0">
              <a:lnSpc>
                <a:spcPct val="115000"/>
              </a:lnSpc>
              <a:spcBef>
                <a:spcPts val="1200"/>
              </a:spcBef>
              <a:spcAft>
                <a:spcPts val="0"/>
              </a:spcAft>
              <a:buClr>
                <a:schemeClr val="dk1"/>
              </a:buClr>
              <a:buSzPts val="1100"/>
              <a:buFont typeface="Arial"/>
              <a:buNone/>
            </a:pPr>
            <a:r>
              <a:rPr lang="en-US" sz="2000"/>
              <a:t>print r- p - q</a:t>
            </a:r>
            <a:endParaRPr sz="2000"/>
          </a:p>
          <a:p>
            <a:pPr marL="457200" lvl="0" indent="-228600" algn="l" rtl="0">
              <a:lnSpc>
                <a:spcPct val="115000"/>
              </a:lnSpc>
              <a:spcBef>
                <a:spcPts val="1200"/>
              </a:spcBef>
              <a:spcAft>
                <a:spcPts val="0"/>
              </a:spcAft>
              <a:buClr>
                <a:schemeClr val="dk1"/>
              </a:buClr>
              <a:buSzPts val="1100"/>
              <a:buFont typeface="Arial"/>
              <a:buNone/>
            </a:pPr>
            <a:r>
              <a:rPr lang="en-US" sz="2000"/>
              <a:t>a) 11</a:t>
            </a:r>
            <a:endParaRPr sz="2000"/>
          </a:p>
          <a:p>
            <a:pPr marL="457200" lvl="0" indent="-228600" algn="l" rtl="0">
              <a:lnSpc>
                <a:spcPct val="115000"/>
              </a:lnSpc>
              <a:spcBef>
                <a:spcPts val="1200"/>
              </a:spcBef>
              <a:spcAft>
                <a:spcPts val="0"/>
              </a:spcAft>
              <a:buClr>
                <a:schemeClr val="dk1"/>
              </a:buClr>
              <a:buSzPts val="1100"/>
              <a:buFont typeface="Arial"/>
              <a:buNone/>
            </a:pPr>
            <a:r>
              <a:rPr lang="en-US" sz="2000"/>
              <a:t>b) 3</a:t>
            </a:r>
            <a:endParaRPr sz="2000"/>
          </a:p>
          <a:p>
            <a:pPr marL="457200" lvl="0" indent="-228600" algn="l" rtl="0">
              <a:lnSpc>
                <a:spcPct val="115000"/>
              </a:lnSpc>
              <a:spcBef>
                <a:spcPts val="1200"/>
              </a:spcBef>
              <a:spcAft>
                <a:spcPts val="0"/>
              </a:spcAft>
              <a:buClr>
                <a:schemeClr val="dk1"/>
              </a:buClr>
              <a:buSzPts val="1100"/>
              <a:buFont typeface="Arial"/>
              <a:buNone/>
            </a:pPr>
            <a:r>
              <a:rPr lang="en-US" sz="2000"/>
              <a:t>c) -9</a:t>
            </a:r>
            <a:endParaRPr sz="2000"/>
          </a:p>
          <a:p>
            <a:pPr marL="457200" lvl="0" indent="-228600" algn="l" rtl="0">
              <a:lnSpc>
                <a:spcPct val="115000"/>
              </a:lnSpc>
              <a:spcBef>
                <a:spcPts val="1200"/>
              </a:spcBef>
              <a:spcAft>
                <a:spcPts val="0"/>
              </a:spcAft>
              <a:buClr>
                <a:schemeClr val="dk1"/>
              </a:buClr>
              <a:buSzPts val="1100"/>
              <a:buFont typeface="Arial"/>
              <a:buNone/>
            </a:pPr>
            <a:r>
              <a:rPr lang="en-US" sz="2000"/>
              <a:t>d) -3</a:t>
            </a:r>
            <a:endParaRPr sz="2000"/>
          </a:p>
          <a:p>
            <a:pPr marL="0" lvl="0" indent="0" algn="l" rtl="0">
              <a:spcBef>
                <a:spcPts val="1200"/>
              </a:spcBef>
              <a:spcAft>
                <a:spcPts val="0"/>
              </a:spcAft>
              <a:buNone/>
            </a:pPr>
            <a:endParaRPr sz="3700"/>
          </a:p>
        </p:txBody>
      </p:sp>
      <p:pic>
        <p:nvPicPr>
          <p:cNvPr id="313" name="Google Shape;313;g13615080cd1_0_214"/>
          <p:cNvPicPr preferRelativeResize="0"/>
          <p:nvPr/>
        </p:nvPicPr>
        <p:blipFill rotWithShape="1">
          <a:blip r:embed="rId3">
            <a:alphaModFix/>
          </a:blip>
          <a:srcRect/>
          <a:stretch/>
        </p:blipFill>
        <p:spPr>
          <a:xfrm>
            <a:off x="1235252" y="534930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3"/>
                                        </p:tgtEl>
                                        <p:attrNameLst>
                                          <p:attrName>style.visibility</p:attrName>
                                        </p:attrNameLst>
                                      </p:cBhvr>
                                      <p:to>
                                        <p:strVal val="visible"/>
                                      </p:to>
                                    </p:set>
                                    <p:animEffect transition="in" filter="fade">
                                      <p:cBhvr>
                                        <p:cTn id="7" dur="1000"/>
                                        <p:tgtEl>
                                          <p:spTgt spid="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g13615080cd1_0_220"/>
          <p:cNvSpPr txBox="1">
            <a:spLocks noGrp="1"/>
          </p:cNvSpPr>
          <p:nvPr>
            <p:ph idx="1"/>
          </p:nvPr>
        </p:nvSpPr>
        <p:spPr>
          <a:xfrm>
            <a:off x="216125" y="360200"/>
            <a:ext cx="11137800" cy="58167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a:t>30. What will be the output of the following pseudocode?</a:t>
            </a:r>
            <a:endParaRPr sz="1900"/>
          </a:p>
          <a:p>
            <a:pPr marL="0" lvl="0" indent="0" algn="l" rtl="0">
              <a:lnSpc>
                <a:spcPct val="115000"/>
              </a:lnSpc>
              <a:spcBef>
                <a:spcPts val="1200"/>
              </a:spcBef>
              <a:spcAft>
                <a:spcPts val="0"/>
              </a:spcAft>
              <a:buClr>
                <a:schemeClr val="dk1"/>
              </a:buClr>
              <a:buSzPts val="1100"/>
              <a:buFont typeface="Arial"/>
              <a:buNone/>
            </a:pPr>
            <a:r>
              <a:rPr lang="en-US" sz="1900"/>
              <a:t>Integer j, m</a:t>
            </a:r>
            <a:endParaRPr sz="1900"/>
          </a:p>
          <a:p>
            <a:pPr marL="0" lvl="0" indent="0" algn="l" rtl="0">
              <a:lnSpc>
                <a:spcPct val="115000"/>
              </a:lnSpc>
              <a:spcBef>
                <a:spcPts val="1200"/>
              </a:spcBef>
              <a:spcAft>
                <a:spcPts val="0"/>
              </a:spcAft>
              <a:buClr>
                <a:schemeClr val="dk1"/>
              </a:buClr>
              <a:buSzPts val="1100"/>
              <a:buFont typeface="Arial"/>
              <a:buNone/>
            </a:pPr>
            <a:r>
              <a:rPr lang="en-US" sz="1900"/>
              <a:t>set m = 1</a:t>
            </a:r>
            <a:endParaRPr sz="1900"/>
          </a:p>
          <a:p>
            <a:pPr marL="0" lvl="0" indent="0" algn="l" rtl="0">
              <a:lnSpc>
                <a:spcPct val="115000"/>
              </a:lnSpc>
              <a:spcBef>
                <a:spcPts val="1200"/>
              </a:spcBef>
              <a:spcAft>
                <a:spcPts val="0"/>
              </a:spcAft>
              <a:buClr>
                <a:schemeClr val="dk1"/>
              </a:buClr>
              <a:buSzPts val="1100"/>
              <a:buFont typeface="Arial"/>
              <a:buNone/>
            </a:pPr>
            <a:r>
              <a:rPr lang="en-US" sz="1900"/>
              <a:t>integer a[4] = { 0, 1, 0, 2}</a:t>
            </a:r>
            <a:endParaRPr sz="1900"/>
          </a:p>
          <a:p>
            <a:pPr marL="0" lvl="0" indent="0" algn="l" rtl="0">
              <a:lnSpc>
                <a:spcPct val="115000"/>
              </a:lnSpc>
              <a:spcBef>
                <a:spcPts val="1200"/>
              </a:spcBef>
              <a:spcAft>
                <a:spcPts val="0"/>
              </a:spcAft>
              <a:buClr>
                <a:schemeClr val="dk1"/>
              </a:buClr>
              <a:buSzPts val="1100"/>
              <a:buFont typeface="Arial"/>
              <a:buNone/>
            </a:pPr>
            <a:r>
              <a:rPr lang="en-US" sz="1900"/>
              <a:t>a[0] = a[ 2]</a:t>
            </a:r>
            <a:endParaRPr sz="1900"/>
          </a:p>
          <a:p>
            <a:pPr marL="0" lvl="0" indent="0" algn="l" rtl="0">
              <a:lnSpc>
                <a:spcPct val="115000"/>
              </a:lnSpc>
              <a:spcBef>
                <a:spcPts val="1200"/>
              </a:spcBef>
              <a:spcAft>
                <a:spcPts val="0"/>
              </a:spcAft>
              <a:buClr>
                <a:schemeClr val="dk1"/>
              </a:buClr>
              <a:buSzPts val="1100"/>
              <a:buFont typeface="Arial"/>
              <a:buNone/>
            </a:pPr>
            <a:r>
              <a:rPr lang="en-US" sz="1900"/>
              <a:t>a[1] = a[0]</a:t>
            </a:r>
            <a:endParaRPr sz="1900"/>
          </a:p>
          <a:p>
            <a:pPr marL="0" lvl="0" indent="0" algn="l" rtl="0">
              <a:lnSpc>
                <a:spcPct val="115000"/>
              </a:lnSpc>
              <a:spcBef>
                <a:spcPts val="1200"/>
              </a:spcBef>
              <a:spcAft>
                <a:spcPts val="0"/>
              </a:spcAft>
              <a:buClr>
                <a:schemeClr val="dk1"/>
              </a:buClr>
              <a:buSzPts val="1100"/>
              <a:buFont typeface="Arial"/>
              <a:buNone/>
            </a:pPr>
            <a:r>
              <a:rPr lang="en-US" sz="1900"/>
              <a:t>a[2] = a[1]</a:t>
            </a:r>
            <a:endParaRPr sz="1900"/>
          </a:p>
          <a:p>
            <a:pPr marL="0" lvl="0" indent="0" algn="l" rtl="0">
              <a:lnSpc>
                <a:spcPct val="115000"/>
              </a:lnSpc>
              <a:spcBef>
                <a:spcPts val="1200"/>
              </a:spcBef>
              <a:spcAft>
                <a:spcPts val="0"/>
              </a:spcAft>
              <a:buClr>
                <a:schemeClr val="dk1"/>
              </a:buClr>
              <a:buSzPts val="1100"/>
              <a:buFont typeface="Arial"/>
              <a:buNone/>
            </a:pPr>
            <a:r>
              <a:rPr lang="en-US" sz="1900"/>
              <a:t>a[3] = a[2]</a:t>
            </a:r>
            <a:endParaRPr sz="1900"/>
          </a:p>
          <a:p>
            <a:pPr marL="0" lvl="0" indent="0" algn="l" rtl="0">
              <a:lnSpc>
                <a:spcPct val="115000"/>
              </a:lnSpc>
              <a:spcBef>
                <a:spcPts val="1200"/>
              </a:spcBef>
              <a:spcAft>
                <a:spcPts val="0"/>
              </a:spcAft>
              <a:buClr>
                <a:schemeClr val="dk1"/>
              </a:buClr>
              <a:buSzPts val="1100"/>
              <a:buFont typeface="Arial"/>
              <a:buNone/>
            </a:pPr>
            <a:r>
              <a:rPr lang="en-US" sz="1900"/>
              <a:t>m= a[3]</a:t>
            </a:r>
            <a:endParaRPr sz="1900"/>
          </a:p>
          <a:p>
            <a:pPr marL="0" lvl="0" indent="0" algn="l" rtl="0">
              <a:lnSpc>
                <a:spcPct val="115000"/>
              </a:lnSpc>
              <a:spcBef>
                <a:spcPts val="1200"/>
              </a:spcBef>
              <a:spcAft>
                <a:spcPts val="0"/>
              </a:spcAft>
              <a:buClr>
                <a:schemeClr val="dk1"/>
              </a:buClr>
              <a:buSzPts val="1100"/>
              <a:buFont typeface="Arial"/>
              <a:buNone/>
            </a:pPr>
            <a:r>
              <a:rPr lang="en-US" sz="1900"/>
              <a:t>if (m &gt; 0)</a:t>
            </a:r>
            <a:endParaRPr sz="1900"/>
          </a:p>
          <a:p>
            <a:pPr marL="0" lvl="0" indent="0" algn="l" rtl="0">
              <a:lnSpc>
                <a:spcPct val="115000"/>
              </a:lnSpc>
              <a:spcBef>
                <a:spcPts val="1200"/>
              </a:spcBef>
              <a:spcAft>
                <a:spcPts val="0"/>
              </a:spcAft>
              <a:buClr>
                <a:schemeClr val="dk1"/>
              </a:buClr>
              <a:buSzPts val="1100"/>
              <a:buFont typeface="Arial"/>
              <a:buNone/>
            </a:pPr>
            <a:r>
              <a:rPr lang="en-US" sz="1900"/>
              <a:t>m = m -1</a:t>
            </a:r>
            <a:endParaRPr sz="1900"/>
          </a:p>
          <a:p>
            <a:pPr marL="0" lvl="0" indent="0" algn="l" rtl="0">
              <a:lnSpc>
                <a:spcPct val="115000"/>
              </a:lnSpc>
              <a:spcBef>
                <a:spcPts val="1200"/>
              </a:spcBef>
              <a:spcAft>
                <a:spcPts val="0"/>
              </a:spcAft>
              <a:buClr>
                <a:schemeClr val="dk1"/>
              </a:buClr>
              <a:buSzPts val="1100"/>
              <a:buFont typeface="Arial"/>
              <a:buNone/>
            </a:pPr>
            <a:r>
              <a:rPr lang="en-US" sz="1900"/>
              <a:t>end if</a:t>
            </a:r>
            <a:endParaRPr sz="1900"/>
          </a:p>
          <a:p>
            <a:pPr marL="0" lvl="0" indent="0" algn="l" rtl="0">
              <a:lnSpc>
                <a:spcPct val="115000"/>
              </a:lnSpc>
              <a:spcBef>
                <a:spcPts val="1200"/>
              </a:spcBef>
              <a:spcAft>
                <a:spcPts val="0"/>
              </a:spcAft>
              <a:buClr>
                <a:schemeClr val="dk1"/>
              </a:buClr>
              <a:buSzPts val="1100"/>
              <a:buFont typeface="Arial"/>
              <a:buNone/>
            </a:pPr>
            <a:r>
              <a:rPr lang="en-US" sz="1900"/>
              <a:t>print m</a:t>
            </a:r>
            <a:endParaRPr sz="1900"/>
          </a:p>
          <a:p>
            <a:pPr marL="0" lvl="0" indent="0" algn="l" rtl="0">
              <a:spcBef>
                <a:spcPts val="1200"/>
              </a:spcBef>
              <a:spcAft>
                <a:spcPts val="0"/>
              </a:spcAft>
              <a:buNone/>
            </a:pPr>
            <a:endParaRPr sz="3600"/>
          </a:p>
        </p:txBody>
      </p:sp>
      <p:sp>
        <p:nvSpPr>
          <p:cNvPr id="320" name="Google Shape;320;g13615080cd1_0_220"/>
          <p:cNvSpPr txBox="1"/>
          <p:nvPr/>
        </p:nvSpPr>
        <p:spPr>
          <a:xfrm>
            <a:off x="5244375" y="1930625"/>
            <a:ext cx="8298900" cy="24843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a) -4</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b) 0</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c) 7</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d) 8</a:t>
            </a:r>
            <a:endParaRPr sz="1900">
              <a:solidFill>
                <a:schemeClr val="dk1"/>
              </a:solidFill>
              <a:latin typeface="Calibri"/>
              <a:ea typeface="Calibri"/>
              <a:cs typeface="Calibri"/>
              <a:sym typeface="Calibri"/>
            </a:endParaRPr>
          </a:p>
          <a:p>
            <a:pPr marL="0" lvl="0" indent="0" algn="l" rtl="0">
              <a:spcBef>
                <a:spcPts val="1200"/>
              </a:spcBef>
              <a:spcAft>
                <a:spcPts val="0"/>
              </a:spcAft>
              <a:buNone/>
            </a:pPr>
            <a:endParaRPr sz="2200">
              <a:latin typeface="Calibri"/>
              <a:ea typeface="Calibri"/>
              <a:cs typeface="Calibri"/>
              <a:sym typeface="Calibri"/>
            </a:endParaRPr>
          </a:p>
        </p:txBody>
      </p:sp>
      <p:pic>
        <p:nvPicPr>
          <p:cNvPr id="321" name="Google Shape;321;g13615080cd1_0_220"/>
          <p:cNvPicPr preferRelativeResize="0"/>
          <p:nvPr/>
        </p:nvPicPr>
        <p:blipFill rotWithShape="1">
          <a:blip r:embed="rId3">
            <a:alphaModFix/>
          </a:blip>
          <a:srcRect/>
          <a:stretch/>
        </p:blipFill>
        <p:spPr>
          <a:xfrm>
            <a:off x="4808327" y="233810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1"/>
                                        </p:tgtEl>
                                        <p:attrNameLst>
                                          <p:attrName>style.visibility</p:attrName>
                                        </p:attrNameLst>
                                      </p:cBhvr>
                                      <p:to>
                                        <p:strVal val="visible"/>
                                      </p:to>
                                    </p:set>
                                    <p:animEffect transition="in" filter="fade">
                                      <p:cBhvr>
                                        <p:cTn id="7" dur="1000"/>
                                        <p:tgtEl>
                                          <p:spTgt spid="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g13615080cd1_0_226"/>
          <p:cNvSpPr txBox="1">
            <a:spLocks noGrp="1"/>
          </p:cNvSpPr>
          <p:nvPr>
            <p:ph idx="1"/>
          </p:nvPr>
        </p:nvSpPr>
        <p:spPr>
          <a:xfrm>
            <a:off x="230525" y="259325"/>
            <a:ext cx="11123400" cy="59175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a:t>31. What will be the output of the following pseudocode?</a:t>
            </a:r>
            <a:endParaRPr sz="1900"/>
          </a:p>
          <a:p>
            <a:pPr marL="0" lvl="0" indent="0" algn="l" rtl="0">
              <a:lnSpc>
                <a:spcPct val="115000"/>
              </a:lnSpc>
              <a:spcBef>
                <a:spcPts val="1200"/>
              </a:spcBef>
              <a:spcAft>
                <a:spcPts val="0"/>
              </a:spcAft>
              <a:buClr>
                <a:schemeClr val="dk1"/>
              </a:buClr>
              <a:buSzPts val="1100"/>
              <a:buFont typeface="Arial"/>
              <a:buNone/>
            </a:pPr>
            <a:r>
              <a:rPr lang="en-US" sz="1900"/>
              <a:t>Integer pp, qq, rr</a:t>
            </a:r>
            <a:endParaRPr sz="1900"/>
          </a:p>
          <a:p>
            <a:pPr marL="0" lvl="0" indent="0" algn="l" rtl="0">
              <a:lnSpc>
                <a:spcPct val="115000"/>
              </a:lnSpc>
              <a:spcBef>
                <a:spcPts val="1200"/>
              </a:spcBef>
              <a:spcAft>
                <a:spcPts val="0"/>
              </a:spcAft>
              <a:buClr>
                <a:schemeClr val="dk1"/>
              </a:buClr>
              <a:buSzPts val="1100"/>
              <a:buFont typeface="Arial"/>
              <a:buNone/>
            </a:pPr>
            <a:r>
              <a:rPr lang="en-US" sz="1900"/>
              <a:t>set pp= 2, qq= 1</a:t>
            </a:r>
            <a:endParaRPr sz="1900"/>
          </a:p>
          <a:p>
            <a:pPr marL="0" lvl="0" indent="0" algn="l" rtl="0">
              <a:lnSpc>
                <a:spcPct val="115000"/>
              </a:lnSpc>
              <a:spcBef>
                <a:spcPts val="1200"/>
              </a:spcBef>
              <a:spcAft>
                <a:spcPts val="0"/>
              </a:spcAft>
              <a:buClr>
                <a:schemeClr val="dk1"/>
              </a:buClr>
              <a:buSzPts val="1100"/>
              <a:buFont typeface="Arial"/>
              <a:buNone/>
            </a:pPr>
            <a:r>
              <a:rPr lang="en-US" sz="1900"/>
              <a:t>for ( each rr from 0 to 3 )</a:t>
            </a:r>
            <a:endParaRPr sz="1900"/>
          </a:p>
          <a:p>
            <a:pPr marL="0" lvl="0" indent="0" algn="l" rtl="0">
              <a:lnSpc>
                <a:spcPct val="115000"/>
              </a:lnSpc>
              <a:spcBef>
                <a:spcPts val="1200"/>
              </a:spcBef>
              <a:spcAft>
                <a:spcPts val="0"/>
              </a:spcAft>
              <a:buClr>
                <a:schemeClr val="dk1"/>
              </a:buClr>
              <a:buSzPts val="1100"/>
              <a:buFont typeface="Arial"/>
              <a:buNone/>
            </a:pPr>
            <a:r>
              <a:rPr lang="en-US" sz="1900"/>
              <a:t>pp = pp + qq - rr</a:t>
            </a:r>
            <a:endParaRPr sz="1900"/>
          </a:p>
          <a:p>
            <a:pPr marL="0" lvl="0" indent="0" algn="l" rtl="0">
              <a:lnSpc>
                <a:spcPct val="115000"/>
              </a:lnSpc>
              <a:spcBef>
                <a:spcPts val="1200"/>
              </a:spcBef>
              <a:spcAft>
                <a:spcPts val="0"/>
              </a:spcAft>
              <a:buClr>
                <a:schemeClr val="dk1"/>
              </a:buClr>
              <a:buSzPts val="1100"/>
              <a:buFont typeface="Arial"/>
              <a:buNone/>
            </a:pPr>
            <a:r>
              <a:rPr lang="en-US" sz="1900"/>
              <a:t>end for</a:t>
            </a:r>
            <a:endParaRPr sz="1900"/>
          </a:p>
          <a:p>
            <a:pPr marL="0" lvl="0" indent="0" algn="l" rtl="0">
              <a:lnSpc>
                <a:spcPct val="115000"/>
              </a:lnSpc>
              <a:spcBef>
                <a:spcPts val="1200"/>
              </a:spcBef>
              <a:spcAft>
                <a:spcPts val="0"/>
              </a:spcAft>
              <a:buClr>
                <a:schemeClr val="dk1"/>
              </a:buClr>
              <a:buSzPts val="1100"/>
              <a:buFont typeface="Arial"/>
              <a:buNone/>
            </a:pPr>
            <a:r>
              <a:rPr lang="en-US" sz="1900"/>
              <a:t>if ( rr - 1 &gt; 0 )</a:t>
            </a:r>
            <a:endParaRPr sz="1900"/>
          </a:p>
          <a:p>
            <a:pPr marL="0" lvl="0" indent="0" algn="l" rtl="0">
              <a:lnSpc>
                <a:spcPct val="115000"/>
              </a:lnSpc>
              <a:spcBef>
                <a:spcPts val="1200"/>
              </a:spcBef>
              <a:spcAft>
                <a:spcPts val="0"/>
              </a:spcAft>
              <a:buClr>
                <a:schemeClr val="dk1"/>
              </a:buClr>
              <a:buSzPts val="1100"/>
              <a:buFont typeface="Arial"/>
              <a:buNone/>
            </a:pPr>
            <a:r>
              <a:rPr lang="en-US" sz="1900"/>
              <a:t>pp = 1</a:t>
            </a:r>
            <a:endParaRPr sz="1900"/>
          </a:p>
          <a:p>
            <a:pPr marL="0" lvl="0" indent="0" algn="l" rtl="0">
              <a:lnSpc>
                <a:spcPct val="115000"/>
              </a:lnSpc>
              <a:spcBef>
                <a:spcPts val="1200"/>
              </a:spcBef>
              <a:spcAft>
                <a:spcPts val="0"/>
              </a:spcAft>
              <a:buClr>
                <a:schemeClr val="dk1"/>
              </a:buClr>
              <a:buSzPts val="1100"/>
              <a:buFont typeface="Arial"/>
              <a:buNone/>
            </a:pPr>
            <a:r>
              <a:rPr lang="en-US" sz="1900"/>
              <a:t>else</a:t>
            </a:r>
            <a:endParaRPr sz="1900"/>
          </a:p>
          <a:p>
            <a:pPr marL="0" lvl="0" indent="0" algn="l" rtl="0">
              <a:lnSpc>
                <a:spcPct val="115000"/>
              </a:lnSpc>
              <a:spcBef>
                <a:spcPts val="1200"/>
              </a:spcBef>
              <a:spcAft>
                <a:spcPts val="0"/>
              </a:spcAft>
              <a:buClr>
                <a:schemeClr val="dk1"/>
              </a:buClr>
              <a:buSzPts val="1100"/>
              <a:buFont typeface="Arial"/>
              <a:buNone/>
            </a:pPr>
            <a:r>
              <a:rPr lang="en-US" sz="1900"/>
              <a:t>pp = 11</a:t>
            </a:r>
            <a:endParaRPr sz="1900"/>
          </a:p>
          <a:p>
            <a:pPr marL="0" lvl="0" indent="0" algn="l" rtl="0">
              <a:lnSpc>
                <a:spcPct val="115000"/>
              </a:lnSpc>
              <a:spcBef>
                <a:spcPts val="1200"/>
              </a:spcBef>
              <a:spcAft>
                <a:spcPts val="0"/>
              </a:spcAft>
              <a:buClr>
                <a:schemeClr val="dk1"/>
              </a:buClr>
              <a:buSzPts val="1100"/>
              <a:buFont typeface="Arial"/>
              <a:buNone/>
            </a:pPr>
            <a:r>
              <a:rPr lang="en-US" sz="1900"/>
              <a:t>end if</a:t>
            </a:r>
            <a:endParaRPr sz="1900"/>
          </a:p>
          <a:p>
            <a:pPr marL="0" lvl="0" indent="0" algn="l" rtl="0">
              <a:lnSpc>
                <a:spcPct val="115000"/>
              </a:lnSpc>
              <a:spcBef>
                <a:spcPts val="1200"/>
              </a:spcBef>
              <a:spcAft>
                <a:spcPts val="0"/>
              </a:spcAft>
              <a:buClr>
                <a:schemeClr val="dk1"/>
              </a:buClr>
              <a:buSzPts val="1100"/>
              <a:buFont typeface="Arial"/>
              <a:buNone/>
            </a:pPr>
            <a:r>
              <a:rPr lang="en-US" sz="1900"/>
              <a:t>print pp + qq</a:t>
            </a:r>
            <a:endParaRPr sz="1900"/>
          </a:p>
          <a:p>
            <a:pPr marL="0" lvl="0" indent="0" algn="l" rtl="0">
              <a:spcBef>
                <a:spcPts val="1200"/>
              </a:spcBef>
              <a:spcAft>
                <a:spcPts val="0"/>
              </a:spcAft>
              <a:buNone/>
            </a:pPr>
            <a:endParaRPr sz="3600"/>
          </a:p>
        </p:txBody>
      </p:sp>
      <p:sp>
        <p:nvSpPr>
          <p:cNvPr id="328" name="Google Shape;328;g13615080cd1_0_226"/>
          <p:cNvSpPr txBox="1"/>
          <p:nvPr/>
        </p:nvSpPr>
        <p:spPr>
          <a:xfrm>
            <a:off x="6065575" y="2406075"/>
            <a:ext cx="8298900" cy="24843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a) 2</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b) 0</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c) 8</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d) 3</a:t>
            </a:r>
            <a:endParaRPr sz="1900">
              <a:solidFill>
                <a:schemeClr val="dk1"/>
              </a:solidFill>
              <a:latin typeface="Calibri"/>
              <a:ea typeface="Calibri"/>
              <a:cs typeface="Calibri"/>
              <a:sym typeface="Calibri"/>
            </a:endParaRPr>
          </a:p>
          <a:p>
            <a:pPr marL="0" lvl="0" indent="0" algn="l" rtl="0">
              <a:spcBef>
                <a:spcPts val="1200"/>
              </a:spcBef>
              <a:spcAft>
                <a:spcPts val="0"/>
              </a:spcAft>
              <a:buNone/>
            </a:pPr>
            <a:endParaRPr sz="2200">
              <a:latin typeface="Calibri"/>
              <a:ea typeface="Calibri"/>
              <a:cs typeface="Calibri"/>
              <a:sym typeface="Calibri"/>
            </a:endParaRPr>
          </a:p>
        </p:txBody>
      </p:sp>
      <p:pic>
        <p:nvPicPr>
          <p:cNvPr id="329" name="Google Shape;329;g13615080cd1_0_226"/>
          <p:cNvPicPr preferRelativeResize="0"/>
          <p:nvPr/>
        </p:nvPicPr>
        <p:blipFill rotWithShape="1">
          <a:blip r:embed="rId3">
            <a:alphaModFix/>
          </a:blip>
          <a:srcRect/>
          <a:stretch/>
        </p:blipFill>
        <p:spPr>
          <a:xfrm>
            <a:off x="5615152" y="229490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9"/>
                                        </p:tgtEl>
                                        <p:attrNameLst>
                                          <p:attrName>style.visibility</p:attrName>
                                        </p:attrNameLst>
                                      </p:cBhvr>
                                      <p:to>
                                        <p:strVal val="visible"/>
                                      </p:to>
                                    </p:set>
                                    <p:animEffect transition="in" filter="fade">
                                      <p:cBhvr>
                                        <p:cTn id="7" dur="1000"/>
                                        <p:tgtEl>
                                          <p:spTgt spid="3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g13615080cd1_0_232"/>
          <p:cNvSpPr txBox="1">
            <a:spLocks noGrp="1"/>
          </p:cNvSpPr>
          <p:nvPr>
            <p:ph idx="1"/>
          </p:nvPr>
        </p:nvSpPr>
        <p:spPr>
          <a:xfrm>
            <a:off x="288150" y="288150"/>
            <a:ext cx="11065800" cy="63249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800"/>
              <a:t>32. What will be the output of the following pseudocode?</a:t>
            </a:r>
            <a:endParaRPr sz="1800"/>
          </a:p>
          <a:p>
            <a:pPr marL="0" lvl="0" indent="0" algn="l" rtl="0">
              <a:lnSpc>
                <a:spcPct val="115000"/>
              </a:lnSpc>
              <a:spcBef>
                <a:spcPts val="1200"/>
              </a:spcBef>
              <a:spcAft>
                <a:spcPts val="0"/>
              </a:spcAft>
              <a:buClr>
                <a:schemeClr val="dk1"/>
              </a:buClr>
              <a:buSzPts val="1100"/>
              <a:buFont typeface="Arial"/>
              <a:buNone/>
            </a:pPr>
            <a:r>
              <a:rPr lang="en-US" sz="1800"/>
              <a:t>Integer j, m</a:t>
            </a:r>
            <a:endParaRPr sz="1800"/>
          </a:p>
          <a:p>
            <a:pPr marL="0" lvl="0" indent="0" algn="l" rtl="0">
              <a:lnSpc>
                <a:spcPct val="115000"/>
              </a:lnSpc>
              <a:spcBef>
                <a:spcPts val="1200"/>
              </a:spcBef>
              <a:spcAft>
                <a:spcPts val="0"/>
              </a:spcAft>
              <a:buClr>
                <a:schemeClr val="dk1"/>
              </a:buClr>
              <a:buSzPts val="1100"/>
              <a:buFont typeface="Arial"/>
              <a:buNone/>
            </a:pPr>
            <a:r>
              <a:rPr lang="en-US" sz="1800"/>
              <a:t>set m= 1</a:t>
            </a:r>
            <a:endParaRPr sz="1800"/>
          </a:p>
          <a:p>
            <a:pPr marL="0" lvl="0" indent="0" algn="l" rtl="0">
              <a:lnSpc>
                <a:spcPct val="115000"/>
              </a:lnSpc>
              <a:spcBef>
                <a:spcPts val="1200"/>
              </a:spcBef>
              <a:spcAft>
                <a:spcPts val="0"/>
              </a:spcAft>
              <a:buClr>
                <a:schemeClr val="dk1"/>
              </a:buClr>
              <a:buSzPts val="1100"/>
              <a:buFont typeface="Arial"/>
              <a:buNone/>
            </a:pPr>
            <a:r>
              <a:rPr lang="en-US" sz="1800"/>
              <a:t>integer a[7] = { 1, 2, 3, 0, 5, 4, 7}</a:t>
            </a:r>
            <a:endParaRPr sz="1800"/>
          </a:p>
          <a:p>
            <a:pPr marL="0" lvl="0" indent="0" algn="l" rtl="0">
              <a:lnSpc>
                <a:spcPct val="115000"/>
              </a:lnSpc>
              <a:spcBef>
                <a:spcPts val="1200"/>
              </a:spcBef>
              <a:spcAft>
                <a:spcPts val="0"/>
              </a:spcAft>
              <a:buClr>
                <a:schemeClr val="dk1"/>
              </a:buClr>
              <a:buSzPts val="1100"/>
              <a:buFont typeface="Arial"/>
              <a:buNone/>
            </a:pPr>
            <a:r>
              <a:rPr lang="en-US" sz="1800"/>
              <a:t>for ( each j from 2 to 5 )</a:t>
            </a:r>
            <a:endParaRPr sz="1800"/>
          </a:p>
          <a:p>
            <a:pPr marL="0" lvl="0" indent="0" algn="l" rtl="0">
              <a:lnSpc>
                <a:spcPct val="115000"/>
              </a:lnSpc>
              <a:spcBef>
                <a:spcPts val="1200"/>
              </a:spcBef>
              <a:spcAft>
                <a:spcPts val="0"/>
              </a:spcAft>
              <a:buClr>
                <a:schemeClr val="dk1"/>
              </a:buClr>
              <a:buSzPts val="1100"/>
              <a:buFont typeface="Arial"/>
              <a:buNone/>
            </a:pPr>
            <a:r>
              <a:rPr lang="en-US" sz="1800"/>
              <a:t>if ( a[j + 1] &gt; a[j] &amp;&amp; a[j - 1] &gt; a[j] )</a:t>
            </a:r>
            <a:endParaRPr sz="1800"/>
          </a:p>
          <a:p>
            <a:pPr marL="0" lvl="0" indent="0" algn="l" rtl="0">
              <a:lnSpc>
                <a:spcPct val="115000"/>
              </a:lnSpc>
              <a:spcBef>
                <a:spcPts val="1200"/>
              </a:spcBef>
              <a:spcAft>
                <a:spcPts val="0"/>
              </a:spcAft>
              <a:buClr>
                <a:schemeClr val="dk1"/>
              </a:buClr>
              <a:buSzPts val="1100"/>
              <a:buFont typeface="Arial"/>
              <a:buNone/>
            </a:pPr>
            <a:r>
              <a:rPr lang="en-US" sz="1800"/>
              <a:t>m= m + a[j]</a:t>
            </a:r>
            <a:endParaRPr sz="1800"/>
          </a:p>
          <a:p>
            <a:pPr marL="0" lvl="0" indent="0" algn="l" rtl="0">
              <a:lnSpc>
                <a:spcPct val="115000"/>
              </a:lnSpc>
              <a:spcBef>
                <a:spcPts val="1200"/>
              </a:spcBef>
              <a:spcAft>
                <a:spcPts val="0"/>
              </a:spcAft>
              <a:buClr>
                <a:schemeClr val="dk1"/>
              </a:buClr>
              <a:buSzPts val="1100"/>
              <a:buFont typeface="Arial"/>
              <a:buNone/>
            </a:pPr>
            <a:r>
              <a:rPr lang="en-US" sz="1800"/>
              <a:t>end if</a:t>
            </a:r>
            <a:endParaRPr sz="1800"/>
          </a:p>
          <a:p>
            <a:pPr marL="0" lvl="0" indent="0" algn="l" rtl="0">
              <a:lnSpc>
                <a:spcPct val="115000"/>
              </a:lnSpc>
              <a:spcBef>
                <a:spcPts val="1200"/>
              </a:spcBef>
              <a:spcAft>
                <a:spcPts val="0"/>
              </a:spcAft>
              <a:buClr>
                <a:schemeClr val="dk1"/>
              </a:buClr>
              <a:buSzPts val="1100"/>
              <a:buFont typeface="Arial"/>
              <a:buNone/>
            </a:pPr>
            <a:r>
              <a:rPr lang="en-US" sz="1800"/>
              <a:t>end for</a:t>
            </a:r>
            <a:endParaRPr sz="1800"/>
          </a:p>
          <a:p>
            <a:pPr marL="0" lvl="0" indent="0" algn="l" rtl="0">
              <a:lnSpc>
                <a:spcPct val="115000"/>
              </a:lnSpc>
              <a:spcBef>
                <a:spcPts val="1200"/>
              </a:spcBef>
              <a:spcAft>
                <a:spcPts val="0"/>
              </a:spcAft>
              <a:buNone/>
            </a:pPr>
            <a:r>
              <a:rPr lang="en-US" sz="1800"/>
              <a:t>print m</a:t>
            </a:r>
            <a:endParaRPr sz="1800"/>
          </a:p>
          <a:p>
            <a:pPr marL="0" lvl="0" indent="0" algn="l" rtl="0">
              <a:lnSpc>
                <a:spcPct val="115000"/>
              </a:lnSpc>
              <a:spcBef>
                <a:spcPts val="1200"/>
              </a:spcBef>
              <a:spcAft>
                <a:spcPts val="0"/>
              </a:spcAft>
              <a:buClr>
                <a:schemeClr val="dk1"/>
              </a:buClr>
              <a:buSzPts val="1100"/>
              <a:buFont typeface="Arial"/>
              <a:buNone/>
            </a:pPr>
            <a:r>
              <a:rPr lang="en-US" sz="1800"/>
              <a:t>    a) 5</a:t>
            </a:r>
            <a:endParaRPr sz="1800"/>
          </a:p>
          <a:p>
            <a:pPr marL="457200" lvl="0" indent="-228600" algn="l" rtl="0">
              <a:lnSpc>
                <a:spcPct val="115000"/>
              </a:lnSpc>
              <a:spcBef>
                <a:spcPts val="1200"/>
              </a:spcBef>
              <a:spcAft>
                <a:spcPts val="0"/>
              </a:spcAft>
              <a:buClr>
                <a:schemeClr val="dk1"/>
              </a:buClr>
              <a:buSzPts val="1100"/>
              <a:buFont typeface="Arial"/>
              <a:buNone/>
            </a:pPr>
            <a:r>
              <a:rPr lang="en-US" sz="1800"/>
              <a:t>b) 17</a:t>
            </a:r>
            <a:endParaRPr sz="1800"/>
          </a:p>
          <a:p>
            <a:pPr marL="457200" lvl="0" indent="-228600" algn="l" rtl="0">
              <a:lnSpc>
                <a:spcPct val="115000"/>
              </a:lnSpc>
              <a:spcBef>
                <a:spcPts val="1200"/>
              </a:spcBef>
              <a:spcAft>
                <a:spcPts val="0"/>
              </a:spcAft>
              <a:buClr>
                <a:schemeClr val="dk1"/>
              </a:buClr>
              <a:buSzPts val="1100"/>
              <a:buFont typeface="Arial"/>
              <a:buNone/>
            </a:pPr>
            <a:r>
              <a:rPr lang="en-US" sz="1800"/>
              <a:t>c) -2</a:t>
            </a:r>
            <a:endParaRPr sz="1800"/>
          </a:p>
          <a:p>
            <a:pPr marL="457200" lvl="0" indent="-228600" algn="l" rtl="0">
              <a:lnSpc>
                <a:spcPct val="115000"/>
              </a:lnSpc>
              <a:spcBef>
                <a:spcPts val="1200"/>
              </a:spcBef>
              <a:spcAft>
                <a:spcPts val="0"/>
              </a:spcAft>
              <a:buClr>
                <a:schemeClr val="dk1"/>
              </a:buClr>
              <a:buSzPts val="1100"/>
              <a:buFont typeface="Arial"/>
              <a:buNone/>
            </a:pPr>
            <a:r>
              <a:rPr lang="en-US" sz="1800"/>
              <a:t>d) 8</a:t>
            </a:r>
            <a:endParaRPr sz="1800"/>
          </a:p>
          <a:p>
            <a:pPr marL="0" lvl="0" indent="0" algn="l" rtl="0">
              <a:spcBef>
                <a:spcPts val="1200"/>
              </a:spcBef>
              <a:spcAft>
                <a:spcPts val="0"/>
              </a:spcAft>
              <a:buNone/>
            </a:pPr>
            <a:endParaRPr sz="3500"/>
          </a:p>
        </p:txBody>
      </p:sp>
      <p:pic>
        <p:nvPicPr>
          <p:cNvPr id="336" name="Google Shape;336;g13615080cd1_0_232"/>
          <p:cNvPicPr preferRelativeResize="0"/>
          <p:nvPr/>
        </p:nvPicPr>
        <p:blipFill rotWithShape="1">
          <a:blip r:embed="rId3">
            <a:alphaModFix/>
          </a:blip>
          <a:srcRect/>
          <a:stretch/>
        </p:blipFill>
        <p:spPr>
          <a:xfrm>
            <a:off x="1177602" y="478740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6"/>
                                        </p:tgtEl>
                                        <p:attrNameLst>
                                          <p:attrName>style.visibility</p:attrName>
                                        </p:attrNameLst>
                                      </p:cBhvr>
                                      <p:to>
                                        <p:strVal val="visible"/>
                                      </p:to>
                                    </p:set>
                                    <p:animEffect transition="in" filter="fade">
                                      <p:cBhvr>
                                        <p:cTn id="7" dur="1000"/>
                                        <p:tgtEl>
                                          <p:spTgt spid="3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g13615080cd1_0_238"/>
          <p:cNvSpPr txBox="1">
            <a:spLocks noGrp="1"/>
          </p:cNvSpPr>
          <p:nvPr>
            <p:ph idx="1"/>
          </p:nvPr>
        </p:nvSpPr>
        <p:spPr>
          <a:xfrm>
            <a:off x="230525" y="244925"/>
            <a:ext cx="11123400" cy="59319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a:t>33. What will be the output of the following pseudocode?</a:t>
            </a:r>
            <a:endParaRPr sz="1900"/>
          </a:p>
          <a:p>
            <a:pPr marL="0" lvl="0" indent="0" algn="l" rtl="0">
              <a:lnSpc>
                <a:spcPct val="115000"/>
              </a:lnSpc>
              <a:spcBef>
                <a:spcPts val="1200"/>
              </a:spcBef>
              <a:spcAft>
                <a:spcPts val="0"/>
              </a:spcAft>
              <a:buClr>
                <a:schemeClr val="dk1"/>
              </a:buClr>
              <a:buSzPts val="1100"/>
              <a:buFont typeface="Arial"/>
              <a:buNone/>
            </a:pPr>
            <a:r>
              <a:rPr lang="en-US" sz="1900"/>
              <a:t>Integer pp, qq, rr</a:t>
            </a:r>
            <a:endParaRPr sz="1900"/>
          </a:p>
          <a:p>
            <a:pPr marL="0" lvl="0" indent="0" algn="l" rtl="0">
              <a:lnSpc>
                <a:spcPct val="115000"/>
              </a:lnSpc>
              <a:spcBef>
                <a:spcPts val="1200"/>
              </a:spcBef>
              <a:spcAft>
                <a:spcPts val="0"/>
              </a:spcAft>
              <a:buClr>
                <a:schemeClr val="dk1"/>
              </a:buClr>
              <a:buSzPts val="1100"/>
              <a:buFont typeface="Arial"/>
              <a:buNone/>
            </a:pPr>
            <a:r>
              <a:rPr lang="en-US" sz="1900"/>
              <a:t>set pp= 1, qq= 50, rr= 20</a:t>
            </a:r>
            <a:endParaRPr sz="1900"/>
          </a:p>
          <a:p>
            <a:pPr marL="0" lvl="0" indent="0" algn="l" rtl="0">
              <a:lnSpc>
                <a:spcPct val="115000"/>
              </a:lnSpc>
              <a:spcBef>
                <a:spcPts val="1200"/>
              </a:spcBef>
              <a:spcAft>
                <a:spcPts val="0"/>
              </a:spcAft>
              <a:buClr>
                <a:schemeClr val="dk1"/>
              </a:buClr>
              <a:buSzPts val="1100"/>
              <a:buFont typeface="Arial"/>
              <a:buNone/>
            </a:pPr>
            <a:r>
              <a:rPr lang="en-US" sz="1900"/>
              <a:t>if ( rr + pp &lt; pp OR qq &gt; 0 )</a:t>
            </a:r>
            <a:endParaRPr sz="1900"/>
          </a:p>
          <a:p>
            <a:pPr marL="0" lvl="0" indent="0" algn="l" rtl="0">
              <a:lnSpc>
                <a:spcPct val="115000"/>
              </a:lnSpc>
              <a:spcBef>
                <a:spcPts val="1200"/>
              </a:spcBef>
              <a:spcAft>
                <a:spcPts val="0"/>
              </a:spcAft>
              <a:buClr>
                <a:schemeClr val="dk1"/>
              </a:buClr>
              <a:buSzPts val="1100"/>
              <a:buFont typeface="Arial"/>
              <a:buNone/>
            </a:pPr>
            <a:r>
              <a:rPr lang="en-US" sz="1900"/>
              <a:t>qq = 0</a:t>
            </a:r>
            <a:endParaRPr sz="1900"/>
          </a:p>
          <a:p>
            <a:pPr marL="0" lvl="0" indent="0" algn="l" rtl="0">
              <a:lnSpc>
                <a:spcPct val="115000"/>
              </a:lnSpc>
              <a:spcBef>
                <a:spcPts val="1200"/>
              </a:spcBef>
              <a:spcAft>
                <a:spcPts val="0"/>
              </a:spcAft>
              <a:buClr>
                <a:schemeClr val="dk1"/>
              </a:buClr>
              <a:buSzPts val="1100"/>
              <a:buFont typeface="Arial"/>
              <a:buNone/>
            </a:pPr>
            <a:r>
              <a:rPr lang="en-US" sz="1900"/>
              <a:t>else</a:t>
            </a:r>
            <a:endParaRPr sz="1900"/>
          </a:p>
          <a:p>
            <a:pPr marL="0" lvl="0" indent="0" algn="l" rtl="0">
              <a:lnSpc>
                <a:spcPct val="115000"/>
              </a:lnSpc>
              <a:spcBef>
                <a:spcPts val="1200"/>
              </a:spcBef>
              <a:spcAft>
                <a:spcPts val="0"/>
              </a:spcAft>
              <a:buClr>
                <a:schemeClr val="dk1"/>
              </a:buClr>
              <a:buSzPts val="1100"/>
              <a:buFont typeface="Arial"/>
              <a:buNone/>
            </a:pPr>
            <a:r>
              <a:rPr lang="en-US" sz="1900"/>
              <a:t>rr = 2</a:t>
            </a:r>
            <a:endParaRPr sz="1900"/>
          </a:p>
          <a:p>
            <a:pPr marL="0" lvl="0" indent="0" algn="l" rtl="0">
              <a:lnSpc>
                <a:spcPct val="115000"/>
              </a:lnSpc>
              <a:spcBef>
                <a:spcPts val="1200"/>
              </a:spcBef>
              <a:spcAft>
                <a:spcPts val="0"/>
              </a:spcAft>
              <a:buClr>
                <a:schemeClr val="dk1"/>
              </a:buClr>
              <a:buSzPts val="1100"/>
              <a:buFont typeface="Arial"/>
              <a:buNone/>
            </a:pPr>
            <a:r>
              <a:rPr lang="en-US" sz="1900"/>
              <a:t>end if</a:t>
            </a:r>
            <a:endParaRPr sz="1900"/>
          </a:p>
          <a:p>
            <a:pPr marL="0" lvl="0" indent="0" algn="l" rtl="0">
              <a:lnSpc>
                <a:spcPct val="115000"/>
              </a:lnSpc>
              <a:spcBef>
                <a:spcPts val="1200"/>
              </a:spcBef>
              <a:spcAft>
                <a:spcPts val="0"/>
              </a:spcAft>
              <a:buClr>
                <a:schemeClr val="dk1"/>
              </a:buClr>
              <a:buSzPts val="1100"/>
              <a:buFont typeface="Arial"/>
              <a:buNone/>
            </a:pPr>
            <a:r>
              <a:rPr lang="en-US" sz="1900"/>
              <a:t>print pp + qq + rr</a:t>
            </a:r>
            <a:endParaRPr sz="1900"/>
          </a:p>
          <a:p>
            <a:pPr marL="457200" lvl="0" indent="-228600" algn="l" rtl="0">
              <a:lnSpc>
                <a:spcPct val="115000"/>
              </a:lnSpc>
              <a:spcBef>
                <a:spcPts val="1200"/>
              </a:spcBef>
              <a:spcAft>
                <a:spcPts val="0"/>
              </a:spcAft>
              <a:buClr>
                <a:schemeClr val="dk1"/>
              </a:buClr>
              <a:buSzPts val="1100"/>
              <a:buFont typeface="Arial"/>
              <a:buNone/>
            </a:pPr>
            <a:r>
              <a:rPr lang="en-US" sz="1900"/>
              <a:t>a) 18</a:t>
            </a:r>
            <a:endParaRPr sz="1900"/>
          </a:p>
          <a:p>
            <a:pPr marL="457200" lvl="0" indent="-228600" algn="l" rtl="0">
              <a:lnSpc>
                <a:spcPct val="115000"/>
              </a:lnSpc>
              <a:spcBef>
                <a:spcPts val="1200"/>
              </a:spcBef>
              <a:spcAft>
                <a:spcPts val="0"/>
              </a:spcAft>
              <a:buClr>
                <a:schemeClr val="dk1"/>
              </a:buClr>
              <a:buSzPts val="1100"/>
              <a:buFont typeface="Arial"/>
              <a:buNone/>
            </a:pPr>
            <a:r>
              <a:rPr lang="en-US" sz="1900"/>
              <a:t>b) 31</a:t>
            </a:r>
            <a:endParaRPr sz="1900"/>
          </a:p>
          <a:p>
            <a:pPr marL="457200" lvl="0" indent="-228600" algn="l" rtl="0">
              <a:lnSpc>
                <a:spcPct val="115000"/>
              </a:lnSpc>
              <a:spcBef>
                <a:spcPts val="1200"/>
              </a:spcBef>
              <a:spcAft>
                <a:spcPts val="0"/>
              </a:spcAft>
              <a:buClr>
                <a:schemeClr val="dk1"/>
              </a:buClr>
              <a:buSzPts val="1100"/>
              <a:buFont typeface="Arial"/>
              <a:buNone/>
            </a:pPr>
            <a:r>
              <a:rPr lang="en-US" sz="1900"/>
              <a:t>c) 28</a:t>
            </a:r>
            <a:endParaRPr sz="1900"/>
          </a:p>
          <a:p>
            <a:pPr marL="457200" lvl="0" indent="-228600" algn="l" rtl="0">
              <a:lnSpc>
                <a:spcPct val="115000"/>
              </a:lnSpc>
              <a:spcBef>
                <a:spcPts val="1200"/>
              </a:spcBef>
              <a:spcAft>
                <a:spcPts val="0"/>
              </a:spcAft>
              <a:buClr>
                <a:schemeClr val="dk1"/>
              </a:buClr>
              <a:buSzPts val="1100"/>
              <a:buFont typeface="Arial"/>
              <a:buNone/>
            </a:pPr>
            <a:r>
              <a:rPr lang="en-US" sz="1900"/>
              <a:t>d) 21</a:t>
            </a:r>
            <a:endParaRPr sz="1900"/>
          </a:p>
          <a:p>
            <a:pPr marL="0" lvl="0" indent="0" algn="l" rtl="0">
              <a:spcBef>
                <a:spcPts val="1200"/>
              </a:spcBef>
              <a:spcAft>
                <a:spcPts val="0"/>
              </a:spcAft>
              <a:buNone/>
            </a:pPr>
            <a:endParaRPr sz="3600"/>
          </a:p>
        </p:txBody>
      </p:sp>
      <p:pic>
        <p:nvPicPr>
          <p:cNvPr id="343" name="Google Shape;343;g13615080cd1_0_238"/>
          <p:cNvPicPr preferRelativeResize="0"/>
          <p:nvPr/>
        </p:nvPicPr>
        <p:blipFill rotWithShape="1">
          <a:blip r:embed="rId3">
            <a:alphaModFix/>
          </a:blip>
          <a:srcRect/>
          <a:stretch/>
        </p:blipFill>
        <p:spPr>
          <a:xfrm>
            <a:off x="1408127" y="5968833"/>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3"/>
                                        </p:tgtEl>
                                        <p:attrNameLst>
                                          <p:attrName>style.visibility</p:attrName>
                                        </p:attrNameLst>
                                      </p:cBhvr>
                                      <p:to>
                                        <p:strVal val="visible"/>
                                      </p:to>
                                    </p:set>
                                    <p:animEffect transition="in" filter="fade">
                                      <p:cBhvr>
                                        <p:cTn id="7" dur="1000"/>
                                        <p:tgtEl>
                                          <p:spTgt spid="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13615080cd1_0_244"/>
          <p:cNvSpPr txBox="1">
            <a:spLocks noGrp="1"/>
          </p:cNvSpPr>
          <p:nvPr>
            <p:ph idx="1"/>
          </p:nvPr>
        </p:nvSpPr>
        <p:spPr>
          <a:xfrm>
            <a:off x="201700" y="273750"/>
            <a:ext cx="11655600" cy="61521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a:t>34. What will be the output of the following pseudocode for a = 3, b = 2 ?</a:t>
            </a:r>
            <a:endParaRPr sz="1900"/>
          </a:p>
          <a:p>
            <a:pPr marL="0" lvl="0" indent="0" algn="l" rtl="0">
              <a:lnSpc>
                <a:spcPct val="115000"/>
              </a:lnSpc>
              <a:spcBef>
                <a:spcPts val="1200"/>
              </a:spcBef>
              <a:spcAft>
                <a:spcPts val="0"/>
              </a:spcAft>
              <a:buClr>
                <a:schemeClr val="dk1"/>
              </a:buClr>
              <a:buSzPts val="1100"/>
              <a:buFont typeface="Arial"/>
              <a:buNone/>
            </a:pPr>
            <a:r>
              <a:rPr lang="en-US" sz="1900"/>
              <a:t>Integer funn ( integer a, integer b )</a:t>
            </a:r>
            <a:endParaRPr sz="1900"/>
          </a:p>
          <a:p>
            <a:pPr marL="0" lvl="0" indent="0" algn="l" rtl="0">
              <a:lnSpc>
                <a:spcPct val="115000"/>
              </a:lnSpc>
              <a:spcBef>
                <a:spcPts val="1200"/>
              </a:spcBef>
              <a:spcAft>
                <a:spcPts val="0"/>
              </a:spcAft>
              <a:buClr>
                <a:schemeClr val="dk1"/>
              </a:buClr>
              <a:buSzPts val="1100"/>
              <a:buFont typeface="Arial"/>
              <a:buNone/>
            </a:pPr>
            <a:r>
              <a:rPr lang="en-US" sz="1900"/>
              <a:t>if ( b ^ a &gt; (( a + 1) ^ ( b + 1 )))</a:t>
            </a:r>
            <a:endParaRPr sz="1900"/>
          </a:p>
          <a:p>
            <a:pPr marL="0" lvl="0" indent="0" algn="l" rtl="0">
              <a:lnSpc>
                <a:spcPct val="115000"/>
              </a:lnSpc>
              <a:spcBef>
                <a:spcPts val="1200"/>
              </a:spcBef>
              <a:spcAft>
                <a:spcPts val="0"/>
              </a:spcAft>
              <a:buClr>
                <a:schemeClr val="dk1"/>
              </a:buClr>
              <a:buSzPts val="1100"/>
              <a:buFont typeface="Arial"/>
              <a:buNone/>
            </a:pPr>
            <a:r>
              <a:rPr lang="en-US" sz="1900"/>
              <a:t>a= a &amp; b</a:t>
            </a:r>
            <a:endParaRPr sz="1900"/>
          </a:p>
          <a:p>
            <a:pPr marL="0" lvl="0" indent="0" algn="l" rtl="0">
              <a:lnSpc>
                <a:spcPct val="115000"/>
              </a:lnSpc>
              <a:spcBef>
                <a:spcPts val="1200"/>
              </a:spcBef>
              <a:spcAft>
                <a:spcPts val="0"/>
              </a:spcAft>
              <a:buClr>
                <a:schemeClr val="dk1"/>
              </a:buClr>
              <a:buSzPts val="1100"/>
              <a:buFont typeface="Arial"/>
              <a:buNone/>
            </a:pPr>
            <a:r>
              <a:rPr lang="en-US" sz="1900"/>
              <a:t>else</a:t>
            </a:r>
            <a:endParaRPr sz="1900"/>
          </a:p>
          <a:p>
            <a:pPr marL="0" lvl="0" indent="0" algn="l" rtl="0">
              <a:lnSpc>
                <a:spcPct val="115000"/>
              </a:lnSpc>
              <a:spcBef>
                <a:spcPts val="1200"/>
              </a:spcBef>
              <a:spcAft>
                <a:spcPts val="0"/>
              </a:spcAft>
              <a:buClr>
                <a:schemeClr val="dk1"/>
              </a:buClr>
              <a:buSzPts val="1100"/>
              <a:buFont typeface="Arial"/>
              <a:buNone/>
            </a:pPr>
            <a:r>
              <a:rPr lang="en-US" sz="1900"/>
              <a:t>b = a + 1</a:t>
            </a:r>
            <a:endParaRPr sz="1900"/>
          </a:p>
          <a:p>
            <a:pPr marL="0" lvl="0" indent="0" algn="l" rtl="0">
              <a:lnSpc>
                <a:spcPct val="115000"/>
              </a:lnSpc>
              <a:spcBef>
                <a:spcPts val="1200"/>
              </a:spcBef>
              <a:spcAft>
                <a:spcPts val="0"/>
              </a:spcAft>
              <a:buClr>
                <a:schemeClr val="dk1"/>
              </a:buClr>
              <a:buSzPts val="1100"/>
              <a:buFont typeface="Arial"/>
              <a:buNone/>
            </a:pPr>
            <a:r>
              <a:rPr lang="en-US" sz="1900"/>
              <a:t>end if</a:t>
            </a:r>
            <a:endParaRPr sz="1900"/>
          </a:p>
          <a:p>
            <a:pPr marL="0" lvl="0" indent="0" algn="l" rtl="0">
              <a:lnSpc>
                <a:spcPct val="115000"/>
              </a:lnSpc>
              <a:spcBef>
                <a:spcPts val="1200"/>
              </a:spcBef>
              <a:spcAft>
                <a:spcPts val="0"/>
              </a:spcAft>
              <a:buClr>
                <a:schemeClr val="dk1"/>
              </a:buClr>
              <a:buSzPts val="1100"/>
              <a:buFont typeface="Arial"/>
              <a:buNone/>
            </a:pPr>
            <a:r>
              <a:rPr lang="en-US" sz="1900"/>
              <a:t>return a+ b</a:t>
            </a:r>
            <a:endParaRPr sz="1900"/>
          </a:p>
          <a:p>
            <a:pPr marL="0" lvl="0" indent="0" algn="l" rtl="0">
              <a:lnSpc>
                <a:spcPct val="115000"/>
              </a:lnSpc>
              <a:spcBef>
                <a:spcPts val="1200"/>
              </a:spcBef>
              <a:spcAft>
                <a:spcPts val="0"/>
              </a:spcAft>
              <a:buClr>
                <a:schemeClr val="dk1"/>
              </a:buClr>
              <a:buSzPts val="1100"/>
              <a:buFont typeface="Arial"/>
              <a:buNone/>
            </a:pPr>
            <a:r>
              <a:rPr lang="en-US" sz="1900"/>
              <a:t>end function funn ( )</a:t>
            </a:r>
            <a:endParaRPr sz="1900"/>
          </a:p>
          <a:p>
            <a:pPr marL="457200" lvl="0" indent="-228600" algn="l" rtl="0">
              <a:lnSpc>
                <a:spcPct val="115000"/>
              </a:lnSpc>
              <a:spcBef>
                <a:spcPts val="1200"/>
              </a:spcBef>
              <a:spcAft>
                <a:spcPts val="0"/>
              </a:spcAft>
              <a:buClr>
                <a:schemeClr val="dk1"/>
              </a:buClr>
              <a:buSzPts val="1100"/>
              <a:buFont typeface="Arial"/>
              <a:buNone/>
            </a:pPr>
            <a:r>
              <a:rPr lang="en-US" sz="1900"/>
              <a:t>a) 4</a:t>
            </a:r>
            <a:endParaRPr sz="1900"/>
          </a:p>
          <a:p>
            <a:pPr marL="457200" lvl="0" indent="-228600" algn="l" rtl="0">
              <a:lnSpc>
                <a:spcPct val="115000"/>
              </a:lnSpc>
              <a:spcBef>
                <a:spcPts val="1200"/>
              </a:spcBef>
              <a:spcAft>
                <a:spcPts val="0"/>
              </a:spcAft>
              <a:buClr>
                <a:schemeClr val="dk1"/>
              </a:buClr>
              <a:buSzPts val="1100"/>
              <a:buFont typeface="Arial"/>
              <a:buNone/>
            </a:pPr>
            <a:r>
              <a:rPr lang="en-US" sz="1900"/>
              <a:t>b) 21</a:t>
            </a:r>
            <a:endParaRPr sz="1900"/>
          </a:p>
          <a:p>
            <a:pPr marL="457200" lvl="0" indent="-228600" algn="l" rtl="0">
              <a:lnSpc>
                <a:spcPct val="115000"/>
              </a:lnSpc>
              <a:spcBef>
                <a:spcPts val="1200"/>
              </a:spcBef>
              <a:spcAft>
                <a:spcPts val="0"/>
              </a:spcAft>
              <a:buClr>
                <a:schemeClr val="dk1"/>
              </a:buClr>
              <a:buSzPts val="1100"/>
              <a:buFont typeface="Arial"/>
              <a:buNone/>
            </a:pPr>
            <a:r>
              <a:rPr lang="en-US" sz="1900"/>
              <a:t>c) 7</a:t>
            </a:r>
            <a:endParaRPr sz="1900"/>
          </a:p>
          <a:p>
            <a:pPr marL="457200" lvl="0" indent="-228600" algn="l" rtl="0">
              <a:lnSpc>
                <a:spcPct val="115000"/>
              </a:lnSpc>
              <a:spcBef>
                <a:spcPts val="1200"/>
              </a:spcBef>
              <a:spcAft>
                <a:spcPts val="0"/>
              </a:spcAft>
              <a:buClr>
                <a:schemeClr val="dk1"/>
              </a:buClr>
              <a:buSzPts val="1100"/>
              <a:buFont typeface="Arial"/>
              <a:buNone/>
            </a:pPr>
            <a:r>
              <a:rPr lang="en-US" sz="1900"/>
              <a:t>d) -1</a:t>
            </a:r>
            <a:endParaRPr sz="1900"/>
          </a:p>
          <a:p>
            <a:pPr marL="0" lvl="0" indent="0" algn="l" rtl="0">
              <a:spcBef>
                <a:spcPts val="1200"/>
              </a:spcBef>
              <a:spcAft>
                <a:spcPts val="0"/>
              </a:spcAft>
              <a:buNone/>
            </a:pPr>
            <a:endParaRPr sz="3600"/>
          </a:p>
        </p:txBody>
      </p:sp>
      <p:pic>
        <p:nvPicPr>
          <p:cNvPr id="350" name="Google Shape;350;g13615080cd1_0_244"/>
          <p:cNvPicPr preferRelativeResize="0"/>
          <p:nvPr/>
        </p:nvPicPr>
        <p:blipFill rotWithShape="1">
          <a:blip r:embed="rId3">
            <a:alphaModFix/>
          </a:blip>
          <a:srcRect/>
          <a:stretch/>
        </p:blipFill>
        <p:spPr>
          <a:xfrm>
            <a:off x="1047927" y="4556883"/>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0"/>
                                        </p:tgtEl>
                                        <p:attrNameLst>
                                          <p:attrName>style.visibility</p:attrName>
                                        </p:attrNameLst>
                                      </p:cBhvr>
                                      <p:to>
                                        <p:strVal val="visible"/>
                                      </p:to>
                                    </p:set>
                                    <p:animEffect transition="in" filter="fade">
                                      <p:cBhvr>
                                        <p:cTn id="7" dur="1000"/>
                                        <p:tgtEl>
                                          <p:spTgt spid="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g13615080cd1_0_250"/>
          <p:cNvSpPr txBox="1">
            <a:spLocks noGrp="1"/>
          </p:cNvSpPr>
          <p:nvPr>
            <p:ph idx="1"/>
          </p:nvPr>
        </p:nvSpPr>
        <p:spPr>
          <a:xfrm>
            <a:off x="144075" y="230525"/>
            <a:ext cx="11972700" cy="62673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a:t>35. What will be the output of the following pseudocode?</a:t>
            </a:r>
            <a:endParaRPr sz="1900"/>
          </a:p>
          <a:p>
            <a:pPr marL="0" lvl="0" indent="0" algn="l" rtl="0">
              <a:lnSpc>
                <a:spcPct val="115000"/>
              </a:lnSpc>
              <a:spcBef>
                <a:spcPts val="1200"/>
              </a:spcBef>
              <a:spcAft>
                <a:spcPts val="0"/>
              </a:spcAft>
              <a:buClr>
                <a:schemeClr val="dk1"/>
              </a:buClr>
              <a:buSzPts val="1100"/>
              <a:buFont typeface="Arial"/>
              <a:buNone/>
            </a:pPr>
            <a:r>
              <a:rPr lang="en-US" sz="1900"/>
              <a:t>Integer p, q, r</a:t>
            </a:r>
            <a:endParaRPr sz="1900"/>
          </a:p>
          <a:p>
            <a:pPr marL="0" lvl="0" indent="0" algn="l" rtl="0">
              <a:lnSpc>
                <a:spcPct val="115000"/>
              </a:lnSpc>
              <a:spcBef>
                <a:spcPts val="1200"/>
              </a:spcBef>
              <a:spcAft>
                <a:spcPts val="0"/>
              </a:spcAft>
              <a:buClr>
                <a:schemeClr val="dk1"/>
              </a:buClr>
              <a:buSzPts val="1100"/>
              <a:buFont typeface="Arial"/>
              <a:buNone/>
            </a:pPr>
            <a:r>
              <a:rPr lang="en-US" sz="1900"/>
              <a:t>set p= 1, q= 1,r= 1</a:t>
            </a:r>
            <a:endParaRPr sz="1900"/>
          </a:p>
          <a:p>
            <a:pPr marL="0" lvl="0" indent="0" algn="l" rtl="0">
              <a:lnSpc>
                <a:spcPct val="115000"/>
              </a:lnSpc>
              <a:spcBef>
                <a:spcPts val="1200"/>
              </a:spcBef>
              <a:spcAft>
                <a:spcPts val="0"/>
              </a:spcAft>
              <a:buClr>
                <a:schemeClr val="dk1"/>
              </a:buClr>
              <a:buSzPts val="1100"/>
              <a:buFont typeface="Arial"/>
              <a:buNone/>
            </a:pPr>
            <a:r>
              <a:rPr lang="en-US" sz="1900"/>
              <a:t>if ( p&lt; p^q &amp;&amp; p^ q^ r &lt; q)</a:t>
            </a:r>
            <a:endParaRPr sz="1900"/>
          </a:p>
          <a:p>
            <a:pPr marL="0" lvl="0" indent="0" algn="l" rtl="0">
              <a:lnSpc>
                <a:spcPct val="115000"/>
              </a:lnSpc>
              <a:spcBef>
                <a:spcPts val="1200"/>
              </a:spcBef>
              <a:spcAft>
                <a:spcPts val="0"/>
              </a:spcAft>
              <a:buClr>
                <a:schemeClr val="dk1"/>
              </a:buClr>
              <a:buSzPts val="1100"/>
              <a:buFont typeface="Arial"/>
              <a:buNone/>
            </a:pPr>
            <a:r>
              <a:rPr lang="en-US" sz="1900"/>
              <a:t>p= q&lt;&lt; 1</a:t>
            </a:r>
            <a:endParaRPr sz="1900"/>
          </a:p>
          <a:p>
            <a:pPr marL="0" lvl="0" indent="0" algn="l" rtl="0">
              <a:lnSpc>
                <a:spcPct val="115000"/>
              </a:lnSpc>
              <a:spcBef>
                <a:spcPts val="1200"/>
              </a:spcBef>
              <a:spcAft>
                <a:spcPts val="0"/>
              </a:spcAft>
              <a:buClr>
                <a:schemeClr val="dk1"/>
              </a:buClr>
              <a:buSzPts val="1100"/>
              <a:buFont typeface="Arial"/>
              <a:buNone/>
            </a:pPr>
            <a:r>
              <a:rPr lang="en-US" sz="1900"/>
              <a:t>else</a:t>
            </a:r>
            <a:endParaRPr sz="1900"/>
          </a:p>
          <a:p>
            <a:pPr marL="0" lvl="0" indent="0" algn="l" rtl="0">
              <a:lnSpc>
                <a:spcPct val="115000"/>
              </a:lnSpc>
              <a:spcBef>
                <a:spcPts val="1200"/>
              </a:spcBef>
              <a:spcAft>
                <a:spcPts val="0"/>
              </a:spcAft>
              <a:buClr>
                <a:schemeClr val="dk1"/>
              </a:buClr>
              <a:buSzPts val="1100"/>
              <a:buFont typeface="Arial"/>
              <a:buNone/>
            </a:pPr>
            <a:r>
              <a:rPr lang="en-US" sz="1900"/>
              <a:t>q= q ^ (p &amp; r)</a:t>
            </a:r>
            <a:endParaRPr sz="1900"/>
          </a:p>
          <a:p>
            <a:pPr marL="0" lvl="0" indent="0" algn="l" rtl="0">
              <a:lnSpc>
                <a:spcPct val="115000"/>
              </a:lnSpc>
              <a:spcBef>
                <a:spcPts val="1200"/>
              </a:spcBef>
              <a:spcAft>
                <a:spcPts val="0"/>
              </a:spcAft>
              <a:buClr>
                <a:schemeClr val="dk1"/>
              </a:buClr>
              <a:buSzPts val="1100"/>
              <a:buFont typeface="Arial"/>
              <a:buNone/>
            </a:pPr>
            <a:r>
              <a:rPr lang="en-US" sz="1900"/>
              <a:t>end if</a:t>
            </a:r>
            <a:endParaRPr sz="1900"/>
          </a:p>
          <a:p>
            <a:pPr marL="0" lvl="0" indent="0" algn="l" rtl="0">
              <a:lnSpc>
                <a:spcPct val="115000"/>
              </a:lnSpc>
              <a:spcBef>
                <a:spcPts val="1200"/>
              </a:spcBef>
              <a:spcAft>
                <a:spcPts val="0"/>
              </a:spcAft>
              <a:buClr>
                <a:schemeClr val="dk1"/>
              </a:buClr>
              <a:buSzPts val="1100"/>
              <a:buFont typeface="Arial"/>
              <a:buNone/>
            </a:pPr>
            <a:r>
              <a:rPr lang="en-US" sz="1900"/>
              <a:t>print p + q + r</a:t>
            </a:r>
            <a:endParaRPr sz="1900"/>
          </a:p>
          <a:p>
            <a:pPr marL="457200" lvl="0" indent="-228600" algn="l" rtl="0">
              <a:lnSpc>
                <a:spcPct val="115000"/>
              </a:lnSpc>
              <a:spcBef>
                <a:spcPts val="1200"/>
              </a:spcBef>
              <a:spcAft>
                <a:spcPts val="0"/>
              </a:spcAft>
              <a:buClr>
                <a:schemeClr val="dk1"/>
              </a:buClr>
              <a:buSzPts val="1100"/>
              <a:buFont typeface="Arial"/>
              <a:buNone/>
            </a:pPr>
            <a:r>
              <a:rPr lang="en-US" sz="1900"/>
              <a:t>a) 13</a:t>
            </a:r>
            <a:endParaRPr sz="1900"/>
          </a:p>
          <a:p>
            <a:pPr marL="457200" lvl="0" indent="-228600" algn="l" rtl="0">
              <a:lnSpc>
                <a:spcPct val="115000"/>
              </a:lnSpc>
              <a:spcBef>
                <a:spcPts val="1200"/>
              </a:spcBef>
              <a:spcAft>
                <a:spcPts val="0"/>
              </a:spcAft>
              <a:buClr>
                <a:schemeClr val="dk1"/>
              </a:buClr>
              <a:buSzPts val="1100"/>
              <a:buFont typeface="Arial"/>
              <a:buNone/>
            </a:pPr>
            <a:r>
              <a:rPr lang="en-US" sz="1900"/>
              <a:t>b) 2</a:t>
            </a:r>
            <a:endParaRPr sz="1900"/>
          </a:p>
          <a:p>
            <a:pPr marL="457200" lvl="0" indent="-228600" algn="l" rtl="0">
              <a:lnSpc>
                <a:spcPct val="115000"/>
              </a:lnSpc>
              <a:spcBef>
                <a:spcPts val="1200"/>
              </a:spcBef>
              <a:spcAft>
                <a:spcPts val="0"/>
              </a:spcAft>
              <a:buClr>
                <a:schemeClr val="dk1"/>
              </a:buClr>
              <a:buSzPts val="1100"/>
              <a:buFont typeface="Arial"/>
              <a:buNone/>
            </a:pPr>
            <a:r>
              <a:rPr lang="en-US" sz="1900"/>
              <a:t>c) 3</a:t>
            </a:r>
            <a:endParaRPr sz="1900"/>
          </a:p>
          <a:p>
            <a:pPr marL="457200" lvl="0" indent="-228600" algn="l" rtl="0">
              <a:lnSpc>
                <a:spcPct val="115000"/>
              </a:lnSpc>
              <a:spcBef>
                <a:spcPts val="1200"/>
              </a:spcBef>
              <a:spcAft>
                <a:spcPts val="0"/>
              </a:spcAft>
              <a:buClr>
                <a:schemeClr val="dk1"/>
              </a:buClr>
              <a:buSzPts val="1100"/>
              <a:buFont typeface="Arial"/>
              <a:buNone/>
            </a:pPr>
            <a:r>
              <a:rPr lang="en-US" sz="1900"/>
              <a:t>d) 0</a:t>
            </a:r>
            <a:endParaRPr sz="1900"/>
          </a:p>
          <a:p>
            <a:pPr marL="0" lvl="0" indent="0" algn="l" rtl="0">
              <a:spcBef>
                <a:spcPts val="1200"/>
              </a:spcBef>
              <a:spcAft>
                <a:spcPts val="0"/>
              </a:spcAft>
              <a:buNone/>
            </a:pPr>
            <a:endParaRPr sz="3600"/>
          </a:p>
        </p:txBody>
      </p:sp>
      <p:pic>
        <p:nvPicPr>
          <p:cNvPr id="357" name="Google Shape;357;g13615080cd1_0_250"/>
          <p:cNvPicPr preferRelativeResize="0"/>
          <p:nvPr/>
        </p:nvPicPr>
        <p:blipFill rotWithShape="1">
          <a:blip r:embed="rId3">
            <a:alphaModFix/>
          </a:blip>
          <a:srcRect/>
          <a:stretch/>
        </p:blipFill>
        <p:spPr>
          <a:xfrm>
            <a:off x="1019127" y="5003533"/>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7"/>
                                        </p:tgtEl>
                                        <p:attrNameLst>
                                          <p:attrName>style.visibility</p:attrName>
                                        </p:attrNameLst>
                                      </p:cBhvr>
                                      <p:to>
                                        <p:strVal val="visible"/>
                                      </p:to>
                                    </p:set>
                                    <p:animEffect transition="in" filter="fade">
                                      <p:cBhvr>
                                        <p:cTn id="7" dur="1000"/>
                                        <p:tgtEl>
                                          <p:spTgt spid="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g13615080cd1_0_256"/>
          <p:cNvSpPr txBox="1">
            <a:spLocks noGrp="1"/>
          </p:cNvSpPr>
          <p:nvPr>
            <p:ph idx="1"/>
          </p:nvPr>
        </p:nvSpPr>
        <p:spPr>
          <a:xfrm>
            <a:off x="216125" y="374600"/>
            <a:ext cx="11814300" cy="61665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a:t>36. What will be the output of the following pseudocode?</a:t>
            </a:r>
            <a:endParaRPr sz="2300"/>
          </a:p>
          <a:p>
            <a:pPr marL="0" lvl="0" indent="0" algn="l" rtl="0">
              <a:lnSpc>
                <a:spcPct val="115000"/>
              </a:lnSpc>
              <a:spcBef>
                <a:spcPts val="1200"/>
              </a:spcBef>
              <a:spcAft>
                <a:spcPts val="0"/>
              </a:spcAft>
              <a:buClr>
                <a:schemeClr val="dk1"/>
              </a:buClr>
              <a:buSzPts val="1100"/>
              <a:buFont typeface="Arial"/>
              <a:buNone/>
            </a:pPr>
            <a:r>
              <a:rPr lang="en-US" sz="2300"/>
              <a:t>Integer p, q, r</a:t>
            </a:r>
            <a:endParaRPr sz="2300"/>
          </a:p>
          <a:p>
            <a:pPr marL="0" lvl="0" indent="0" algn="l" rtl="0">
              <a:lnSpc>
                <a:spcPct val="115000"/>
              </a:lnSpc>
              <a:spcBef>
                <a:spcPts val="1200"/>
              </a:spcBef>
              <a:spcAft>
                <a:spcPts val="0"/>
              </a:spcAft>
              <a:buClr>
                <a:schemeClr val="dk1"/>
              </a:buClr>
              <a:buSzPts val="1100"/>
              <a:buFont typeface="Arial"/>
              <a:buNone/>
            </a:pPr>
            <a:r>
              <a:rPr lang="en-US" sz="2300"/>
              <a:t>set p= 1, q= 6, r= 13</a:t>
            </a:r>
            <a:endParaRPr sz="2300"/>
          </a:p>
          <a:p>
            <a:pPr marL="0" lvl="0" indent="0" algn="l" rtl="0">
              <a:lnSpc>
                <a:spcPct val="115000"/>
              </a:lnSpc>
              <a:spcBef>
                <a:spcPts val="1200"/>
              </a:spcBef>
              <a:spcAft>
                <a:spcPts val="0"/>
              </a:spcAft>
              <a:buClr>
                <a:schemeClr val="dk1"/>
              </a:buClr>
              <a:buSzPts val="1100"/>
              <a:buFont typeface="Arial"/>
              <a:buNone/>
            </a:pPr>
            <a:r>
              <a:rPr lang="en-US" sz="2300"/>
              <a:t>for (each r from 4 to 5 )</a:t>
            </a:r>
            <a:endParaRPr sz="2300"/>
          </a:p>
          <a:p>
            <a:pPr marL="0" lvl="0" indent="0" algn="l" rtl="0">
              <a:lnSpc>
                <a:spcPct val="115000"/>
              </a:lnSpc>
              <a:spcBef>
                <a:spcPts val="1200"/>
              </a:spcBef>
              <a:spcAft>
                <a:spcPts val="0"/>
              </a:spcAft>
              <a:buClr>
                <a:schemeClr val="dk1"/>
              </a:buClr>
              <a:buSzPts val="1100"/>
              <a:buFont typeface="Arial"/>
              <a:buNone/>
            </a:pPr>
            <a:r>
              <a:rPr lang="en-US" sz="2300"/>
              <a:t>q= 4</a:t>
            </a:r>
            <a:endParaRPr sz="2300"/>
          </a:p>
          <a:p>
            <a:pPr marL="0" lvl="0" indent="0" algn="l" rtl="0">
              <a:lnSpc>
                <a:spcPct val="115000"/>
              </a:lnSpc>
              <a:spcBef>
                <a:spcPts val="1200"/>
              </a:spcBef>
              <a:spcAft>
                <a:spcPts val="0"/>
              </a:spcAft>
              <a:buClr>
                <a:schemeClr val="dk1"/>
              </a:buClr>
              <a:buSzPts val="1100"/>
              <a:buFont typeface="Arial"/>
              <a:buNone/>
            </a:pPr>
            <a:r>
              <a:rPr lang="en-US" sz="2300"/>
              <a:t>end for</a:t>
            </a:r>
            <a:endParaRPr sz="2300"/>
          </a:p>
          <a:p>
            <a:pPr marL="0" lvl="0" indent="0" algn="l" rtl="0">
              <a:lnSpc>
                <a:spcPct val="115000"/>
              </a:lnSpc>
              <a:spcBef>
                <a:spcPts val="1200"/>
              </a:spcBef>
              <a:spcAft>
                <a:spcPts val="0"/>
              </a:spcAft>
              <a:buClr>
                <a:schemeClr val="dk1"/>
              </a:buClr>
              <a:buSzPts val="1100"/>
              <a:buFont typeface="Arial"/>
              <a:buNone/>
            </a:pPr>
            <a:r>
              <a:rPr lang="en-US" sz="2300"/>
              <a:t>print p + q</a:t>
            </a:r>
            <a:endParaRPr sz="2300"/>
          </a:p>
          <a:p>
            <a:pPr marL="457200" lvl="0" indent="-228600" algn="l" rtl="0">
              <a:lnSpc>
                <a:spcPct val="115000"/>
              </a:lnSpc>
              <a:spcBef>
                <a:spcPts val="1200"/>
              </a:spcBef>
              <a:spcAft>
                <a:spcPts val="0"/>
              </a:spcAft>
              <a:buClr>
                <a:schemeClr val="dk1"/>
              </a:buClr>
              <a:buSzPts val="1100"/>
              <a:buFont typeface="Arial"/>
              <a:buNone/>
            </a:pPr>
            <a:r>
              <a:rPr lang="en-US" sz="2300"/>
              <a:t>a) 9</a:t>
            </a:r>
            <a:endParaRPr sz="2300"/>
          </a:p>
          <a:p>
            <a:pPr marL="457200" lvl="0" indent="-228600" algn="l" rtl="0">
              <a:lnSpc>
                <a:spcPct val="115000"/>
              </a:lnSpc>
              <a:spcBef>
                <a:spcPts val="1200"/>
              </a:spcBef>
              <a:spcAft>
                <a:spcPts val="0"/>
              </a:spcAft>
              <a:buClr>
                <a:schemeClr val="dk1"/>
              </a:buClr>
              <a:buSzPts val="1100"/>
              <a:buFont typeface="Arial"/>
              <a:buNone/>
            </a:pPr>
            <a:r>
              <a:rPr lang="en-US" sz="2300"/>
              <a:t>b) 19</a:t>
            </a:r>
            <a:endParaRPr sz="2300"/>
          </a:p>
          <a:p>
            <a:pPr marL="457200" lvl="0" indent="-228600" algn="l" rtl="0">
              <a:lnSpc>
                <a:spcPct val="115000"/>
              </a:lnSpc>
              <a:spcBef>
                <a:spcPts val="1200"/>
              </a:spcBef>
              <a:spcAft>
                <a:spcPts val="0"/>
              </a:spcAft>
              <a:buClr>
                <a:schemeClr val="dk1"/>
              </a:buClr>
              <a:buSzPts val="1100"/>
              <a:buFont typeface="Arial"/>
              <a:buNone/>
            </a:pPr>
            <a:r>
              <a:rPr lang="en-US" sz="2300"/>
              <a:t>c) 11</a:t>
            </a:r>
            <a:endParaRPr sz="2300"/>
          </a:p>
          <a:p>
            <a:pPr marL="457200" lvl="0" indent="-228600" algn="l" rtl="0">
              <a:lnSpc>
                <a:spcPct val="115000"/>
              </a:lnSpc>
              <a:spcBef>
                <a:spcPts val="1200"/>
              </a:spcBef>
              <a:spcAft>
                <a:spcPts val="0"/>
              </a:spcAft>
              <a:buClr>
                <a:schemeClr val="dk1"/>
              </a:buClr>
              <a:buSzPts val="1100"/>
              <a:buFont typeface="Arial"/>
              <a:buNone/>
            </a:pPr>
            <a:r>
              <a:rPr lang="en-US" sz="2300"/>
              <a:t>d) 5</a:t>
            </a:r>
            <a:endParaRPr sz="2300"/>
          </a:p>
          <a:p>
            <a:pPr marL="0" lvl="0" indent="0" algn="l" rtl="0">
              <a:spcBef>
                <a:spcPts val="1200"/>
              </a:spcBef>
              <a:spcAft>
                <a:spcPts val="0"/>
              </a:spcAft>
              <a:buNone/>
            </a:pPr>
            <a:endParaRPr sz="4000"/>
          </a:p>
        </p:txBody>
      </p:sp>
      <p:pic>
        <p:nvPicPr>
          <p:cNvPr id="364" name="Google Shape;364;g13615080cd1_0_256"/>
          <p:cNvPicPr preferRelativeResize="0"/>
          <p:nvPr/>
        </p:nvPicPr>
        <p:blipFill rotWithShape="1">
          <a:blip r:embed="rId3">
            <a:alphaModFix/>
          </a:blip>
          <a:srcRect/>
          <a:stretch/>
        </p:blipFill>
        <p:spPr>
          <a:xfrm>
            <a:off x="1297027" y="5861883"/>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4"/>
                                        </p:tgtEl>
                                        <p:attrNameLst>
                                          <p:attrName>style.visibility</p:attrName>
                                        </p:attrNameLst>
                                      </p:cBhvr>
                                      <p:to>
                                        <p:strVal val="visible"/>
                                      </p:to>
                                    </p:set>
                                    <p:animEffect transition="in" filter="fade">
                                      <p:cBhvr>
                                        <p:cTn id="7" dur="1000"/>
                                        <p:tgtEl>
                                          <p:spTgt spid="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g13615080cd1_0_262"/>
          <p:cNvSpPr txBox="1">
            <a:spLocks noGrp="1"/>
          </p:cNvSpPr>
          <p:nvPr>
            <p:ph idx="1"/>
          </p:nvPr>
        </p:nvSpPr>
        <p:spPr>
          <a:xfrm>
            <a:off x="273750" y="331375"/>
            <a:ext cx="11080200" cy="58455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a:t>37. What will be the output of the following pseudocode for p =1, q= 1 ?</a:t>
            </a:r>
            <a:endParaRPr sz="1900"/>
          </a:p>
          <a:p>
            <a:pPr marL="0" lvl="0" indent="0" algn="l" rtl="0">
              <a:lnSpc>
                <a:spcPct val="115000"/>
              </a:lnSpc>
              <a:spcBef>
                <a:spcPts val="1200"/>
              </a:spcBef>
              <a:spcAft>
                <a:spcPts val="0"/>
              </a:spcAft>
              <a:buClr>
                <a:schemeClr val="dk1"/>
              </a:buClr>
              <a:buSzPts val="1100"/>
              <a:buFont typeface="Arial"/>
              <a:buNone/>
            </a:pPr>
            <a:r>
              <a:rPr lang="en-US" sz="1900"/>
              <a:t>Integer funn ( integer p, integer q )</a:t>
            </a:r>
            <a:endParaRPr sz="1900"/>
          </a:p>
          <a:p>
            <a:pPr marL="0" lvl="0" indent="0" algn="l" rtl="0">
              <a:lnSpc>
                <a:spcPct val="115000"/>
              </a:lnSpc>
              <a:spcBef>
                <a:spcPts val="1200"/>
              </a:spcBef>
              <a:spcAft>
                <a:spcPts val="0"/>
              </a:spcAft>
              <a:buClr>
                <a:schemeClr val="dk1"/>
              </a:buClr>
              <a:buSzPts val="1100"/>
              <a:buFont typeface="Arial"/>
              <a:buNone/>
            </a:pPr>
            <a:r>
              <a:rPr lang="en-US" sz="1900"/>
              <a:t>if ( q &lt; 1 )</a:t>
            </a:r>
            <a:endParaRPr sz="1900"/>
          </a:p>
          <a:p>
            <a:pPr marL="0" lvl="0" indent="0" algn="l" rtl="0">
              <a:lnSpc>
                <a:spcPct val="115000"/>
              </a:lnSpc>
              <a:spcBef>
                <a:spcPts val="1200"/>
              </a:spcBef>
              <a:spcAft>
                <a:spcPts val="0"/>
              </a:spcAft>
              <a:buClr>
                <a:schemeClr val="dk1"/>
              </a:buClr>
              <a:buSzPts val="1100"/>
              <a:buFont typeface="Arial"/>
              <a:buNone/>
            </a:pPr>
            <a:r>
              <a:rPr lang="en-US" sz="1900"/>
              <a:t>return p</a:t>
            </a:r>
            <a:endParaRPr sz="1900"/>
          </a:p>
          <a:p>
            <a:pPr marL="0" lvl="0" indent="0" algn="l" rtl="0">
              <a:lnSpc>
                <a:spcPct val="115000"/>
              </a:lnSpc>
              <a:spcBef>
                <a:spcPts val="1200"/>
              </a:spcBef>
              <a:spcAft>
                <a:spcPts val="0"/>
              </a:spcAft>
              <a:buClr>
                <a:schemeClr val="dk1"/>
              </a:buClr>
              <a:buSzPts val="1100"/>
              <a:buFont typeface="Arial"/>
              <a:buNone/>
            </a:pPr>
            <a:r>
              <a:rPr lang="en-US" sz="1900"/>
              <a:t>else</a:t>
            </a:r>
            <a:endParaRPr sz="1900"/>
          </a:p>
          <a:p>
            <a:pPr marL="0" lvl="0" indent="0" algn="l" rtl="0">
              <a:lnSpc>
                <a:spcPct val="115000"/>
              </a:lnSpc>
              <a:spcBef>
                <a:spcPts val="1200"/>
              </a:spcBef>
              <a:spcAft>
                <a:spcPts val="0"/>
              </a:spcAft>
              <a:buClr>
                <a:schemeClr val="dk1"/>
              </a:buClr>
              <a:buSzPts val="1100"/>
              <a:buFont typeface="Arial"/>
              <a:buNone/>
            </a:pPr>
            <a:r>
              <a:rPr lang="en-US" sz="1900"/>
              <a:t>return p + funn( p, p - 1)</a:t>
            </a:r>
            <a:endParaRPr sz="1900"/>
          </a:p>
          <a:p>
            <a:pPr marL="0" lvl="0" indent="0" algn="l" rtl="0">
              <a:lnSpc>
                <a:spcPct val="115000"/>
              </a:lnSpc>
              <a:spcBef>
                <a:spcPts val="1200"/>
              </a:spcBef>
              <a:spcAft>
                <a:spcPts val="0"/>
              </a:spcAft>
              <a:buClr>
                <a:schemeClr val="dk1"/>
              </a:buClr>
              <a:buSzPts val="1100"/>
              <a:buFont typeface="Arial"/>
              <a:buNone/>
            </a:pPr>
            <a:r>
              <a:rPr lang="en-US" sz="1900"/>
              <a:t>end if</a:t>
            </a:r>
            <a:endParaRPr sz="1900"/>
          </a:p>
          <a:p>
            <a:pPr marL="0" lvl="0" indent="0" algn="l" rtl="0">
              <a:lnSpc>
                <a:spcPct val="115000"/>
              </a:lnSpc>
              <a:spcBef>
                <a:spcPts val="1200"/>
              </a:spcBef>
              <a:spcAft>
                <a:spcPts val="0"/>
              </a:spcAft>
              <a:buClr>
                <a:schemeClr val="dk1"/>
              </a:buClr>
              <a:buSzPts val="1100"/>
              <a:buFont typeface="Arial"/>
              <a:buNone/>
            </a:pPr>
            <a:r>
              <a:rPr lang="en-US" sz="1900"/>
              <a:t>return q</a:t>
            </a:r>
            <a:endParaRPr sz="1900"/>
          </a:p>
          <a:p>
            <a:pPr marL="0" lvl="0" indent="0" algn="l" rtl="0">
              <a:lnSpc>
                <a:spcPct val="115000"/>
              </a:lnSpc>
              <a:spcBef>
                <a:spcPts val="1200"/>
              </a:spcBef>
              <a:spcAft>
                <a:spcPts val="0"/>
              </a:spcAft>
              <a:buClr>
                <a:schemeClr val="dk1"/>
              </a:buClr>
              <a:buSzPts val="1100"/>
              <a:buFont typeface="Arial"/>
              <a:buNone/>
            </a:pPr>
            <a:r>
              <a:rPr lang="en-US" sz="1900"/>
              <a:t>end function funn( )</a:t>
            </a:r>
            <a:endParaRPr sz="1900"/>
          </a:p>
          <a:p>
            <a:pPr marL="457200" lvl="0" indent="-228600" algn="l" rtl="0">
              <a:lnSpc>
                <a:spcPct val="115000"/>
              </a:lnSpc>
              <a:spcBef>
                <a:spcPts val="1200"/>
              </a:spcBef>
              <a:spcAft>
                <a:spcPts val="0"/>
              </a:spcAft>
              <a:buClr>
                <a:schemeClr val="dk1"/>
              </a:buClr>
              <a:buSzPts val="1100"/>
              <a:buFont typeface="Arial"/>
              <a:buNone/>
            </a:pPr>
            <a:r>
              <a:rPr lang="en-US" sz="1900"/>
              <a:t>a) -13</a:t>
            </a:r>
            <a:endParaRPr sz="1900"/>
          </a:p>
          <a:p>
            <a:pPr marL="457200" lvl="0" indent="-228600" algn="l" rtl="0">
              <a:lnSpc>
                <a:spcPct val="115000"/>
              </a:lnSpc>
              <a:spcBef>
                <a:spcPts val="1200"/>
              </a:spcBef>
              <a:spcAft>
                <a:spcPts val="0"/>
              </a:spcAft>
              <a:buClr>
                <a:schemeClr val="dk1"/>
              </a:buClr>
              <a:buSzPts val="1100"/>
              <a:buFont typeface="Arial"/>
              <a:buNone/>
            </a:pPr>
            <a:r>
              <a:rPr lang="en-US" sz="1900"/>
              <a:t>b) 20</a:t>
            </a:r>
            <a:endParaRPr sz="1900"/>
          </a:p>
          <a:p>
            <a:pPr marL="457200" lvl="0" indent="-228600" algn="l" rtl="0">
              <a:lnSpc>
                <a:spcPct val="115000"/>
              </a:lnSpc>
              <a:spcBef>
                <a:spcPts val="1200"/>
              </a:spcBef>
              <a:spcAft>
                <a:spcPts val="0"/>
              </a:spcAft>
              <a:buClr>
                <a:schemeClr val="dk1"/>
              </a:buClr>
              <a:buSzPts val="1100"/>
              <a:buFont typeface="Arial"/>
              <a:buNone/>
            </a:pPr>
            <a:r>
              <a:rPr lang="en-US" sz="1900"/>
              <a:t>c) 7</a:t>
            </a:r>
            <a:endParaRPr sz="1900"/>
          </a:p>
          <a:p>
            <a:pPr marL="457200" lvl="0" indent="-228600" algn="l" rtl="0">
              <a:lnSpc>
                <a:spcPct val="115000"/>
              </a:lnSpc>
              <a:spcBef>
                <a:spcPts val="1200"/>
              </a:spcBef>
              <a:spcAft>
                <a:spcPts val="0"/>
              </a:spcAft>
              <a:buClr>
                <a:schemeClr val="dk1"/>
              </a:buClr>
              <a:buSzPts val="1100"/>
              <a:buFont typeface="Arial"/>
              <a:buNone/>
            </a:pPr>
            <a:r>
              <a:rPr lang="en-US" sz="1900"/>
              <a:t>d) 2</a:t>
            </a:r>
            <a:endParaRPr sz="1900"/>
          </a:p>
          <a:p>
            <a:pPr marL="0" lvl="0" indent="0" algn="l" rtl="0">
              <a:spcBef>
                <a:spcPts val="1200"/>
              </a:spcBef>
              <a:spcAft>
                <a:spcPts val="0"/>
              </a:spcAft>
              <a:buNone/>
            </a:pPr>
            <a:endParaRPr sz="3600"/>
          </a:p>
        </p:txBody>
      </p:sp>
      <p:pic>
        <p:nvPicPr>
          <p:cNvPr id="371" name="Google Shape;371;g13615080cd1_0_262"/>
          <p:cNvPicPr preferRelativeResize="0"/>
          <p:nvPr/>
        </p:nvPicPr>
        <p:blipFill rotWithShape="1">
          <a:blip r:embed="rId3">
            <a:alphaModFix/>
          </a:blip>
          <a:srcRect/>
          <a:stretch/>
        </p:blipFill>
        <p:spPr>
          <a:xfrm>
            <a:off x="1292877" y="6069683"/>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1"/>
                                        </p:tgtEl>
                                        <p:attrNameLst>
                                          <p:attrName>style.visibility</p:attrName>
                                        </p:attrNameLst>
                                      </p:cBhvr>
                                      <p:to>
                                        <p:strVal val="visible"/>
                                      </p:to>
                                    </p:set>
                                    <p:animEffect transition="in" filter="fade">
                                      <p:cBhvr>
                                        <p:cTn id="7" dur="1000"/>
                                        <p:tgtEl>
                                          <p:spTgt spid="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g13615080cd1_0_268"/>
          <p:cNvSpPr txBox="1">
            <a:spLocks noGrp="1"/>
          </p:cNvSpPr>
          <p:nvPr>
            <p:ph idx="1"/>
          </p:nvPr>
        </p:nvSpPr>
        <p:spPr>
          <a:xfrm>
            <a:off x="201700" y="302550"/>
            <a:ext cx="11152200" cy="58743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a:t>38. What will be the output of the following pseudocode?</a:t>
            </a:r>
            <a:endParaRPr sz="1900"/>
          </a:p>
          <a:p>
            <a:pPr marL="0" lvl="0" indent="0" algn="l" rtl="0">
              <a:lnSpc>
                <a:spcPct val="115000"/>
              </a:lnSpc>
              <a:spcBef>
                <a:spcPts val="1200"/>
              </a:spcBef>
              <a:spcAft>
                <a:spcPts val="0"/>
              </a:spcAft>
              <a:buClr>
                <a:schemeClr val="dk1"/>
              </a:buClr>
              <a:buSzPts val="1100"/>
              <a:buFont typeface="Arial"/>
              <a:buNone/>
            </a:pPr>
            <a:r>
              <a:rPr lang="en-US" sz="1900"/>
              <a:t>Integer a, b, c</a:t>
            </a:r>
            <a:endParaRPr sz="1900"/>
          </a:p>
          <a:p>
            <a:pPr marL="0" lvl="0" indent="0" algn="l" rtl="0">
              <a:lnSpc>
                <a:spcPct val="115000"/>
              </a:lnSpc>
              <a:spcBef>
                <a:spcPts val="1200"/>
              </a:spcBef>
              <a:spcAft>
                <a:spcPts val="0"/>
              </a:spcAft>
              <a:buClr>
                <a:schemeClr val="dk1"/>
              </a:buClr>
              <a:buSzPts val="1100"/>
              <a:buFont typeface="Arial"/>
              <a:buNone/>
            </a:pPr>
            <a:r>
              <a:rPr lang="en-US" sz="1900"/>
              <a:t>set a= 2, b= 7, c= 11</a:t>
            </a:r>
            <a:endParaRPr sz="1900"/>
          </a:p>
          <a:p>
            <a:pPr marL="0" lvl="0" indent="0" algn="l" rtl="0">
              <a:lnSpc>
                <a:spcPct val="115000"/>
              </a:lnSpc>
              <a:spcBef>
                <a:spcPts val="1200"/>
              </a:spcBef>
              <a:spcAft>
                <a:spcPts val="0"/>
              </a:spcAft>
              <a:buClr>
                <a:schemeClr val="dk1"/>
              </a:buClr>
              <a:buSzPts val="1100"/>
              <a:buFont typeface="Arial"/>
              <a:buNone/>
            </a:pPr>
            <a:r>
              <a:rPr lang="en-US" sz="1900"/>
              <a:t>b= (a &amp; a ) + a</a:t>
            </a:r>
            <a:endParaRPr sz="1900"/>
          </a:p>
          <a:p>
            <a:pPr marL="0" lvl="0" indent="0" algn="l" rtl="0">
              <a:lnSpc>
                <a:spcPct val="115000"/>
              </a:lnSpc>
              <a:spcBef>
                <a:spcPts val="1200"/>
              </a:spcBef>
              <a:spcAft>
                <a:spcPts val="0"/>
              </a:spcAft>
              <a:buClr>
                <a:schemeClr val="dk1"/>
              </a:buClr>
              <a:buSzPts val="1100"/>
              <a:buFont typeface="Arial"/>
              <a:buNone/>
            </a:pPr>
            <a:r>
              <a:rPr lang="en-US" sz="1900"/>
              <a:t>b = 2 ^ a</a:t>
            </a:r>
            <a:endParaRPr sz="1900"/>
          </a:p>
          <a:p>
            <a:pPr marL="0" lvl="0" indent="0" algn="l" rtl="0">
              <a:lnSpc>
                <a:spcPct val="115000"/>
              </a:lnSpc>
              <a:spcBef>
                <a:spcPts val="1200"/>
              </a:spcBef>
              <a:spcAft>
                <a:spcPts val="0"/>
              </a:spcAft>
              <a:buClr>
                <a:schemeClr val="dk1"/>
              </a:buClr>
              <a:buSzPts val="1100"/>
              <a:buFont typeface="Arial"/>
              <a:buNone/>
            </a:pPr>
            <a:r>
              <a:rPr lang="en-US" sz="1900"/>
              <a:t>if (( c + b) &lt; (b - c))</a:t>
            </a:r>
            <a:endParaRPr sz="1900"/>
          </a:p>
          <a:p>
            <a:pPr marL="0" lvl="0" indent="0" algn="l" rtl="0">
              <a:lnSpc>
                <a:spcPct val="115000"/>
              </a:lnSpc>
              <a:spcBef>
                <a:spcPts val="1200"/>
              </a:spcBef>
              <a:spcAft>
                <a:spcPts val="0"/>
              </a:spcAft>
              <a:buClr>
                <a:schemeClr val="dk1"/>
              </a:buClr>
              <a:buSzPts val="1100"/>
              <a:buFont typeface="Arial"/>
              <a:buNone/>
            </a:pPr>
            <a:r>
              <a:rPr lang="en-US" sz="1900"/>
              <a:t>c= (11 + 4) ^ b</a:t>
            </a:r>
            <a:endParaRPr sz="1900"/>
          </a:p>
          <a:p>
            <a:pPr marL="0" lvl="0" indent="0" algn="l" rtl="0">
              <a:lnSpc>
                <a:spcPct val="115000"/>
              </a:lnSpc>
              <a:spcBef>
                <a:spcPts val="1200"/>
              </a:spcBef>
              <a:spcAft>
                <a:spcPts val="0"/>
              </a:spcAft>
              <a:buClr>
                <a:schemeClr val="dk1"/>
              </a:buClr>
              <a:buSzPts val="1100"/>
              <a:buFont typeface="Arial"/>
              <a:buNone/>
            </a:pPr>
            <a:r>
              <a:rPr lang="en-US" sz="1900"/>
              <a:t>end if</a:t>
            </a:r>
            <a:endParaRPr sz="1900"/>
          </a:p>
          <a:p>
            <a:pPr marL="0" lvl="0" indent="0" algn="l" rtl="0">
              <a:lnSpc>
                <a:spcPct val="115000"/>
              </a:lnSpc>
              <a:spcBef>
                <a:spcPts val="1200"/>
              </a:spcBef>
              <a:spcAft>
                <a:spcPts val="0"/>
              </a:spcAft>
              <a:buClr>
                <a:schemeClr val="dk1"/>
              </a:buClr>
              <a:buSzPts val="1100"/>
              <a:buFont typeface="Arial"/>
              <a:buNone/>
            </a:pPr>
            <a:r>
              <a:rPr lang="en-US" sz="1900"/>
              <a:t>print a + b + c</a:t>
            </a:r>
            <a:endParaRPr sz="1900"/>
          </a:p>
          <a:p>
            <a:pPr marL="457200" lvl="0" indent="-228600" algn="l" rtl="0">
              <a:lnSpc>
                <a:spcPct val="115000"/>
              </a:lnSpc>
              <a:spcBef>
                <a:spcPts val="1200"/>
              </a:spcBef>
              <a:spcAft>
                <a:spcPts val="0"/>
              </a:spcAft>
              <a:buClr>
                <a:schemeClr val="dk1"/>
              </a:buClr>
              <a:buSzPts val="1100"/>
              <a:buFont typeface="Arial"/>
              <a:buNone/>
            </a:pPr>
            <a:r>
              <a:rPr lang="en-US" sz="1900"/>
              <a:t>a) 5</a:t>
            </a:r>
            <a:endParaRPr sz="1900"/>
          </a:p>
          <a:p>
            <a:pPr marL="457200" lvl="0" indent="-228600" algn="l" rtl="0">
              <a:lnSpc>
                <a:spcPct val="115000"/>
              </a:lnSpc>
              <a:spcBef>
                <a:spcPts val="1200"/>
              </a:spcBef>
              <a:spcAft>
                <a:spcPts val="0"/>
              </a:spcAft>
              <a:buClr>
                <a:schemeClr val="dk1"/>
              </a:buClr>
              <a:buSzPts val="1100"/>
              <a:buFont typeface="Arial"/>
              <a:buNone/>
            </a:pPr>
            <a:r>
              <a:rPr lang="en-US" sz="1900"/>
              <a:t>b) 25</a:t>
            </a:r>
            <a:endParaRPr sz="1900"/>
          </a:p>
          <a:p>
            <a:pPr marL="457200" lvl="0" indent="-228600" algn="l" rtl="0">
              <a:lnSpc>
                <a:spcPct val="115000"/>
              </a:lnSpc>
              <a:spcBef>
                <a:spcPts val="1200"/>
              </a:spcBef>
              <a:spcAft>
                <a:spcPts val="0"/>
              </a:spcAft>
              <a:buClr>
                <a:schemeClr val="dk1"/>
              </a:buClr>
              <a:buSzPts val="1100"/>
              <a:buFont typeface="Arial"/>
              <a:buNone/>
            </a:pPr>
            <a:r>
              <a:rPr lang="en-US" sz="1900"/>
              <a:t>c) 16</a:t>
            </a:r>
            <a:endParaRPr sz="1900"/>
          </a:p>
          <a:p>
            <a:pPr marL="457200" lvl="0" indent="-228600" algn="l" rtl="0">
              <a:lnSpc>
                <a:spcPct val="115000"/>
              </a:lnSpc>
              <a:spcBef>
                <a:spcPts val="1200"/>
              </a:spcBef>
              <a:spcAft>
                <a:spcPts val="0"/>
              </a:spcAft>
              <a:buClr>
                <a:schemeClr val="dk1"/>
              </a:buClr>
              <a:buSzPts val="1100"/>
              <a:buFont typeface="Arial"/>
              <a:buNone/>
            </a:pPr>
            <a:r>
              <a:rPr lang="en-US" sz="1900"/>
              <a:t>d) 13</a:t>
            </a:r>
            <a:endParaRPr sz="1900"/>
          </a:p>
          <a:p>
            <a:pPr marL="0" lvl="0" indent="0" algn="l" rtl="0">
              <a:spcBef>
                <a:spcPts val="1200"/>
              </a:spcBef>
              <a:spcAft>
                <a:spcPts val="0"/>
              </a:spcAft>
              <a:buNone/>
            </a:pPr>
            <a:endParaRPr sz="3600"/>
          </a:p>
        </p:txBody>
      </p:sp>
      <p:pic>
        <p:nvPicPr>
          <p:cNvPr id="378" name="Google Shape;378;g13615080cd1_0_268"/>
          <p:cNvPicPr preferRelativeResize="0"/>
          <p:nvPr/>
        </p:nvPicPr>
        <p:blipFill rotWithShape="1">
          <a:blip r:embed="rId3">
            <a:alphaModFix/>
          </a:blip>
          <a:srcRect/>
          <a:stretch/>
        </p:blipFill>
        <p:spPr>
          <a:xfrm>
            <a:off x="1206427" y="6040883"/>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8"/>
                                        </p:tgtEl>
                                        <p:attrNameLst>
                                          <p:attrName>style.visibility</p:attrName>
                                        </p:attrNameLst>
                                      </p:cBhvr>
                                      <p:to>
                                        <p:strVal val="visible"/>
                                      </p:to>
                                    </p:set>
                                    <p:animEffect transition="in" filter="fade">
                                      <p:cBhvr>
                                        <p:cTn id="7" dur="1000"/>
                                        <p:tgtEl>
                                          <p:spTgt spid="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g13615080cd1_0_274"/>
          <p:cNvSpPr txBox="1">
            <a:spLocks noGrp="1"/>
          </p:cNvSpPr>
          <p:nvPr>
            <p:ph idx="1"/>
          </p:nvPr>
        </p:nvSpPr>
        <p:spPr>
          <a:xfrm>
            <a:off x="172900" y="331375"/>
            <a:ext cx="11785500" cy="62097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a:t>39. What will be the output of the following pseudocode for p= 1, q=2 ?</a:t>
            </a:r>
            <a:endParaRPr sz="1900"/>
          </a:p>
          <a:p>
            <a:pPr marL="0" lvl="0" indent="0" algn="l" rtl="0">
              <a:lnSpc>
                <a:spcPct val="115000"/>
              </a:lnSpc>
              <a:spcBef>
                <a:spcPts val="1200"/>
              </a:spcBef>
              <a:spcAft>
                <a:spcPts val="0"/>
              </a:spcAft>
              <a:buClr>
                <a:schemeClr val="dk1"/>
              </a:buClr>
              <a:buSzPts val="1100"/>
              <a:buFont typeface="Arial"/>
              <a:buNone/>
            </a:pPr>
            <a:r>
              <a:rPr lang="en-US" sz="1900"/>
              <a:t>Integer funn( integer p, integer q)</a:t>
            </a:r>
            <a:endParaRPr sz="1900"/>
          </a:p>
          <a:p>
            <a:pPr marL="0" lvl="0" indent="0" algn="l" rtl="0">
              <a:lnSpc>
                <a:spcPct val="115000"/>
              </a:lnSpc>
              <a:spcBef>
                <a:spcPts val="1200"/>
              </a:spcBef>
              <a:spcAft>
                <a:spcPts val="0"/>
              </a:spcAft>
              <a:buClr>
                <a:schemeClr val="dk1"/>
              </a:buClr>
              <a:buSzPts val="1100"/>
              <a:buFont typeface="Arial"/>
              <a:buNone/>
            </a:pPr>
            <a:r>
              <a:rPr lang="en-US" sz="1900"/>
              <a:t>if( q^ 2 &gt; q^ 3)</a:t>
            </a:r>
            <a:endParaRPr sz="1900"/>
          </a:p>
          <a:p>
            <a:pPr marL="0" lvl="0" indent="0" algn="l" rtl="0">
              <a:lnSpc>
                <a:spcPct val="115000"/>
              </a:lnSpc>
              <a:spcBef>
                <a:spcPts val="1200"/>
              </a:spcBef>
              <a:spcAft>
                <a:spcPts val="0"/>
              </a:spcAft>
              <a:buClr>
                <a:schemeClr val="dk1"/>
              </a:buClr>
              <a:buSzPts val="1100"/>
              <a:buFont typeface="Arial"/>
              <a:buNone/>
            </a:pPr>
            <a:r>
              <a:rPr lang="en-US" sz="1900"/>
              <a:t>p= q^ 2</a:t>
            </a:r>
            <a:endParaRPr sz="1900"/>
          </a:p>
          <a:p>
            <a:pPr marL="0" lvl="0" indent="0" algn="l" rtl="0">
              <a:lnSpc>
                <a:spcPct val="115000"/>
              </a:lnSpc>
              <a:spcBef>
                <a:spcPts val="1200"/>
              </a:spcBef>
              <a:spcAft>
                <a:spcPts val="0"/>
              </a:spcAft>
              <a:buClr>
                <a:schemeClr val="dk1"/>
              </a:buClr>
              <a:buSzPts val="1100"/>
              <a:buFont typeface="Arial"/>
              <a:buNone/>
            </a:pPr>
            <a:r>
              <a:rPr lang="en-US" sz="1900"/>
              <a:t>else</a:t>
            </a:r>
            <a:endParaRPr sz="1900"/>
          </a:p>
          <a:p>
            <a:pPr marL="0" lvl="0" indent="0" algn="l" rtl="0">
              <a:lnSpc>
                <a:spcPct val="115000"/>
              </a:lnSpc>
              <a:spcBef>
                <a:spcPts val="1200"/>
              </a:spcBef>
              <a:spcAft>
                <a:spcPts val="0"/>
              </a:spcAft>
              <a:buClr>
                <a:schemeClr val="dk1"/>
              </a:buClr>
              <a:buSzPts val="1100"/>
              <a:buFont typeface="Arial"/>
              <a:buNone/>
            </a:pPr>
            <a:r>
              <a:rPr lang="en-US" sz="1900"/>
              <a:t>q= p &amp; 2</a:t>
            </a:r>
            <a:endParaRPr sz="1900"/>
          </a:p>
          <a:p>
            <a:pPr marL="0" lvl="0" indent="0" algn="l" rtl="0">
              <a:lnSpc>
                <a:spcPct val="115000"/>
              </a:lnSpc>
              <a:spcBef>
                <a:spcPts val="1200"/>
              </a:spcBef>
              <a:spcAft>
                <a:spcPts val="0"/>
              </a:spcAft>
              <a:buClr>
                <a:schemeClr val="dk1"/>
              </a:buClr>
              <a:buSzPts val="1100"/>
              <a:buFont typeface="Arial"/>
              <a:buNone/>
            </a:pPr>
            <a:r>
              <a:rPr lang="en-US" sz="1900"/>
              <a:t>end if</a:t>
            </a:r>
            <a:endParaRPr sz="1900"/>
          </a:p>
          <a:p>
            <a:pPr marL="0" lvl="0" indent="0" algn="l" rtl="0">
              <a:lnSpc>
                <a:spcPct val="115000"/>
              </a:lnSpc>
              <a:spcBef>
                <a:spcPts val="1200"/>
              </a:spcBef>
              <a:spcAft>
                <a:spcPts val="0"/>
              </a:spcAft>
              <a:buClr>
                <a:schemeClr val="dk1"/>
              </a:buClr>
              <a:buSzPts val="1100"/>
              <a:buFont typeface="Arial"/>
              <a:buNone/>
            </a:pPr>
            <a:r>
              <a:rPr lang="en-US" sz="1900"/>
              <a:t>return p ^ q</a:t>
            </a:r>
            <a:endParaRPr sz="1900"/>
          </a:p>
          <a:p>
            <a:pPr marL="0" lvl="0" indent="0" algn="l" rtl="0">
              <a:lnSpc>
                <a:spcPct val="115000"/>
              </a:lnSpc>
              <a:spcBef>
                <a:spcPts val="1200"/>
              </a:spcBef>
              <a:spcAft>
                <a:spcPts val="0"/>
              </a:spcAft>
              <a:buClr>
                <a:schemeClr val="dk1"/>
              </a:buClr>
              <a:buSzPts val="1100"/>
              <a:buFont typeface="Arial"/>
              <a:buNone/>
            </a:pPr>
            <a:r>
              <a:rPr lang="en-US" sz="1900"/>
              <a:t>end function funn ( )</a:t>
            </a:r>
            <a:endParaRPr sz="1900"/>
          </a:p>
          <a:p>
            <a:pPr marL="457200" lvl="0" indent="-228600" algn="l" rtl="0">
              <a:lnSpc>
                <a:spcPct val="115000"/>
              </a:lnSpc>
              <a:spcBef>
                <a:spcPts val="1200"/>
              </a:spcBef>
              <a:spcAft>
                <a:spcPts val="0"/>
              </a:spcAft>
              <a:buClr>
                <a:schemeClr val="dk1"/>
              </a:buClr>
              <a:buSzPts val="1100"/>
              <a:buFont typeface="Arial"/>
              <a:buNone/>
            </a:pPr>
            <a:r>
              <a:rPr lang="en-US" sz="1900"/>
              <a:t>a) 11</a:t>
            </a:r>
            <a:endParaRPr sz="1900"/>
          </a:p>
          <a:p>
            <a:pPr marL="457200" lvl="0" indent="-228600" algn="l" rtl="0">
              <a:lnSpc>
                <a:spcPct val="115000"/>
              </a:lnSpc>
              <a:spcBef>
                <a:spcPts val="1200"/>
              </a:spcBef>
              <a:spcAft>
                <a:spcPts val="0"/>
              </a:spcAft>
              <a:buClr>
                <a:schemeClr val="dk1"/>
              </a:buClr>
              <a:buSzPts val="1100"/>
              <a:buFont typeface="Arial"/>
              <a:buNone/>
            </a:pPr>
            <a:r>
              <a:rPr lang="en-US" sz="1900"/>
              <a:t>b) 0</a:t>
            </a:r>
            <a:endParaRPr sz="1900"/>
          </a:p>
          <a:p>
            <a:pPr marL="457200" lvl="0" indent="-228600" algn="l" rtl="0">
              <a:lnSpc>
                <a:spcPct val="115000"/>
              </a:lnSpc>
              <a:spcBef>
                <a:spcPts val="1200"/>
              </a:spcBef>
              <a:spcAft>
                <a:spcPts val="0"/>
              </a:spcAft>
              <a:buClr>
                <a:schemeClr val="dk1"/>
              </a:buClr>
              <a:buSzPts val="1100"/>
              <a:buFont typeface="Arial"/>
              <a:buNone/>
            </a:pPr>
            <a:r>
              <a:rPr lang="en-US" sz="1900"/>
              <a:t>c) 2</a:t>
            </a:r>
            <a:endParaRPr sz="1900"/>
          </a:p>
          <a:p>
            <a:pPr marL="457200" lvl="0" indent="-228600" algn="l" rtl="0">
              <a:lnSpc>
                <a:spcPct val="115000"/>
              </a:lnSpc>
              <a:spcBef>
                <a:spcPts val="1200"/>
              </a:spcBef>
              <a:spcAft>
                <a:spcPts val="0"/>
              </a:spcAft>
              <a:buClr>
                <a:schemeClr val="dk1"/>
              </a:buClr>
              <a:buSzPts val="1100"/>
              <a:buFont typeface="Arial"/>
              <a:buNone/>
            </a:pPr>
            <a:r>
              <a:rPr lang="en-US" sz="1900"/>
              <a:t>d) 1</a:t>
            </a:r>
            <a:endParaRPr sz="1900"/>
          </a:p>
          <a:p>
            <a:pPr marL="0" lvl="0" indent="0" algn="l" rtl="0">
              <a:spcBef>
                <a:spcPts val="1200"/>
              </a:spcBef>
              <a:spcAft>
                <a:spcPts val="0"/>
              </a:spcAft>
              <a:buNone/>
            </a:pPr>
            <a:endParaRPr sz="3600"/>
          </a:p>
        </p:txBody>
      </p:sp>
      <p:pic>
        <p:nvPicPr>
          <p:cNvPr id="385" name="Google Shape;385;g13615080cd1_0_274"/>
          <p:cNvPicPr preferRelativeResize="0"/>
          <p:nvPr/>
        </p:nvPicPr>
        <p:blipFill rotWithShape="1">
          <a:blip r:embed="rId3">
            <a:alphaModFix/>
          </a:blip>
          <a:srcRect/>
          <a:stretch/>
        </p:blipFill>
        <p:spPr>
          <a:xfrm>
            <a:off x="1033527" y="559420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5"/>
                                        </p:tgtEl>
                                        <p:attrNameLst>
                                          <p:attrName>style.visibility</p:attrName>
                                        </p:attrNameLst>
                                      </p:cBhvr>
                                      <p:to>
                                        <p:strVal val="visible"/>
                                      </p:to>
                                    </p:set>
                                    <p:animEffect transition="in" filter="fade">
                                      <p:cBhvr>
                                        <p:cTn id="7" dur="1000"/>
                                        <p:tgtEl>
                                          <p:spTgt spid="3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g13615080cd1_0_305"/>
          <p:cNvSpPr txBox="1">
            <a:spLocks noGrp="1"/>
          </p:cNvSpPr>
          <p:nvPr>
            <p:ph idx="1"/>
          </p:nvPr>
        </p:nvSpPr>
        <p:spPr>
          <a:xfrm>
            <a:off x="158475" y="302550"/>
            <a:ext cx="11713500" cy="61089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a:t>40. What will be the output of the following pseudocode?</a:t>
            </a:r>
            <a:endParaRPr sz="2000"/>
          </a:p>
          <a:p>
            <a:pPr marL="0" lvl="0" indent="0" algn="l" rtl="0">
              <a:lnSpc>
                <a:spcPct val="115000"/>
              </a:lnSpc>
              <a:spcBef>
                <a:spcPts val="1200"/>
              </a:spcBef>
              <a:spcAft>
                <a:spcPts val="0"/>
              </a:spcAft>
              <a:buClr>
                <a:schemeClr val="dk1"/>
              </a:buClr>
              <a:buSzPts val="1100"/>
              <a:buFont typeface="Arial"/>
              <a:buNone/>
            </a:pPr>
            <a:r>
              <a:rPr lang="en-US" sz="2000"/>
              <a:t>Integer a, b, c</a:t>
            </a:r>
            <a:endParaRPr sz="2000"/>
          </a:p>
          <a:p>
            <a:pPr marL="0" lvl="0" indent="0" algn="l" rtl="0">
              <a:lnSpc>
                <a:spcPct val="115000"/>
              </a:lnSpc>
              <a:spcBef>
                <a:spcPts val="1200"/>
              </a:spcBef>
              <a:spcAft>
                <a:spcPts val="0"/>
              </a:spcAft>
              <a:buClr>
                <a:schemeClr val="dk1"/>
              </a:buClr>
              <a:buSzPts val="1100"/>
              <a:buFont typeface="Arial"/>
              <a:buNone/>
            </a:pPr>
            <a:r>
              <a:rPr lang="en-US" sz="2000"/>
              <a:t>set a= 8, b= 7, c=10</a:t>
            </a:r>
            <a:endParaRPr sz="2000"/>
          </a:p>
          <a:p>
            <a:pPr marL="0" lvl="0" indent="0" algn="l" rtl="0">
              <a:lnSpc>
                <a:spcPct val="115000"/>
              </a:lnSpc>
              <a:spcBef>
                <a:spcPts val="1200"/>
              </a:spcBef>
              <a:spcAft>
                <a:spcPts val="0"/>
              </a:spcAft>
              <a:buClr>
                <a:schemeClr val="dk1"/>
              </a:buClr>
              <a:buSzPts val="1100"/>
              <a:buFont typeface="Arial"/>
              <a:buNone/>
            </a:pPr>
            <a:r>
              <a:rPr lang="en-US" sz="2000"/>
              <a:t>If ((a -b) &gt; ( b- a))</a:t>
            </a:r>
            <a:endParaRPr sz="2000"/>
          </a:p>
          <a:p>
            <a:pPr marL="0" lvl="0" indent="0" algn="l" rtl="0">
              <a:lnSpc>
                <a:spcPct val="115000"/>
              </a:lnSpc>
              <a:spcBef>
                <a:spcPts val="1200"/>
              </a:spcBef>
              <a:spcAft>
                <a:spcPts val="0"/>
              </a:spcAft>
              <a:buClr>
                <a:schemeClr val="dk1"/>
              </a:buClr>
              <a:buSzPts val="1100"/>
              <a:buFont typeface="Arial"/>
              <a:buNone/>
            </a:pPr>
            <a:r>
              <a:rPr lang="en-US" sz="2000"/>
              <a:t>c= 7 + b</a:t>
            </a:r>
            <a:endParaRPr sz="2000"/>
          </a:p>
          <a:p>
            <a:pPr marL="0" lvl="0" indent="0" algn="l" rtl="0">
              <a:lnSpc>
                <a:spcPct val="115000"/>
              </a:lnSpc>
              <a:spcBef>
                <a:spcPts val="1200"/>
              </a:spcBef>
              <a:spcAft>
                <a:spcPts val="0"/>
              </a:spcAft>
              <a:buClr>
                <a:schemeClr val="dk1"/>
              </a:buClr>
              <a:buSzPts val="1100"/>
              <a:buFont typeface="Arial"/>
              <a:buNone/>
            </a:pPr>
            <a:r>
              <a:rPr lang="en-US" sz="2000"/>
              <a:t>if (( b+c) &lt; ( a-b) )</a:t>
            </a:r>
            <a:endParaRPr sz="2000"/>
          </a:p>
          <a:p>
            <a:pPr marL="0" lvl="0" indent="0" algn="l" rtl="0">
              <a:lnSpc>
                <a:spcPct val="115000"/>
              </a:lnSpc>
              <a:spcBef>
                <a:spcPts val="1200"/>
              </a:spcBef>
              <a:spcAft>
                <a:spcPts val="0"/>
              </a:spcAft>
              <a:buClr>
                <a:schemeClr val="dk1"/>
              </a:buClr>
              <a:buSzPts val="1100"/>
              <a:buFont typeface="Arial"/>
              <a:buNone/>
            </a:pPr>
            <a:r>
              <a:rPr lang="en-US" sz="2000"/>
              <a:t>b= 3 + a</a:t>
            </a:r>
            <a:endParaRPr sz="2000"/>
          </a:p>
          <a:p>
            <a:pPr marL="0" lvl="0" indent="0" algn="l" rtl="0">
              <a:lnSpc>
                <a:spcPct val="115000"/>
              </a:lnSpc>
              <a:spcBef>
                <a:spcPts val="1200"/>
              </a:spcBef>
              <a:spcAft>
                <a:spcPts val="0"/>
              </a:spcAft>
              <a:buClr>
                <a:schemeClr val="dk1"/>
              </a:buClr>
              <a:buSzPts val="1100"/>
              <a:buFont typeface="Arial"/>
              <a:buNone/>
            </a:pPr>
            <a:r>
              <a:rPr lang="en-US" sz="2000"/>
              <a:t>end if</a:t>
            </a:r>
            <a:endParaRPr sz="2000"/>
          </a:p>
          <a:p>
            <a:pPr marL="0" lvl="0" indent="0" algn="l" rtl="0">
              <a:lnSpc>
                <a:spcPct val="115000"/>
              </a:lnSpc>
              <a:spcBef>
                <a:spcPts val="1200"/>
              </a:spcBef>
              <a:spcAft>
                <a:spcPts val="0"/>
              </a:spcAft>
              <a:buClr>
                <a:schemeClr val="dk1"/>
              </a:buClr>
              <a:buSzPts val="1100"/>
              <a:buFont typeface="Arial"/>
              <a:buNone/>
            </a:pPr>
            <a:r>
              <a:rPr lang="en-US" sz="2000"/>
              <a:t>c= (4 ^ 11) &amp; b</a:t>
            </a:r>
            <a:endParaRPr sz="2000"/>
          </a:p>
          <a:p>
            <a:pPr marL="0" lvl="0" indent="0" algn="l" rtl="0">
              <a:lnSpc>
                <a:spcPct val="115000"/>
              </a:lnSpc>
              <a:spcBef>
                <a:spcPts val="1200"/>
              </a:spcBef>
              <a:spcAft>
                <a:spcPts val="0"/>
              </a:spcAft>
              <a:buClr>
                <a:schemeClr val="dk1"/>
              </a:buClr>
              <a:buSzPts val="1100"/>
              <a:buFont typeface="Arial"/>
              <a:buNone/>
            </a:pPr>
            <a:r>
              <a:rPr lang="en-US" sz="2000"/>
              <a:t>end if</a:t>
            </a:r>
            <a:endParaRPr sz="2000"/>
          </a:p>
          <a:p>
            <a:pPr marL="0" lvl="0" indent="0" algn="l" rtl="0">
              <a:lnSpc>
                <a:spcPct val="115000"/>
              </a:lnSpc>
              <a:spcBef>
                <a:spcPts val="1200"/>
              </a:spcBef>
              <a:spcAft>
                <a:spcPts val="0"/>
              </a:spcAft>
              <a:buClr>
                <a:schemeClr val="dk1"/>
              </a:buClr>
              <a:buSzPts val="1100"/>
              <a:buFont typeface="Arial"/>
              <a:buNone/>
            </a:pPr>
            <a:r>
              <a:rPr lang="en-US" sz="2000"/>
              <a:t>print a + b + c</a:t>
            </a:r>
            <a:endParaRPr sz="2000"/>
          </a:p>
          <a:p>
            <a:pPr marL="0" lvl="0" indent="0" algn="l" rtl="0">
              <a:spcBef>
                <a:spcPts val="1200"/>
              </a:spcBef>
              <a:spcAft>
                <a:spcPts val="0"/>
              </a:spcAft>
              <a:buNone/>
            </a:pPr>
            <a:endParaRPr sz="3300"/>
          </a:p>
        </p:txBody>
      </p:sp>
      <p:sp>
        <p:nvSpPr>
          <p:cNvPr id="392" name="Google Shape;392;g13615080cd1_0_305"/>
          <p:cNvSpPr txBox="1"/>
          <p:nvPr/>
        </p:nvSpPr>
        <p:spPr>
          <a:xfrm>
            <a:off x="5446050" y="2619300"/>
            <a:ext cx="8298900" cy="24936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a) 32</a:t>
            </a:r>
            <a:endParaRPr sz="20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b) 22</a:t>
            </a:r>
            <a:endParaRPr sz="20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c) 18</a:t>
            </a:r>
            <a:endParaRPr sz="20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d) 25</a:t>
            </a:r>
            <a:endParaRPr sz="2000">
              <a:solidFill>
                <a:schemeClr val="dk1"/>
              </a:solidFill>
              <a:latin typeface="Calibri"/>
              <a:ea typeface="Calibri"/>
              <a:cs typeface="Calibri"/>
              <a:sym typeface="Calibri"/>
            </a:endParaRPr>
          </a:p>
          <a:p>
            <a:pPr marL="0" lvl="0" indent="0" algn="l" rtl="0">
              <a:spcBef>
                <a:spcPts val="1200"/>
              </a:spcBef>
              <a:spcAft>
                <a:spcPts val="0"/>
              </a:spcAft>
              <a:buNone/>
            </a:pPr>
            <a:endParaRPr sz="1800">
              <a:latin typeface="Calibri"/>
              <a:ea typeface="Calibri"/>
              <a:cs typeface="Calibri"/>
              <a:sym typeface="Calibri"/>
            </a:endParaRPr>
          </a:p>
        </p:txBody>
      </p:sp>
      <p:pic>
        <p:nvPicPr>
          <p:cNvPr id="393" name="Google Shape;393;g13615080cd1_0_305"/>
          <p:cNvPicPr preferRelativeResize="0"/>
          <p:nvPr/>
        </p:nvPicPr>
        <p:blipFill rotWithShape="1">
          <a:blip r:embed="rId3">
            <a:alphaModFix/>
          </a:blip>
          <a:srcRect/>
          <a:stretch/>
        </p:blipFill>
        <p:spPr>
          <a:xfrm>
            <a:off x="5086202" y="29832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3"/>
                                        </p:tgtEl>
                                        <p:attrNameLst>
                                          <p:attrName>style.visibility</p:attrName>
                                        </p:attrNameLst>
                                      </p:cBhvr>
                                      <p:to>
                                        <p:strVal val="visible"/>
                                      </p:to>
                                    </p:set>
                                    <p:animEffect transition="in" filter="fade">
                                      <p:cBhvr>
                                        <p:cTn id="7" dur="1000"/>
                                        <p:tgtEl>
                                          <p:spTgt spid="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g13615080cd1_0_334"/>
          <p:cNvSpPr txBox="1">
            <a:spLocks noGrp="1"/>
          </p:cNvSpPr>
          <p:nvPr>
            <p:ph idx="1"/>
          </p:nvPr>
        </p:nvSpPr>
        <p:spPr>
          <a:xfrm>
            <a:off x="230525" y="389000"/>
            <a:ext cx="11123400" cy="57879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a:t>41. What will be the output of the following pseudocode?</a:t>
            </a:r>
            <a:endParaRPr sz="1900"/>
          </a:p>
          <a:p>
            <a:pPr marL="0" lvl="0" indent="0" algn="l" rtl="0">
              <a:lnSpc>
                <a:spcPct val="115000"/>
              </a:lnSpc>
              <a:spcBef>
                <a:spcPts val="1200"/>
              </a:spcBef>
              <a:spcAft>
                <a:spcPts val="0"/>
              </a:spcAft>
              <a:buClr>
                <a:schemeClr val="dk1"/>
              </a:buClr>
              <a:buSzPts val="1100"/>
              <a:buFont typeface="Arial"/>
              <a:buNone/>
            </a:pPr>
            <a:r>
              <a:rPr lang="en-US" sz="1900"/>
              <a:t>Integer a, b, c</a:t>
            </a:r>
            <a:endParaRPr sz="1900"/>
          </a:p>
          <a:p>
            <a:pPr marL="0" lvl="0" indent="0" algn="l" rtl="0">
              <a:lnSpc>
                <a:spcPct val="115000"/>
              </a:lnSpc>
              <a:spcBef>
                <a:spcPts val="1200"/>
              </a:spcBef>
              <a:spcAft>
                <a:spcPts val="0"/>
              </a:spcAft>
              <a:buClr>
                <a:schemeClr val="dk1"/>
              </a:buClr>
              <a:buSzPts val="1100"/>
              <a:buFont typeface="Arial"/>
              <a:buNone/>
            </a:pPr>
            <a:r>
              <a:rPr lang="en-US" sz="1900"/>
              <a:t>set a= 8, b= 4, c= 15</a:t>
            </a:r>
            <a:endParaRPr sz="1900"/>
          </a:p>
          <a:p>
            <a:pPr marL="0" lvl="0" indent="0" algn="l" rtl="0">
              <a:lnSpc>
                <a:spcPct val="115000"/>
              </a:lnSpc>
              <a:spcBef>
                <a:spcPts val="1200"/>
              </a:spcBef>
              <a:spcAft>
                <a:spcPts val="0"/>
              </a:spcAft>
              <a:buClr>
                <a:schemeClr val="dk1"/>
              </a:buClr>
              <a:buSzPts val="1100"/>
              <a:buFont typeface="Arial"/>
              <a:buNone/>
            </a:pPr>
            <a:r>
              <a:rPr lang="en-US" sz="1900"/>
              <a:t>if(( 9 + c ) &amp; (5 ^ a) &gt; ( b ^ a ))</a:t>
            </a:r>
            <a:endParaRPr sz="1900"/>
          </a:p>
          <a:p>
            <a:pPr marL="0" lvl="0" indent="0" algn="l" rtl="0">
              <a:lnSpc>
                <a:spcPct val="115000"/>
              </a:lnSpc>
              <a:spcBef>
                <a:spcPts val="1200"/>
              </a:spcBef>
              <a:spcAft>
                <a:spcPts val="0"/>
              </a:spcAft>
              <a:buClr>
                <a:schemeClr val="dk1"/>
              </a:buClr>
              <a:buSzPts val="1100"/>
              <a:buFont typeface="Arial"/>
              <a:buNone/>
            </a:pPr>
            <a:r>
              <a:rPr lang="en-US" sz="1900"/>
              <a:t>b= a</a:t>
            </a:r>
            <a:endParaRPr sz="1900"/>
          </a:p>
          <a:p>
            <a:pPr marL="0" lvl="0" indent="0" algn="l" rtl="0">
              <a:lnSpc>
                <a:spcPct val="115000"/>
              </a:lnSpc>
              <a:spcBef>
                <a:spcPts val="1200"/>
              </a:spcBef>
              <a:spcAft>
                <a:spcPts val="0"/>
              </a:spcAft>
              <a:buClr>
                <a:schemeClr val="dk1"/>
              </a:buClr>
              <a:buSzPts val="1100"/>
              <a:buFont typeface="Arial"/>
              <a:buNone/>
            </a:pPr>
            <a:r>
              <a:rPr lang="en-US" sz="1900"/>
              <a:t>a= (a + 2) + b</a:t>
            </a:r>
            <a:endParaRPr sz="1900"/>
          </a:p>
          <a:p>
            <a:pPr marL="0" lvl="0" indent="0" algn="l" rtl="0">
              <a:lnSpc>
                <a:spcPct val="115000"/>
              </a:lnSpc>
              <a:spcBef>
                <a:spcPts val="1200"/>
              </a:spcBef>
              <a:spcAft>
                <a:spcPts val="0"/>
              </a:spcAft>
              <a:buClr>
                <a:schemeClr val="dk1"/>
              </a:buClr>
              <a:buSzPts val="1100"/>
              <a:buFont typeface="Arial"/>
              <a:buNone/>
            </a:pPr>
            <a:r>
              <a:rPr lang="en-US" sz="1900"/>
              <a:t>end if</a:t>
            </a:r>
            <a:endParaRPr sz="1900"/>
          </a:p>
          <a:p>
            <a:pPr marL="0" lvl="0" indent="0" algn="l" rtl="0">
              <a:lnSpc>
                <a:spcPct val="115000"/>
              </a:lnSpc>
              <a:spcBef>
                <a:spcPts val="1200"/>
              </a:spcBef>
              <a:spcAft>
                <a:spcPts val="0"/>
              </a:spcAft>
              <a:buClr>
                <a:schemeClr val="dk1"/>
              </a:buClr>
              <a:buSzPts val="1100"/>
              <a:buFont typeface="Arial"/>
              <a:buNone/>
            </a:pPr>
            <a:r>
              <a:rPr lang="en-US" sz="1900"/>
              <a:t>print a + b + c</a:t>
            </a:r>
            <a:endParaRPr sz="1900"/>
          </a:p>
          <a:p>
            <a:pPr marL="457200" lvl="0" indent="-228600" algn="l" rtl="0">
              <a:lnSpc>
                <a:spcPct val="115000"/>
              </a:lnSpc>
              <a:spcBef>
                <a:spcPts val="1200"/>
              </a:spcBef>
              <a:spcAft>
                <a:spcPts val="0"/>
              </a:spcAft>
              <a:buClr>
                <a:schemeClr val="dk1"/>
              </a:buClr>
              <a:buSzPts val="1100"/>
              <a:buFont typeface="Arial"/>
              <a:buNone/>
            </a:pPr>
            <a:r>
              <a:rPr lang="en-US" sz="1900"/>
              <a:t>a) 27</a:t>
            </a:r>
            <a:endParaRPr sz="1900"/>
          </a:p>
          <a:p>
            <a:pPr marL="457200" lvl="0" indent="-228600" algn="l" rtl="0">
              <a:lnSpc>
                <a:spcPct val="115000"/>
              </a:lnSpc>
              <a:spcBef>
                <a:spcPts val="1200"/>
              </a:spcBef>
              <a:spcAft>
                <a:spcPts val="0"/>
              </a:spcAft>
              <a:buClr>
                <a:schemeClr val="dk1"/>
              </a:buClr>
              <a:buSzPts val="1100"/>
              <a:buFont typeface="Arial"/>
              <a:buNone/>
            </a:pPr>
            <a:r>
              <a:rPr lang="en-US" sz="1900"/>
              <a:t>b) 37</a:t>
            </a:r>
            <a:endParaRPr sz="1900"/>
          </a:p>
          <a:p>
            <a:pPr marL="457200" lvl="0" indent="-228600" algn="l" rtl="0">
              <a:lnSpc>
                <a:spcPct val="115000"/>
              </a:lnSpc>
              <a:spcBef>
                <a:spcPts val="1200"/>
              </a:spcBef>
              <a:spcAft>
                <a:spcPts val="0"/>
              </a:spcAft>
              <a:buClr>
                <a:schemeClr val="dk1"/>
              </a:buClr>
              <a:buSzPts val="1100"/>
              <a:buFont typeface="Arial"/>
              <a:buNone/>
            </a:pPr>
            <a:r>
              <a:rPr lang="en-US" sz="1900"/>
              <a:t>c) 22</a:t>
            </a:r>
            <a:endParaRPr sz="1900"/>
          </a:p>
          <a:p>
            <a:pPr marL="457200" lvl="0" indent="-228600" algn="l" rtl="0">
              <a:lnSpc>
                <a:spcPct val="115000"/>
              </a:lnSpc>
              <a:spcBef>
                <a:spcPts val="1200"/>
              </a:spcBef>
              <a:spcAft>
                <a:spcPts val="0"/>
              </a:spcAft>
              <a:buClr>
                <a:schemeClr val="dk1"/>
              </a:buClr>
              <a:buSzPts val="1100"/>
              <a:buFont typeface="Arial"/>
              <a:buNone/>
            </a:pPr>
            <a:r>
              <a:rPr lang="en-US" sz="1900"/>
              <a:t>d) 32</a:t>
            </a:r>
            <a:endParaRPr sz="1900"/>
          </a:p>
          <a:p>
            <a:pPr marL="0" lvl="0" indent="0" algn="l" rtl="0">
              <a:spcBef>
                <a:spcPts val="1200"/>
              </a:spcBef>
              <a:spcAft>
                <a:spcPts val="0"/>
              </a:spcAft>
              <a:buNone/>
            </a:pPr>
            <a:endParaRPr sz="3600"/>
          </a:p>
        </p:txBody>
      </p:sp>
      <p:pic>
        <p:nvPicPr>
          <p:cNvPr id="400" name="Google Shape;400;g13615080cd1_0_334"/>
          <p:cNvPicPr preferRelativeResize="0"/>
          <p:nvPr/>
        </p:nvPicPr>
        <p:blipFill rotWithShape="1">
          <a:blip r:embed="rId3">
            <a:alphaModFix/>
          </a:blip>
          <a:srcRect/>
          <a:stretch/>
        </p:blipFill>
        <p:spPr>
          <a:xfrm>
            <a:off x="1297002" y="40555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0"/>
                                        </p:tgtEl>
                                        <p:attrNameLst>
                                          <p:attrName>style.visibility</p:attrName>
                                        </p:attrNameLst>
                                      </p:cBhvr>
                                      <p:to>
                                        <p:strVal val="visible"/>
                                      </p:to>
                                    </p:set>
                                    <p:animEffect transition="in" filter="fade">
                                      <p:cBhvr>
                                        <p:cTn id="7" dur="1000"/>
                                        <p:tgtEl>
                                          <p:spTgt spid="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g13615080cd1_0_340"/>
          <p:cNvSpPr txBox="1">
            <a:spLocks noGrp="1"/>
          </p:cNvSpPr>
          <p:nvPr>
            <p:ph idx="1"/>
          </p:nvPr>
        </p:nvSpPr>
        <p:spPr>
          <a:xfrm>
            <a:off x="244925" y="331375"/>
            <a:ext cx="11109000" cy="58455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a:t>42. What will be the output of the following pseudocode?</a:t>
            </a:r>
            <a:endParaRPr sz="2000"/>
          </a:p>
          <a:p>
            <a:pPr marL="0" lvl="0" indent="0" algn="l" rtl="0">
              <a:lnSpc>
                <a:spcPct val="115000"/>
              </a:lnSpc>
              <a:spcBef>
                <a:spcPts val="1200"/>
              </a:spcBef>
              <a:spcAft>
                <a:spcPts val="0"/>
              </a:spcAft>
              <a:buClr>
                <a:schemeClr val="dk1"/>
              </a:buClr>
              <a:buSzPts val="1100"/>
              <a:buFont typeface="Arial"/>
              <a:buNone/>
            </a:pPr>
            <a:r>
              <a:rPr lang="en-US" sz="2000"/>
              <a:t>Integer a, b, c</a:t>
            </a:r>
            <a:endParaRPr sz="2000"/>
          </a:p>
          <a:p>
            <a:pPr marL="0" lvl="0" indent="0" algn="l" rtl="0">
              <a:lnSpc>
                <a:spcPct val="115000"/>
              </a:lnSpc>
              <a:spcBef>
                <a:spcPts val="1200"/>
              </a:spcBef>
              <a:spcAft>
                <a:spcPts val="0"/>
              </a:spcAft>
              <a:buClr>
                <a:schemeClr val="dk1"/>
              </a:buClr>
              <a:buSzPts val="1100"/>
              <a:buFont typeface="Arial"/>
              <a:buNone/>
            </a:pPr>
            <a:r>
              <a:rPr lang="en-US" sz="2000"/>
              <a:t>set a= 7, b= 2, c= 8</a:t>
            </a:r>
            <a:endParaRPr sz="2000"/>
          </a:p>
          <a:p>
            <a:pPr marL="0" lvl="0" indent="0" algn="l" rtl="0">
              <a:lnSpc>
                <a:spcPct val="115000"/>
              </a:lnSpc>
              <a:spcBef>
                <a:spcPts val="1200"/>
              </a:spcBef>
              <a:spcAft>
                <a:spcPts val="0"/>
              </a:spcAft>
              <a:buClr>
                <a:schemeClr val="dk1"/>
              </a:buClr>
              <a:buSzPts val="1100"/>
              <a:buFont typeface="Arial"/>
              <a:buNone/>
            </a:pPr>
            <a:r>
              <a:rPr lang="en-US" sz="2000"/>
              <a:t>b = ( b&amp;b) + b</a:t>
            </a:r>
            <a:endParaRPr sz="2000"/>
          </a:p>
          <a:p>
            <a:pPr marL="0" lvl="0" indent="0" algn="l" rtl="0">
              <a:lnSpc>
                <a:spcPct val="115000"/>
              </a:lnSpc>
              <a:spcBef>
                <a:spcPts val="1200"/>
              </a:spcBef>
              <a:spcAft>
                <a:spcPts val="0"/>
              </a:spcAft>
              <a:buClr>
                <a:schemeClr val="dk1"/>
              </a:buClr>
              <a:buSzPts val="1100"/>
              <a:buFont typeface="Arial"/>
              <a:buNone/>
            </a:pPr>
            <a:r>
              <a:rPr lang="en-US" sz="2000"/>
              <a:t>a= (5 &amp; 11) + a</a:t>
            </a:r>
            <a:endParaRPr sz="2000"/>
          </a:p>
          <a:p>
            <a:pPr marL="0" lvl="0" indent="0" algn="l" rtl="0">
              <a:lnSpc>
                <a:spcPct val="115000"/>
              </a:lnSpc>
              <a:spcBef>
                <a:spcPts val="1200"/>
              </a:spcBef>
              <a:spcAft>
                <a:spcPts val="0"/>
              </a:spcAft>
              <a:buClr>
                <a:schemeClr val="dk1"/>
              </a:buClr>
              <a:buSzPts val="1100"/>
              <a:buFont typeface="Arial"/>
              <a:buNone/>
            </a:pPr>
            <a:r>
              <a:rPr lang="en-US" sz="2000"/>
              <a:t>c= c</a:t>
            </a:r>
            <a:endParaRPr sz="2000"/>
          </a:p>
          <a:p>
            <a:pPr marL="0" lvl="0" indent="0" algn="l" rtl="0">
              <a:lnSpc>
                <a:spcPct val="115000"/>
              </a:lnSpc>
              <a:spcBef>
                <a:spcPts val="1200"/>
              </a:spcBef>
              <a:spcAft>
                <a:spcPts val="0"/>
              </a:spcAft>
              <a:buClr>
                <a:schemeClr val="dk1"/>
              </a:buClr>
              <a:buSzPts val="1100"/>
              <a:buFont typeface="Arial"/>
              <a:buNone/>
            </a:pPr>
            <a:r>
              <a:rPr lang="en-US" sz="2000"/>
              <a:t>print a + b + c</a:t>
            </a:r>
            <a:endParaRPr sz="2000"/>
          </a:p>
          <a:p>
            <a:pPr marL="457200" lvl="0" indent="-228600" algn="l" rtl="0">
              <a:lnSpc>
                <a:spcPct val="115000"/>
              </a:lnSpc>
              <a:spcBef>
                <a:spcPts val="1200"/>
              </a:spcBef>
              <a:spcAft>
                <a:spcPts val="0"/>
              </a:spcAft>
              <a:buClr>
                <a:schemeClr val="dk1"/>
              </a:buClr>
              <a:buSzPts val="1100"/>
              <a:buFont typeface="Arial"/>
              <a:buNone/>
            </a:pPr>
            <a:r>
              <a:rPr lang="en-US" sz="2000"/>
              <a:t>a) 30</a:t>
            </a:r>
            <a:endParaRPr sz="2000"/>
          </a:p>
          <a:p>
            <a:pPr marL="457200" lvl="0" indent="-228600" algn="l" rtl="0">
              <a:lnSpc>
                <a:spcPct val="115000"/>
              </a:lnSpc>
              <a:spcBef>
                <a:spcPts val="1200"/>
              </a:spcBef>
              <a:spcAft>
                <a:spcPts val="0"/>
              </a:spcAft>
              <a:buClr>
                <a:schemeClr val="dk1"/>
              </a:buClr>
              <a:buSzPts val="1100"/>
              <a:buFont typeface="Arial"/>
              <a:buNone/>
            </a:pPr>
            <a:r>
              <a:rPr lang="en-US" sz="2000"/>
              <a:t>b) 20</a:t>
            </a:r>
            <a:endParaRPr sz="2000"/>
          </a:p>
          <a:p>
            <a:pPr marL="457200" lvl="0" indent="-228600" algn="l" rtl="0">
              <a:lnSpc>
                <a:spcPct val="115000"/>
              </a:lnSpc>
              <a:spcBef>
                <a:spcPts val="1200"/>
              </a:spcBef>
              <a:spcAft>
                <a:spcPts val="0"/>
              </a:spcAft>
              <a:buClr>
                <a:schemeClr val="dk1"/>
              </a:buClr>
              <a:buSzPts val="1100"/>
              <a:buFont typeface="Arial"/>
              <a:buNone/>
            </a:pPr>
            <a:r>
              <a:rPr lang="en-US" sz="2000"/>
              <a:t>c) 15</a:t>
            </a:r>
            <a:endParaRPr sz="2000"/>
          </a:p>
          <a:p>
            <a:pPr marL="457200" lvl="0" indent="-228600" algn="l" rtl="0">
              <a:lnSpc>
                <a:spcPct val="115000"/>
              </a:lnSpc>
              <a:spcBef>
                <a:spcPts val="1200"/>
              </a:spcBef>
              <a:spcAft>
                <a:spcPts val="0"/>
              </a:spcAft>
              <a:buClr>
                <a:schemeClr val="dk1"/>
              </a:buClr>
              <a:buSzPts val="1100"/>
              <a:buFont typeface="Arial"/>
              <a:buNone/>
            </a:pPr>
            <a:r>
              <a:rPr lang="en-US" sz="2000"/>
              <a:t>d) 22</a:t>
            </a:r>
            <a:endParaRPr sz="2000"/>
          </a:p>
          <a:p>
            <a:pPr marL="0" lvl="0" indent="0" algn="l" rtl="0">
              <a:spcBef>
                <a:spcPts val="1200"/>
              </a:spcBef>
              <a:spcAft>
                <a:spcPts val="0"/>
              </a:spcAft>
              <a:buNone/>
            </a:pPr>
            <a:endParaRPr sz="3700"/>
          </a:p>
        </p:txBody>
      </p:sp>
      <p:pic>
        <p:nvPicPr>
          <p:cNvPr id="407" name="Google Shape;407;g13615080cd1_0_340"/>
          <p:cNvPicPr preferRelativeResize="0"/>
          <p:nvPr/>
        </p:nvPicPr>
        <p:blipFill rotWithShape="1">
          <a:blip r:embed="rId3">
            <a:alphaModFix/>
          </a:blip>
          <a:srcRect/>
          <a:stretch/>
        </p:blipFill>
        <p:spPr>
          <a:xfrm>
            <a:off x="1282602" y="42223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7"/>
                                        </p:tgtEl>
                                        <p:attrNameLst>
                                          <p:attrName>style.visibility</p:attrName>
                                        </p:attrNameLst>
                                      </p:cBhvr>
                                      <p:to>
                                        <p:strVal val="visible"/>
                                      </p:to>
                                    </p:set>
                                    <p:animEffect transition="in" filter="fade">
                                      <p:cBhvr>
                                        <p:cTn id="7" dur="1000"/>
                                        <p:tgtEl>
                                          <p:spTgt spid="4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g13615080cd1_0_346"/>
          <p:cNvSpPr txBox="1">
            <a:spLocks noGrp="1"/>
          </p:cNvSpPr>
          <p:nvPr>
            <p:ph idx="1"/>
          </p:nvPr>
        </p:nvSpPr>
        <p:spPr>
          <a:xfrm>
            <a:off x="259325" y="273750"/>
            <a:ext cx="11094600" cy="59031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200"/>
              <a:t>43. What will be the output of the following pseudocode?</a:t>
            </a:r>
            <a:endParaRPr sz="2200"/>
          </a:p>
          <a:p>
            <a:pPr marL="0" lvl="0" indent="0" algn="l" rtl="0">
              <a:lnSpc>
                <a:spcPct val="115000"/>
              </a:lnSpc>
              <a:spcBef>
                <a:spcPts val="1200"/>
              </a:spcBef>
              <a:spcAft>
                <a:spcPts val="0"/>
              </a:spcAft>
              <a:buClr>
                <a:schemeClr val="dk1"/>
              </a:buClr>
              <a:buSzPts val="1100"/>
              <a:buFont typeface="Arial"/>
              <a:buNone/>
            </a:pPr>
            <a:r>
              <a:rPr lang="en-US" sz="2200"/>
              <a:t>Integer a, b, c</a:t>
            </a:r>
            <a:endParaRPr sz="2200"/>
          </a:p>
          <a:p>
            <a:pPr marL="0" lvl="0" indent="0" algn="l" rtl="0">
              <a:lnSpc>
                <a:spcPct val="115000"/>
              </a:lnSpc>
              <a:spcBef>
                <a:spcPts val="1200"/>
              </a:spcBef>
              <a:spcAft>
                <a:spcPts val="0"/>
              </a:spcAft>
              <a:buClr>
                <a:schemeClr val="dk1"/>
              </a:buClr>
              <a:buSzPts val="1100"/>
              <a:buFont typeface="Arial"/>
              <a:buNone/>
            </a:pPr>
            <a:r>
              <a:rPr lang="en-US" sz="2200"/>
              <a:t>set a= 1, b = 2 , c= 1</a:t>
            </a:r>
            <a:endParaRPr sz="2200"/>
          </a:p>
          <a:p>
            <a:pPr marL="0" lvl="0" indent="0" algn="l" rtl="0">
              <a:lnSpc>
                <a:spcPct val="115000"/>
              </a:lnSpc>
              <a:spcBef>
                <a:spcPts val="1200"/>
              </a:spcBef>
              <a:spcAft>
                <a:spcPts val="0"/>
              </a:spcAft>
              <a:buClr>
                <a:schemeClr val="dk1"/>
              </a:buClr>
              <a:buSzPts val="1100"/>
              <a:buFont typeface="Arial"/>
              <a:buNone/>
            </a:pPr>
            <a:r>
              <a:rPr lang="en-US" sz="2200"/>
              <a:t>a= c</a:t>
            </a:r>
            <a:endParaRPr sz="2200"/>
          </a:p>
          <a:p>
            <a:pPr marL="0" lvl="0" indent="0" algn="l" rtl="0">
              <a:lnSpc>
                <a:spcPct val="115000"/>
              </a:lnSpc>
              <a:spcBef>
                <a:spcPts val="1200"/>
              </a:spcBef>
              <a:spcAft>
                <a:spcPts val="0"/>
              </a:spcAft>
              <a:buClr>
                <a:schemeClr val="dk1"/>
              </a:buClr>
              <a:buSzPts val="1100"/>
              <a:buFont typeface="Arial"/>
              <a:buNone/>
            </a:pPr>
            <a:r>
              <a:rPr lang="en-US" sz="2200"/>
              <a:t>c= a</a:t>
            </a:r>
            <a:endParaRPr sz="2200"/>
          </a:p>
          <a:p>
            <a:pPr marL="0" lvl="0" indent="0" algn="l" rtl="0">
              <a:lnSpc>
                <a:spcPct val="115000"/>
              </a:lnSpc>
              <a:spcBef>
                <a:spcPts val="1200"/>
              </a:spcBef>
              <a:spcAft>
                <a:spcPts val="0"/>
              </a:spcAft>
              <a:buClr>
                <a:schemeClr val="dk1"/>
              </a:buClr>
              <a:buSzPts val="1100"/>
              <a:buFont typeface="Arial"/>
              <a:buNone/>
            </a:pPr>
            <a:r>
              <a:rPr lang="en-US" sz="2200"/>
              <a:t>b= a</a:t>
            </a:r>
            <a:endParaRPr sz="2200"/>
          </a:p>
          <a:p>
            <a:pPr marL="0" lvl="0" indent="0" algn="l" rtl="0">
              <a:lnSpc>
                <a:spcPct val="115000"/>
              </a:lnSpc>
              <a:spcBef>
                <a:spcPts val="1200"/>
              </a:spcBef>
              <a:spcAft>
                <a:spcPts val="0"/>
              </a:spcAft>
              <a:buClr>
                <a:schemeClr val="dk1"/>
              </a:buClr>
              <a:buSzPts val="1100"/>
              <a:buFont typeface="Arial"/>
              <a:buNone/>
            </a:pPr>
            <a:r>
              <a:rPr lang="en-US" sz="2200"/>
              <a:t>print a + b + c</a:t>
            </a:r>
            <a:endParaRPr sz="2200"/>
          </a:p>
          <a:p>
            <a:pPr marL="457200" lvl="0" indent="-228600" algn="l" rtl="0">
              <a:lnSpc>
                <a:spcPct val="115000"/>
              </a:lnSpc>
              <a:spcBef>
                <a:spcPts val="1200"/>
              </a:spcBef>
              <a:spcAft>
                <a:spcPts val="0"/>
              </a:spcAft>
              <a:buClr>
                <a:schemeClr val="dk1"/>
              </a:buClr>
              <a:buSzPts val="1100"/>
              <a:buFont typeface="Arial"/>
              <a:buNone/>
            </a:pPr>
            <a:r>
              <a:rPr lang="en-US" sz="2200"/>
              <a:t>a) 3</a:t>
            </a:r>
            <a:endParaRPr sz="2200"/>
          </a:p>
          <a:p>
            <a:pPr marL="457200" lvl="0" indent="-228600" algn="l" rtl="0">
              <a:lnSpc>
                <a:spcPct val="115000"/>
              </a:lnSpc>
              <a:spcBef>
                <a:spcPts val="1200"/>
              </a:spcBef>
              <a:spcAft>
                <a:spcPts val="0"/>
              </a:spcAft>
              <a:buClr>
                <a:schemeClr val="dk1"/>
              </a:buClr>
              <a:buSzPts val="1100"/>
              <a:buFont typeface="Arial"/>
              <a:buNone/>
            </a:pPr>
            <a:r>
              <a:rPr lang="en-US" sz="2200"/>
              <a:t>b) 13</a:t>
            </a:r>
            <a:endParaRPr sz="2200"/>
          </a:p>
          <a:p>
            <a:pPr marL="457200" lvl="0" indent="-228600" algn="l" rtl="0">
              <a:lnSpc>
                <a:spcPct val="115000"/>
              </a:lnSpc>
              <a:spcBef>
                <a:spcPts val="1200"/>
              </a:spcBef>
              <a:spcAft>
                <a:spcPts val="0"/>
              </a:spcAft>
              <a:buClr>
                <a:schemeClr val="dk1"/>
              </a:buClr>
              <a:buSzPts val="1100"/>
              <a:buFont typeface="Arial"/>
              <a:buNone/>
            </a:pPr>
            <a:r>
              <a:rPr lang="en-US" sz="2200"/>
              <a:t>c) 9</a:t>
            </a:r>
            <a:endParaRPr sz="2200"/>
          </a:p>
          <a:p>
            <a:pPr marL="457200" lvl="0" indent="-228600" algn="l" rtl="0">
              <a:lnSpc>
                <a:spcPct val="115000"/>
              </a:lnSpc>
              <a:spcBef>
                <a:spcPts val="1200"/>
              </a:spcBef>
              <a:spcAft>
                <a:spcPts val="0"/>
              </a:spcAft>
              <a:buClr>
                <a:schemeClr val="dk1"/>
              </a:buClr>
              <a:buSzPts val="1100"/>
              <a:buFont typeface="Arial"/>
              <a:buNone/>
            </a:pPr>
            <a:r>
              <a:rPr lang="en-US" sz="2200"/>
              <a:t>d) 15</a:t>
            </a:r>
            <a:endParaRPr sz="2200"/>
          </a:p>
          <a:p>
            <a:pPr marL="0" lvl="0" indent="0" algn="l" rtl="0">
              <a:spcBef>
                <a:spcPts val="1200"/>
              </a:spcBef>
              <a:spcAft>
                <a:spcPts val="0"/>
              </a:spcAft>
              <a:buNone/>
            </a:pPr>
            <a:endParaRPr sz="3900"/>
          </a:p>
        </p:txBody>
      </p:sp>
      <p:pic>
        <p:nvPicPr>
          <p:cNvPr id="414" name="Google Shape;414;g13615080cd1_0_346"/>
          <p:cNvPicPr preferRelativeResize="0"/>
          <p:nvPr/>
        </p:nvPicPr>
        <p:blipFill rotWithShape="1">
          <a:blip r:embed="rId3">
            <a:alphaModFix/>
          </a:blip>
          <a:srcRect/>
          <a:stretch/>
        </p:blipFill>
        <p:spPr>
          <a:xfrm>
            <a:off x="1138527" y="38909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4"/>
                                        </p:tgtEl>
                                        <p:attrNameLst>
                                          <p:attrName>style.visibility</p:attrName>
                                        </p:attrNameLst>
                                      </p:cBhvr>
                                      <p:to>
                                        <p:strVal val="visible"/>
                                      </p:to>
                                    </p:set>
                                    <p:animEffect transition="in" filter="fade">
                                      <p:cBhvr>
                                        <p:cTn id="7" dur="1000"/>
                                        <p:tgtEl>
                                          <p:spTgt spid="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g13615080cd1_0_352"/>
          <p:cNvSpPr txBox="1">
            <a:spLocks noGrp="1"/>
          </p:cNvSpPr>
          <p:nvPr>
            <p:ph idx="1"/>
          </p:nvPr>
        </p:nvSpPr>
        <p:spPr>
          <a:xfrm>
            <a:off x="259325" y="345775"/>
            <a:ext cx="11094600" cy="58311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100"/>
              <a:t>44. What will be the output of the following pseudocode for p= 4, q= 4 ?</a:t>
            </a:r>
            <a:endParaRPr sz="2100"/>
          </a:p>
          <a:p>
            <a:pPr marL="0" lvl="0" indent="0" algn="l" rtl="0">
              <a:lnSpc>
                <a:spcPct val="115000"/>
              </a:lnSpc>
              <a:spcBef>
                <a:spcPts val="1200"/>
              </a:spcBef>
              <a:spcAft>
                <a:spcPts val="0"/>
              </a:spcAft>
              <a:buClr>
                <a:schemeClr val="dk1"/>
              </a:buClr>
              <a:buSzPts val="1100"/>
              <a:buFont typeface="Arial"/>
              <a:buNone/>
            </a:pPr>
            <a:r>
              <a:rPr lang="en-US" sz="2100"/>
              <a:t>Integer funn ( integer p, integer q)</a:t>
            </a:r>
            <a:endParaRPr sz="2100"/>
          </a:p>
          <a:p>
            <a:pPr marL="0" lvl="0" indent="0" algn="l" rtl="0">
              <a:lnSpc>
                <a:spcPct val="115000"/>
              </a:lnSpc>
              <a:spcBef>
                <a:spcPts val="1200"/>
              </a:spcBef>
              <a:spcAft>
                <a:spcPts val="0"/>
              </a:spcAft>
              <a:buClr>
                <a:schemeClr val="dk1"/>
              </a:buClr>
              <a:buSzPts val="1100"/>
              <a:buFont typeface="Arial"/>
              <a:buNone/>
            </a:pPr>
            <a:r>
              <a:rPr lang="en-US" sz="2100"/>
              <a:t>if ( p - q &lt; 1)</a:t>
            </a:r>
            <a:endParaRPr sz="2100"/>
          </a:p>
          <a:p>
            <a:pPr marL="0" lvl="0" indent="0" algn="l" rtl="0">
              <a:lnSpc>
                <a:spcPct val="115000"/>
              </a:lnSpc>
              <a:spcBef>
                <a:spcPts val="1200"/>
              </a:spcBef>
              <a:spcAft>
                <a:spcPts val="0"/>
              </a:spcAft>
              <a:buClr>
                <a:schemeClr val="dk1"/>
              </a:buClr>
              <a:buSzPts val="1100"/>
              <a:buFont typeface="Arial"/>
              <a:buNone/>
            </a:pPr>
            <a:r>
              <a:rPr lang="en-US" sz="2100"/>
              <a:t>return funn ( 5,1)</a:t>
            </a:r>
            <a:endParaRPr sz="2100"/>
          </a:p>
          <a:p>
            <a:pPr marL="0" lvl="0" indent="0" algn="l" rtl="0">
              <a:lnSpc>
                <a:spcPct val="115000"/>
              </a:lnSpc>
              <a:spcBef>
                <a:spcPts val="1200"/>
              </a:spcBef>
              <a:spcAft>
                <a:spcPts val="0"/>
              </a:spcAft>
              <a:buClr>
                <a:schemeClr val="dk1"/>
              </a:buClr>
              <a:buSzPts val="1100"/>
              <a:buFont typeface="Arial"/>
              <a:buNone/>
            </a:pPr>
            <a:r>
              <a:rPr lang="en-US" sz="2100"/>
              <a:t>end if</a:t>
            </a:r>
            <a:endParaRPr sz="2100"/>
          </a:p>
          <a:p>
            <a:pPr marL="0" lvl="0" indent="0" algn="l" rtl="0">
              <a:lnSpc>
                <a:spcPct val="115000"/>
              </a:lnSpc>
              <a:spcBef>
                <a:spcPts val="1200"/>
              </a:spcBef>
              <a:spcAft>
                <a:spcPts val="0"/>
              </a:spcAft>
              <a:buClr>
                <a:schemeClr val="dk1"/>
              </a:buClr>
              <a:buSzPts val="1100"/>
              <a:buFont typeface="Arial"/>
              <a:buNone/>
            </a:pPr>
            <a:r>
              <a:rPr lang="en-US" sz="2100"/>
              <a:t>return p &amp; q</a:t>
            </a:r>
            <a:endParaRPr sz="2100"/>
          </a:p>
          <a:p>
            <a:pPr marL="0" lvl="0" indent="0" algn="l" rtl="0">
              <a:lnSpc>
                <a:spcPct val="115000"/>
              </a:lnSpc>
              <a:spcBef>
                <a:spcPts val="1200"/>
              </a:spcBef>
              <a:spcAft>
                <a:spcPts val="0"/>
              </a:spcAft>
              <a:buClr>
                <a:schemeClr val="dk1"/>
              </a:buClr>
              <a:buSzPts val="1100"/>
              <a:buFont typeface="Arial"/>
              <a:buNone/>
            </a:pPr>
            <a:r>
              <a:rPr lang="en-US" sz="2100"/>
              <a:t>end function funn ( )</a:t>
            </a:r>
            <a:endParaRPr sz="2100"/>
          </a:p>
          <a:p>
            <a:pPr marL="457200" lvl="0" indent="-228600" algn="l" rtl="0">
              <a:lnSpc>
                <a:spcPct val="115000"/>
              </a:lnSpc>
              <a:spcBef>
                <a:spcPts val="1200"/>
              </a:spcBef>
              <a:spcAft>
                <a:spcPts val="0"/>
              </a:spcAft>
              <a:buClr>
                <a:schemeClr val="dk1"/>
              </a:buClr>
              <a:buSzPts val="1100"/>
              <a:buFont typeface="Arial"/>
              <a:buNone/>
            </a:pPr>
            <a:r>
              <a:rPr lang="en-US" sz="2100"/>
              <a:t>a) 4</a:t>
            </a:r>
            <a:endParaRPr sz="2100"/>
          </a:p>
          <a:p>
            <a:pPr marL="457200" lvl="0" indent="-228600" algn="l" rtl="0">
              <a:lnSpc>
                <a:spcPct val="115000"/>
              </a:lnSpc>
              <a:spcBef>
                <a:spcPts val="1200"/>
              </a:spcBef>
              <a:spcAft>
                <a:spcPts val="0"/>
              </a:spcAft>
              <a:buClr>
                <a:schemeClr val="dk1"/>
              </a:buClr>
              <a:buSzPts val="1100"/>
              <a:buFont typeface="Arial"/>
              <a:buNone/>
            </a:pPr>
            <a:r>
              <a:rPr lang="en-US" sz="2100"/>
              <a:t>b) 1</a:t>
            </a:r>
            <a:endParaRPr sz="2100"/>
          </a:p>
          <a:p>
            <a:pPr marL="457200" lvl="0" indent="-228600" algn="l" rtl="0">
              <a:lnSpc>
                <a:spcPct val="115000"/>
              </a:lnSpc>
              <a:spcBef>
                <a:spcPts val="1200"/>
              </a:spcBef>
              <a:spcAft>
                <a:spcPts val="0"/>
              </a:spcAft>
              <a:buClr>
                <a:schemeClr val="dk1"/>
              </a:buClr>
              <a:buSzPts val="1100"/>
              <a:buFont typeface="Arial"/>
              <a:buNone/>
            </a:pPr>
            <a:r>
              <a:rPr lang="en-US" sz="2100"/>
              <a:t>c) -3</a:t>
            </a:r>
            <a:endParaRPr sz="2100"/>
          </a:p>
          <a:p>
            <a:pPr marL="457200" lvl="0" indent="-228600" algn="l" rtl="0">
              <a:lnSpc>
                <a:spcPct val="115000"/>
              </a:lnSpc>
              <a:spcBef>
                <a:spcPts val="1200"/>
              </a:spcBef>
              <a:spcAft>
                <a:spcPts val="0"/>
              </a:spcAft>
              <a:buClr>
                <a:schemeClr val="dk1"/>
              </a:buClr>
              <a:buSzPts val="1100"/>
              <a:buFont typeface="Arial"/>
              <a:buNone/>
            </a:pPr>
            <a:r>
              <a:rPr lang="en-US" sz="2100"/>
              <a:t>d) 7</a:t>
            </a:r>
            <a:endParaRPr sz="2100"/>
          </a:p>
          <a:p>
            <a:pPr marL="0" lvl="0" indent="0" algn="l" rtl="0">
              <a:spcBef>
                <a:spcPts val="1200"/>
              </a:spcBef>
              <a:spcAft>
                <a:spcPts val="0"/>
              </a:spcAft>
              <a:buNone/>
            </a:pPr>
            <a:endParaRPr sz="3800"/>
          </a:p>
        </p:txBody>
      </p:sp>
      <p:pic>
        <p:nvPicPr>
          <p:cNvPr id="421" name="Google Shape;421;g13615080cd1_0_352"/>
          <p:cNvPicPr preferRelativeResize="0"/>
          <p:nvPr/>
        </p:nvPicPr>
        <p:blipFill rotWithShape="1">
          <a:blip r:embed="rId3">
            <a:alphaModFix/>
          </a:blip>
          <a:srcRect/>
          <a:stretch/>
        </p:blipFill>
        <p:spPr>
          <a:xfrm>
            <a:off x="1196152" y="43520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1"/>
                                        </p:tgtEl>
                                        <p:attrNameLst>
                                          <p:attrName>style.visibility</p:attrName>
                                        </p:attrNameLst>
                                      </p:cBhvr>
                                      <p:to>
                                        <p:strVal val="visible"/>
                                      </p:to>
                                    </p:set>
                                    <p:animEffect transition="in" filter="fade">
                                      <p:cBhvr>
                                        <p:cTn id="7" dur="1000"/>
                                        <p:tgtEl>
                                          <p:spTgt spid="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g13615080cd1_0_358"/>
          <p:cNvSpPr txBox="1">
            <a:spLocks noGrp="1"/>
          </p:cNvSpPr>
          <p:nvPr>
            <p:ph idx="1"/>
          </p:nvPr>
        </p:nvSpPr>
        <p:spPr>
          <a:xfrm>
            <a:off x="201700" y="273750"/>
            <a:ext cx="11152200" cy="59031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100"/>
              <a:t>45. What will be the output of the following pseudocode?</a:t>
            </a:r>
            <a:endParaRPr sz="2100"/>
          </a:p>
          <a:p>
            <a:pPr marL="0" lvl="0" indent="0" algn="l" rtl="0">
              <a:lnSpc>
                <a:spcPct val="115000"/>
              </a:lnSpc>
              <a:spcBef>
                <a:spcPts val="1200"/>
              </a:spcBef>
              <a:spcAft>
                <a:spcPts val="0"/>
              </a:spcAft>
              <a:buClr>
                <a:schemeClr val="dk1"/>
              </a:buClr>
              <a:buSzPts val="1100"/>
              <a:buFont typeface="Arial"/>
              <a:buNone/>
            </a:pPr>
            <a:r>
              <a:rPr lang="en-US" sz="2100"/>
              <a:t>Integer a, b, c</a:t>
            </a:r>
            <a:endParaRPr sz="2100"/>
          </a:p>
          <a:p>
            <a:pPr marL="0" lvl="0" indent="0" algn="l" rtl="0">
              <a:lnSpc>
                <a:spcPct val="115000"/>
              </a:lnSpc>
              <a:spcBef>
                <a:spcPts val="1200"/>
              </a:spcBef>
              <a:spcAft>
                <a:spcPts val="0"/>
              </a:spcAft>
              <a:buClr>
                <a:schemeClr val="dk1"/>
              </a:buClr>
              <a:buSzPts val="1100"/>
              <a:buFont typeface="Arial"/>
              <a:buNone/>
            </a:pPr>
            <a:r>
              <a:rPr lang="en-US" sz="2100"/>
              <a:t>set a= 2, b= 4, c= 8</a:t>
            </a:r>
            <a:endParaRPr sz="2100"/>
          </a:p>
          <a:p>
            <a:pPr marL="0" lvl="0" indent="0" algn="l" rtl="0">
              <a:lnSpc>
                <a:spcPct val="115000"/>
              </a:lnSpc>
              <a:spcBef>
                <a:spcPts val="1200"/>
              </a:spcBef>
              <a:spcAft>
                <a:spcPts val="0"/>
              </a:spcAft>
              <a:buClr>
                <a:schemeClr val="dk1"/>
              </a:buClr>
              <a:buSzPts val="1100"/>
              <a:buFont typeface="Arial"/>
              <a:buNone/>
            </a:pPr>
            <a:r>
              <a:rPr lang="en-US" sz="2100"/>
              <a:t>a = b</a:t>
            </a:r>
            <a:endParaRPr sz="2100"/>
          </a:p>
          <a:p>
            <a:pPr marL="0" lvl="0" indent="0" algn="l" rtl="0">
              <a:lnSpc>
                <a:spcPct val="115000"/>
              </a:lnSpc>
              <a:spcBef>
                <a:spcPts val="1200"/>
              </a:spcBef>
              <a:spcAft>
                <a:spcPts val="0"/>
              </a:spcAft>
              <a:buClr>
                <a:schemeClr val="dk1"/>
              </a:buClr>
              <a:buSzPts val="1100"/>
              <a:buFont typeface="Arial"/>
              <a:buNone/>
            </a:pPr>
            <a:r>
              <a:rPr lang="en-US" sz="2100"/>
              <a:t>if (( c &amp; a) &lt; b OR c &lt; a)</a:t>
            </a:r>
            <a:endParaRPr sz="2100"/>
          </a:p>
          <a:p>
            <a:pPr marL="0" lvl="0" indent="0" algn="l" rtl="0">
              <a:lnSpc>
                <a:spcPct val="115000"/>
              </a:lnSpc>
              <a:spcBef>
                <a:spcPts val="1200"/>
              </a:spcBef>
              <a:spcAft>
                <a:spcPts val="0"/>
              </a:spcAft>
              <a:buClr>
                <a:schemeClr val="dk1"/>
              </a:buClr>
              <a:buSzPts val="1100"/>
              <a:buFont typeface="Arial"/>
              <a:buNone/>
            </a:pPr>
            <a:r>
              <a:rPr lang="en-US" sz="2100"/>
              <a:t>c= (c ^ 6) + a</a:t>
            </a:r>
            <a:endParaRPr sz="2100"/>
          </a:p>
          <a:p>
            <a:pPr marL="0" lvl="0" indent="0" algn="l" rtl="0">
              <a:lnSpc>
                <a:spcPct val="115000"/>
              </a:lnSpc>
              <a:spcBef>
                <a:spcPts val="1200"/>
              </a:spcBef>
              <a:spcAft>
                <a:spcPts val="0"/>
              </a:spcAft>
              <a:buClr>
                <a:schemeClr val="dk1"/>
              </a:buClr>
              <a:buSzPts val="1100"/>
              <a:buFont typeface="Arial"/>
              <a:buNone/>
            </a:pPr>
            <a:r>
              <a:rPr lang="en-US" sz="2100"/>
              <a:t>end if</a:t>
            </a:r>
            <a:endParaRPr sz="2100"/>
          </a:p>
          <a:p>
            <a:pPr marL="0" lvl="0" indent="0" algn="l" rtl="0">
              <a:lnSpc>
                <a:spcPct val="115000"/>
              </a:lnSpc>
              <a:spcBef>
                <a:spcPts val="1200"/>
              </a:spcBef>
              <a:spcAft>
                <a:spcPts val="0"/>
              </a:spcAft>
              <a:buClr>
                <a:schemeClr val="dk1"/>
              </a:buClr>
              <a:buSzPts val="1100"/>
              <a:buFont typeface="Arial"/>
              <a:buNone/>
            </a:pPr>
            <a:r>
              <a:rPr lang="en-US" sz="2100"/>
              <a:t>print a + b + c</a:t>
            </a:r>
            <a:endParaRPr sz="2100"/>
          </a:p>
          <a:p>
            <a:pPr marL="457200" lvl="0" indent="-228600" algn="l" rtl="0">
              <a:lnSpc>
                <a:spcPct val="115000"/>
              </a:lnSpc>
              <a:spcBef>
                <a:spcPts val="1200"/>
              </a:spcBef>
              <a:spcAft>
                <a:spcPts val="0"/>
              </a:spcAft>
              <a:buClr>
                <a:schemeClr val="dk1"/>
              </a:buClr>
              <a:buSzPts val="1100"/>
              <a:buFont typeface="Arial"/>
              <a:buNone/>
            </a:pPr>
            <a:r>
              <a:rPr lang="en-US" sz="2100"/>
              <a:t>a) 26</a:t>
            </a:r>
            <a:endParaRPr sz="2100"/>
          </a:p>
          <a:p>
            <a:pPr marL="457200" lvl="0" indent="-228600" algn="l" rtl="0">
              <a:lnSpc>
                <a:spcPct val="115000"/>
              </a:lnSpc>
              <a:spcBef>
                <a:spcPts val="1200"/>
              </a:spcBef>
              <a:spcAft>
                <a:spcPts val="0"/>
              </a:spcAft>
              <a:buClr>
                <a:schemeClr val="dk1"/>
              </a:buClr>
              <a:buSzPts val="1100"/>
              <a:buFont typeface="Arial"/>
              <a:buNone/>
            </a:pPr>
            <a:r>
              <a:rPr lang="en-US" sz="2100"/>
              <a:t>b) 23</a:t>
            </a:r>
            <a:endParaRPr sz="2100"/>
          </a:p>
          <a:p>
            <a:pPr marL="457200" lvl="0" indent="-228600" algn="l" rtl="0">
              <a:lnSpc>
                <a:spcPct val="115000"/>
              </a:lnSpc>
              <a:spcBef>
                <a:spcPts val="1200"/>
              </a:spcBef>
              <a:spcAft>
                <a:spcPts val="0"/>
              </a:spcAft>
              <a:buClr>
                <a:schemeClr val="dk1"/>
              </a:buClr>
              <a:buSzPts val="1100"/>
              <a:buFont typeface="Arial"/>
              <a:buNone/>
            </a:pPr>
            <a:r>
              <a:rPr lang="en-US" sz="2100"/>
              <a:t>c) 29</a:t>
            </a:r>
            <a:endParaRPr sz="2100"/>
          </a:p>
          <a:p>
            <a:pPr marL="457200" lvl="0" indent="-228600" algn="l" rtl="0">
              <a:lnSpc>
                <a:spcPct val="115000"/>
              </a:lnSpc>
              <a:spcBef>
                <a:spcPts val="1200"/>
              </a:spcBef>
              <a:spcAft>
                <a:spcPts val="1200"/>
              </a:spcAft>
              <a:buNone/>
            </a:pPr>
            <a:r>
              <a:rPr lang="en-US" sz="2100"/>
              <a:t>d) 31</a:t>
            </a:r>
            <a:endParaRPr sz="3800"/>
          </a:p>
        </p:txBody>
      </p:sp>
      <p:pic>
        <p:nvPicPr>
          <p:cNvPr id="428" name="Google Shape;428;g13615080cd1_0_358"/>
          <p:cNvPicPr preferRelativeResize="0"/>
          <p:nvPr/>
        </p:nvPicPr>
        <p:blipFill rotWithShape="1">
          <a:blip r:embed="rId3">
            <a:alphaModFix/>
          </a:blip>
          <a:srcRect/>
          <a:stretch/>
        </p:blipFill>
        <p:spPr>
          <a:xfrm>
            <a:off x="1224977" y="42799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8"/>
                                        </p:tgtEl>
                                        <p:attrNameLst>
                                          <p:attrName>style.visibility</p:attrName>
                                        </p:attrNameLst>
                                      </p:cBhvr>
                                      <p:to>
                                        <p:strVal val="visible"/>
                                      </p:to>
                                    </p:set>
                                    <p:animEffect transition="in" filter="fade">
                                      <p:cBhvr>
                                        <p:cTn id="7" dur="1000"/>
                                        <p:tgtEl>
                                          <p:spTgt spid="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g13615080cd1_0_364"/>
          <p:cNvSpPr txBox="1">
            <a:spLocks noGrp="1"/>
          </p:cNvSpPr>
          <p:nvPr>
            <p:ph idx="1"/>
          </p:nvPr>
        </p:nvSpPr>
        <p:spPr>
          <a:xfrm>
            <a:off x="158475" y="288150"/>
            <a:ext cx="11195400" cy="58887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800"/>
              <a:t>46. What will be the output of the following pseudocode?</a:t>
            </a:r>
            <a:endParaRPr sz="1800"/>
          </a:p>
          <a:p>
            <a:pPr marL="0" lvl="0" indent="0" algn="l" rtl="0">
              <a:lnSpc>
                <a:spcPct val="115000"/>
              </a:lnSpc>
              <a:spcBef>
                <a:spcPts val="1200"/>
              </a:spcBef>
              <a:spcAft>
                <a:spcPts val="0"/>
              </a:spcAft>
              <a:buClr>
                <a:schemeClr val="dk1"/>
              </a:buClr>
              <a:buSzPts val="1100"/>
              <a:buFont typeface="Arial"/>
              <a:buNone/>
            </a:pPr>
            <a:r>
              <a:rPr lang="en-US" sz="1800"/>
              <a:t>Integer j, m</a:t>
            </a:r>
            <a:endParaRPr sz="1800"/>
          </a:p>
          <a:p>
            <a:pPr marL="0" lvl="0" indent="0" algn="l" rtl="0">
              <a:lnSpc>
                <a:spcPct val="115000"/>
              </a:lnSpc>
              <a:spcBef>
                <a:spcPts val="1200"/>
              </a:spcBef>
              <a:spcAft>
                <a:spcPts val="0"/>
              </a:spcAft>
              <a:buClr>
                <a:schemeClr val="dk1"/>
              </a:buClr>
              <a:buSzPts val="1100"/>
              <a:buFont typeface="Arial"/>
              <a:buNone/>
            </a:pPr>
            <a:r>
              <a:rPr lang="en-US" sz="1800"/>
              <a:t>set m= 3</a:t>
            </a:r>
            <a:endParaRPr sz="1800"/>
          </a:p>
          <a:p>
            <a:pPr marL="0" lvl="0" indent="0" algn="l" rtl="0">
              <a:lnSpc>
                <a:spcPct val="115000"/>
              </a:lnSpc>
              <a:spcBef>
                <a:spcPts val="1200"/>
              </a:spcBef>
              <a:spcAft>
                <a:spcPts val="0"/>
              </a:spcAft>
              <a:buClr>
                <a:schemeClr val="dk1"/>
              </a:buClr>
              <a:buSzPts val="1100"/>
              <a:buFont typeface="Arial"/>
              <a:buNone/>
            </a:pPr>
            <a:r>
              <a:rPr lang="en-US" sz="1800"/>
              <a:t>Integer a[4] = { 11, 11, 111, 11}</a:t>
            </a:r>
            <a:endParaRPr sz="1800"/>
          </a:p>
          <a:p>
            <a:pPr marL="0" lvl="0" indent="0" algn="l" rtl="0">
              <a:lnSpc>
                <a:spcPct val="115000"/>
              </a:lnSpc>
              <a:spcBef>
                <a:spcPts val="1200"/>
              </a:spcBef>
              <a:spcAft>
                <a:spcPts val="0"/>
              </a:spcAft>
              <a:buClr>
                <a:schemeClr val="dk1"/>
              </a:buClr>
              <a:buSzPts val="1100"/>
              <a:buFont typeface="Arial"/>
              <a:buNone/>
            </a:pPr>
            <a:r>
              <a:rPr lang="en-US" sz="1800"/>
              <a:t>for (each j from 1 to 2)</a:t>
            </a:r>
            <a:endParaRPr sz="1800"/>
          </a:p>
          <a:p>
            <a:pPr marL="0" lvl="0" indent="0" algn="l" rtl="0">
              <a:lnSpc>
                <a:spcPct val="115000"/>
              </a:lnSpc>
              <a:spcBef>
                <a:spcPts val="1200"/>
              </a:spcBef>
              <a:spcAft>
                <a:spcPts val="0"/>
              </a:spcAft>
              <a:buClr>
                <a:schemeClr val="dk1"/>
              </a:buClr>
              <a:buSzPts val="1100"/>
              <a:buFont typeface="Arial"/>
              <a:buNone/>
            </a:pPr>
            <a:r>
              <a:rPr lang="en-US" sz="1800"/>
              <a:t>if ( a[j - 1] + a[j] + a[j+1] )</a:t>
            </a:r>
            <a:endParaRPr sz="1800"/>
          </a:p>
          <a:p>
            <a:pPr marL="0" lvl="0" indent="0" algn="l" rtl="0">
              <a:lnSpc>
                <a:spcPct val="115000"/>
              </a:lnSpc>
              <a:spcBef>
                <a:spcPts val="1200"/>
              </a:spcBef>
              <a:spcAft>
                <a:spcPts val="0"/>
              </a:spcAft>
              <a:buClr>
                <a:schemeClr val="dk1"/>
              </a:buClr>
              <a:buSzPts val="1100"/>
              <a:buFont typeface="Arial"/>
              <a:buNone/>
            </a:pPr>
            <a:r>
              <a:rPr lang="en-US" sz="1800"/>
              <a:t>m=m+1</a:t>
            </a:r>
            <a:endParaRPr sz="1800"/>
          </a:p>
          <a:p>
            <a:pPr marL="0" lvl="0" indent="0" algn="l" rtl="0">
              <a:lnSpc>
                <a:spcPct val="115000"/>
              </a:lnSpc>
              <a:spcBef>
                <a:spcPts val="1200"/>
              </a:spcBef>
              <a:spcAft>
                <a:spcPts val="0"/>
              </a:spcAft>
              <a:buClr>
                <a:schemeClr val="dk1"/>
              </a:buClr>
              <a:buSzPts val="1100"/>
              <a:buFont typeface="Arial"/>
              <a:buNone/>
            </a:pPr>
            <a:r>
              <a:rPr lang="en-US" sz="1800"/>
              <a:t>end if</a:t>
            </a:r>
            <a:endParaRPr sz="1800"/>
          </a:p>
          <a:p>
            <a:pPr marL="0" lvl="0" indent="0" algn="l" rtl="0">
              <a:lnSpc>
                <a:spcPct val="115000"/>
              </a:lnSpc>
              <a:spcBef>
                <a:spcPts val="1200"/>
              </a:spcBef>
              <a:spcAft>
                <a:spcPts val="0"/>
              </a:spcAft>
              <a:buClr>
                <a:schemeClr val="dk1"/>
              </a:buClr>
              <a:buSzPts val="1100"/>
              <a:buFont typeface="Arial"/>
              <a:buNone/>
            </a:pPr>
            <a:r>
              <a:rPr lang="en-US" sz="1800"/>
              <a:t>end for</a:t>
            </a:r>
            <a:endParaRPr sz="1800"/>
          </a:p>
          <a:p>
            <a:pPr marL="0" lvl="0" indent="0" algn="l" rtl="0">
              <a:lnSpc>
                <a:spcPct val="115000"/>
              </a:lnSpc>
              <a:spcBef>
                <a:spcPts val="1200"/>
              </a:spcBef>
              <a:spcAft>
                <a:spcPts val="0"/>
              </a:spcAft>
              <a:buClr>
                <a:schemeClr val="dk1"/>
              </a:buClr>
              <a:buSzPts val="1100"/>
              <a:buFont typeface="Arial"/>
              <a:buNone/>
            </a:pPr>
            <a:r>
              <a:rPr lang="en-US" sz="1800"/>
              <a:t>print m</a:t>
            </a:r>
            <a:endParaRPr sz="1800"/>
          </a:p>
          <a:p>
            <a:pPr marL="457200" lvl="0" indent="-228600" algn="l" rtl="0">
              <a:lnSpc>
                <a:spcPct val="115000"/>
              </a:lnSpc>
              <a:spcBef>
                <a:spcPts val="1200"/>
              </a:spcBef>
              <a:spcAft>
                <a:spcPts val="0"/>
              </a:spcAft>
              <a:buClr>
                <a:schemeClr val="dk1"/>
              </a:buClr>
              <a:buSzPts val="1100"/>
              <a:buFont typeface="Arial"/>
              <a:buNone/>
            </a:pPr>
            <a:r>
              <a:rPr lang="en-US" sz="1800"/>
              <a:t>a) 3</a:t>
            </a:r>
            <a:endParaRPr sz="1800"/>
          </a:p>
          <a:p>
            <a:pPr marL="457200" lvl="0" indent="-228600" algn="l" rtl="0">
              <a:lnSpc>
                <a:spcPct val="115000"/>
              </a:lnSpc>
              <a:spcBef>
                <a:spcPts val="1200"/>
              </a:spcBef>
              <a:spcAft>
                <a:spcPts val="0"/>
              </a:spcAft>
              <a:buClr>
                <a:schemeClr val="dk1"/>
              </a:buClr>
              <a:buSzPts val="1100"/>
              <a:buFont typeface="Arial"/>
              <a:buNone/>
            </a:pPr>
            <a:r>
              <a:rPr lang="en-US" sz="1800"/>
              <a:t>b) 13</a:t>
            </a:r>
            <a:endParaRPr sz="1800"/>
          </a:p>
          <a:p>
            <a:pPr marL="457200" lvl="0" indent="-228600" algn="l" rtl="0">
              <a:lnSpc>
                <a:spcPct val="115000"/>
              </a:lnSpc>
              <a:spcBef>
                <a:spcPts val="1200"/>
              </a:spcBef>
              <a:spcAft>
                <a:spcPts val="0"/>
              </a:spcAft>
              <a:buClr>
                <a:schemeClr val="dk1"/>
              </a:buClr>
              <a:buSzPts val="1100"/>
              <a:buFont typeface="Arial"/>
              <a:buNone/>
            </a:pPr>
            <a:r>
              <a:rPr lang="en-US" sz="1800"/>
              <a:t>c) -2</a:t>
            </a:r>
            <a:endParaRPr sz="1800"/>
          </a:p>
          <a:p>
            <a:pPr marL="457200" lvl="0" indent="-228600" algn="l" rtl="0">
              <a:lnSpc>
                <a:spcPct val="115000"/>
              </a:lnSpc>
              <a:spcBef>
                <a:spcPts val="1200"/>
              </a:spcBef>
              <a:spcAft>
                <a:spcPts val="1200"/>
              </a:spcAft>
              <a:buNone/>
            </a:pPr>
            <a:r>
              <a:rPr lang="en-US" sz="1800"/>
              <a:t>d) 5</a:t>
            </a:r>
            <a:endParaRPr sz="3500"/>
          </a:p>
        </p:txBody>
      </p:sp>
      <p:pic>
        <p:nvPicPr>
          <p:cNvPr id="435" name="Google Shape;435;g13615080cd1_0_364"/>
          <p:cNvPicPr preferRelativeResize="0"/>
          <p:nvPr/>
        </p:nvPicPr>
        <p:blipFill rotWithShape="1">
          <a:blip r:embed="rId3">
            <a:alphaModFix/>
          </a:blip>
          <a:srcRect/>
          <a:stretch/>
        </p:blipFill>
        <p:spPr>
          <a:xfrm>
            <a:off x="1167352" y="61768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5"/>
                                        </p:tgtEl>
                                        <p:attrNameLst>
                                          <p:attrName>style.visibility</p:attrName>
                                        </p:attrNameLst>
                                      </p:cBhvr>
                                      <p:to>
                                        <p:strVal val="visible"/>
                                      </p:to>
                                    </p:set>
                                    <p:animEffect transition="in" filter="fade">
                                      <p:cBhvr>
                                        <p:cTn id="7" dur="1000"/>
                                        <p:tgtEl>
                                          <p:spTgt spid="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g13615080cd1_0_370"/>
          <p:cNvSpPr txBox="1">
            <a:spLocks noGrp="1"/>
          </p:cNvSpPr>
          <p:nvPr>
            <p:ph idx="1"/>
          </p:nvPr>
        </p:nvSpPr>
        <p:spPr>
          <a:xfrm>
            <a:off x="302550" y="360200"/>
            <a:ext cx="11051400" cy="58167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100"/>
              <a:t>47. What will be the output of the following pseudocode?</a:t>
            </a:r>
            <a:endParaRPr sz="2100"/>
          </a:p>
          <a:p>
            <a:pPr marL="0" lvl="0" indent="0" algn="l" rtl="0">
              <a:lnSpc>
                <a:spcPct val="115000"/>
              </a:lnSpc>
              <a:spcBef>
                <a:spcPts val="1200"/>
              </a:spcBef>
              <a:spcAft>
                <a:spcPts val="0"/>
              </a:spcAft>
              <a:buClr>
                <a:schemeClr val="dk1"/>
              </a:buClr>
              <a:buSzPts val="1100"/>
              <a:buFont typeface="Arial"/>
              <a:buNone/>
            </a:pPr>
            <a:r>
              <a:rPr lang="en-US" sz="2100"/>
              <a:t>Integer p, q, r</a:t>
            </a:r>
            <a:endParaRPr sz="2100"/>
          </a:p>
          <a:p>
            <a:pPr marL="0" lvl="0" indent="0" algn="l" rtl="0">
              <a:lnSpc>
                <a:spcPct val="115000"/>
              </a:lnSpc>
              <a:spcBef>
                <a:spcPts val="1200"/>
              </a:spcBef>
              <a:spcAft>
                <a:spcPts val="0"/>
              </a:spcAft>
              <a:buClr>
                <a:schemeClr val="dk1"/>
              </a:buClr>
              <a:buSzPts val="1100"/>
              <a:buFont typeface="Arial"/>
              <a:buNone/>
            </a:pPr>
            <a:r>
              <a:rPr lang="en-US" sz="2100"/>
              <a:t>set p= 1, q= 1, r= 1</a:t>
            </a:r>
            <a:endParaRPr sz="2100"/>
          </a:p>
          <a:p>
            <a:pPr marL="0" lvl="0" indent="0" algn="l" rtl="0">
              <a:lnSpc>
                <a:spcPct val="115000"/>
              </a:lnSpc>
              <a:spcBef>
                <a:spcPts val="1200"/>
              </a:spcBef>
              <a:spcAft>
                <a:spcPts val="0"/>
              </a:spcAft>
              <a:buClr>
                <a:schemeClr val="dk1"/>
              </a:buClr>
              <a:buSzPts val="1100"/>
              <a:buFont typeface="Arial"/>
              <a:buNone/>
            </a:pPr>
            <a:r>
              <a:rPr lang="en-US" sz="2100"/>
              <a:t>if ( r&gt; 0)</a:t>
            </a:r>
            <a:endParaRPr sz="2100"/>
          </a:p>
          <a:p>
            <a:pPr marL="0" lvl="0" indent="0" algn="l" rtl="0">
              <a:lnSpc>
                <a:spcPct val="115000"/>
              </a:lnSpc>
              <a:spcBef>
                <a:spcPts val="1200"/>
              </a:spcBef>
              <a:spcAft>
                <a:spcPts val="0"/>
              </a:spcAft>
              <a:buClr>
                <a:schemeClr val="dk1"/>
              </a:buClr>
              <a:buSzPts val="1100"/>
              <a:buFont typeface="Arial"/>
              <a:buNone/>
            </a:pPr>
            <a:r>
              <a:rPr lang="en-US" sz="2100"/>
              <a:t>p= p ^ q</a:t>
            </a:r>
            <a:endParaRPr sz="2100"/>
          </a:p>
          <a:p>
            <a:pPr marL="0" lvl="0" indent="0" algn="l" rtl="0">
              <a:lnSpc>
                <a:spcPct val="115000"/>
              </a:lnSpc>
              <a:spcBef>
                <a:spcPts val="1200"/>
              </a:spcBef>
              <a:spcAft>
                <a:spcPts val="0"/>
              </a:spcAft>
              <a:buClr>
                <a:schemeClr val="dk1"/>
              </a:buClr>
              <a:buSzPts val="1100"/>
              <a:buFont typeface="Arial"/>
              <a:buNone/>
            </a:pPr>
            <a:r>
              <a:rPr lang="en-US" sz="2100"/>
              <a:t>end if</a:t>
            </a:r>
            <a:endParaRPr sz="2100"/>
          </a:p>
          <a:p>
            <a:pPr marL="0" lvl="0" indent="0" algn="l" rtl="0">
              <a:lnSpc>
                <a:spcPct val="115000"/>
              </a:lnSpc>
              <a:spcBef>
                <a:spcPts val="1200"/>
              </a:spcBef>
              <a:spcAft>
                <a:spcPts val="0"/>
              </a:spcAft>
              <a:buClr>
                <a:schemeClr val="dk1"/>
              </a:buClr>
              <a:buSzPts val="1100"/>
              <a:buFont typeface="Arial"/>
              <a:buNone/>
            </a:pPr>
            <a:r>
              <a:rPr lang="en-US" sz="2100"/>
              <a:t>print p + q + r</a:t>
            </a:r>
            <a:endParaRPr sz="2100"/>
          </a:p>
          <a:p>
            <a:pPr marL="457200" lvl="0" indent="-228600" algn="l" rtl="0">
              <a:lnSpc>
                <a:spcPct val="115000"/>
              </a:lnSpc>
              <a:spcBef>
                <a:spcPts val="1200"/>
              </a:spcBef>
              <a:spcAft>
                <a:spcPts val="0"/>
              </a:spcAft>
              <a:buClr>
                <a:schemeClr val="dk1"/>
              </a:buClr>
              <a:buSzPts val="1100"/>
              <a:buFont typeface="Arial"/>
              <a:buNone/>
            </a:pPr>
            <a:r>
              <a:rPr lang="en-US" sz="2100"/>
              <a:t>a) 2</a:t>
            </a:r>
            <a:endParaRPr sz="2100"/>
          </a:p>
          <a:p>
            <a:pPr marL="457200" lvl="0" indent="-228600" algn="l" rtl="0">
              <a:lnSpc>
                <a:spcPct val="115000"/>
              </a:lnSpc>
              <a:spcBef>
                <a:spcPts val="1200"/>
              </a:spcBef>
              <a:spcAft>
                <a:spcPts val="0"/>
              </a:spcAft>
              <a:buClr>
                <a:schemeClr val="dk1"/>
              </a:buClr>
              <a:buSzPts val="1100"/>
              <a:buFont typeface="Arial"/>
              <a:buNone/>
            </a:pPr>
            <a:r>
              <a:rPr lang="en-US" sz="2100"/>
              <a:t>b) 4</a:t>
            </a:r>
            <a:endParaRPr sz="2100"/>
          </a:p>
          <a:p>
            <a:pPr marL="457200" lvl="0" indent="-228600" algn="l" rtl="0">
              <a:lnSpc>
                <a:spcPct val="115000"/>
              </a:lnSpc>
              <a:spcBef>
                <a:spcPts val="1200"/>
              </a:spcBef>
              <a:spcAft>
                <a:spcPts val="0"/>
              </a:spcAft>
              <a:buClr>
                <a:schemeClr val="dk1"/>
              </a:buClr>
              <a:buSzPts val="1100"/>
              <a:buFont typeface="Arial"/>
              <a:buNone/>
            </a:pPr>
            <a:r>
              <a:rPr lang="en-US" sz="2100"/>
              <a:t>c) 9</a:t>
            </a:r>
            <a:endParaRPr sz="2100"/>
          </a:p>
          <a:p>
            <a:pPr marL="457200" lvl="0" indent="-228600" algn="l" rtl="0">
              <a:lnSpc>
                <a:spcPct val="115000"/>
              </a:lnSpc>
              <a:spcBef>
                <a:spcPts val="1200"/>
              </a:spcBef>
              <a:spcAft>
                <a:spcPts val="0"/>
              </a:spcAft>
              <a:buClr>
                <a:schemeClr val="dk1"/>
              </a:buClr>
              <a:buSzPts val="1100"/>
              <a:buFont typeface="Arial"/>
              <a:buNone/>
            </a:pPr>
            <a:r>
              <a:rPr lang="en-US" sz="2100"/>
              <a:t>d) -3</a:t>
            </a:r>
            <a:endParaRPr sz="2100"/>
          </a:p>
          <a:p>
            <a:pPr marL="0" lvl="0" indent="0" algn="l" rtl="0">
              <a:spcBef>
                <a:spcPts val="1200"/>
              </a:spcBef>
              <a:spcAft>
                <a:spcPts val="0"/>
              </a:spcAft>
              <a:buNone/>
            </a:pPr>
            <a:endParaRPr sz="3800"/>
          </a:p>
        </p:txBody>
      </p:sp>
      <p:pic>
        <p:nvPicPr>
          <p:cNvPr id="442" name="Google Shape;442;g13615080cd1_0_370"/>
          <p:cNvPicPr preferRelativeResize="0"/>
          <p:nvPr/>
        </p:nvPicPr>
        <p:blipFill rotWithShape="1">
          <a:blip r:embed="rId3">
            <a:alphaModFix/>
          </a:blip>
          <a:srcRect/>
          <a:stretch/>
        </p:blipFill>
        <p:spPr>
          <a:xfrm>
            <a:off x="1253777" y="37673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2"/>
                                        </p:tgtEl>
                                        <p:attrNameLst>
                                          <p:attrName>style.visibility</p:attrName>
                                        </p:attrNameLst>
                                      </p:cBhvr>
                                      <p:to>
                                        <p:strVal val="visible"/>
                                      </p:to>
                                    </p:set>
                                    <p:animEffect transition="in" filter="fade">
                                      <p:cBhvr>
                                        <p:cTn id="7" dur="1000"/>
                                        <p:tgtEl>
                                          <p:spTgt spid="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g13615080cd1_0_376"/>
          <p:cNvSpPr txBox="1">
            <a:spLocks noGrp="1"/>
          </p:cNvSpPr>
          <p:nvPr>
            <p:ph idx="1"/>
          </p:nvPr>
        </p:nvSpPr>
        <p:spPr>
          <a:xfrm>
            <a:off x="201700" y="461050"/>
            <a:ext cx="11814300" cy="60369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800"/>
              <a:t>48. What will be the output of the following pseudocode?</a:t>
            </a:r>
            <a:endParaRPr sz="1800"/>
          </a:p>
          <a:p>
            <a:pPr marL="0" lvl="0" indent="0" algn="l" rtl="0">
              <a:lnSpc>
                <a:spcPct val="115000"/>
              </a:lnSpc>
              <a:spcBef>
                <a:spcPts val="1200"/>
              </a:spcBef>
              <a:spcAft>
                <a:spcPts val="0"/>
              </a:spcAft>
              <a:buClr>
                <a:schemeClr val="dk1"/>
              </a:buClr>
              <a:buSzPts val="1100"/>
              <a:buFont typeface="Arial"/>
              <a:buNone/>
            </a:pPr>
            <a:r>
              <a:rPr lang="en-US" sz="1800"/>
              <a:t>Integer p, q, r</a:t>
            </a:r>
            <a:endParaRPr sz="1800"/>
          </a:p>
          <a:p>
            <a:pPr marL="0" lvl="0" indent="0" algn="l" rtl="0">
              <a:lnSpc>
                <a:spcPct val="115000"/>
              </a:lnSpc>
              <a:spcBef>
                <a:spcPts val="1200"/>
              </a:spcBef>
              <a:spcAft>
                <a:spcPts val="0"/>
              </a:spcAft>
              <a:buClr>
                <a:schemeClr val="dk1"/>
              </a:buClr>
              <a:buSzPts val="1100"/>
              <a:buFont typeface="Arial"/>
              <a:buNone/>
            </a:pPr>
            <a:r>
              <a:rPr lang="en-US" sz="1800"/>
              <a:t>set p= 8, q= 6, r= 4</a:t>
            </a:r>
            <a:endParaRPr sz="1800"/>
          </a:p>
          <a:p>
            <a:pPr marL="0" lvl="0" indent="0" algn="l" rtl="0">
              <a:lnSpc>
                <a:spcPct val="115000"/>
              </a:lnSpc>
              <a:spcBef>
                <a:spcPts val="1200"/>
              </a:spcBef>
              <a:spcAft>
                <a:spcPts val="0"/>
              </a:spcAft>
              <a:buClr>
                <a:schemeClr val="dk1"/>
              </a:buClr>
              <a:buSzPts val="1100"/>
              <a:buFont typeface="Arial"/>
              <a:buNone/>
            </a:pPr>
            <a:r>
              <a:rPr lang="en-US" sz="1800"/>
              <a:t>for ( each r from 4 to 6)</a:t>
            </a:r>
            <a:endParaRPr sz="1800"/>
          </a:p>
          <a:p>
            <a:pPr marL="0" lvl="0" indent="0" algn="l" rtl="0">
              <a:lnSpc>
                <a:spcPct val="115000"/>
              </a:lnSpc>
              <a:spcBef>
                <a:spcPts val="1200"/>
              </a:spcBef>
              <a:spcAft>
                <a:spcPts val="0"/>
              </a:spcAft>
              <a:buClr>
                <a:schemeClr val="dk1"/>
              </a:buClr>
              <a:buSzPts val="1100"/>
              <a:buFont typeface="Arial"/>
              <a:buNone/>
            </a:pPr>
            <a:r>
              <a:rPr lang="en-US" sz="1800"/>
              <a:t>q= ( q+ 10) + q</a:t>
            </a:r>
            <a:endParaRPr sz="1800"/>
          </a:p>
          <a:p>
            <a:pPr marL="0" lvl="0" indent="0" algn="l" rtl="0">
              <a:lnSpc>
                <a:spcPct val="115000"/>
              </a:lnSpc>
              <a:spcBef>
                <a:spcPts val="1200"/>
              </a:spcBef>
              <a:spcAft>
                <a:spcPts val="0"/>
              </a:spcAft>
              <a:buClr>
                <a:schemeClr val="dk1"/>
              </a:buClr>
              <a:buSzPts val="1100"/>
              <a:buFont typeface="Arial"/>
              <a:buNone/>
            </a:pPr>
            <a:r>
              <a:rPr lang="en-US" sz="1800"/>
              <a:t>if (( p &amp; 4 ) &lt; q)</a:t>
            </a:r>
            <a:endParaRPr sz="1800"/>
          </a:p>
          <a:p>
            <a:pPr marL="0" lvl="0" indent="0" algn="l" rtl="0">
              <a:lnSpc>
                <a:spcPct val="115000"/>
              </a:lnSpc>
              <a:spcBef>
                <a:spcPts val="1200"/>
              </a:spcBef>
              <a:spcAft>
                <a:spcPts val="0"/>
              </a:spcAft>
              <a:buClr>
                <a:schemeClr val="dk1"/>
              </a:buClr>
              <a:buSzPts val="1100"/>
              <a:buFont typeface="Arial"/>
              <a:buNone/>
            </a:pPr>
            <a:r>
              <a:rPr lang="en-US" sz="1800"/>
              <a:t>q= 8 + p</a:t>
            </a:r>
            <a:endParaRPr sz="1800"/>
          </a:p>
          <a:p>
            <a:pPr marL="0" lvl="0" indent="0" algn="l" rtl="0">
              <a:lnSpc>
                <a:spcPct val="115000"/>
              </a:lnSpc>
              <a:spcBef>
                <a:spcPts val="1200"/>
              </a:spcBef>
              <a:spcAft>
                <a:spcPts val="0"/>
              </a:spcAft>
              <a:buClr>
                <a:schemeClr val="dk1"/>
              </a:buClr>
              <a:buSzPts val="1100"/>
              <a:buFont typeface="Arial"/>
              <a:buNone/>
            </a:pPr>
            <a:r>
              <a:rPr lang="en-US" sz="1800"/>
              <a:t>else</a:t>
            </a:r>
            <a:endParaRPr sz="1800"/>
          </a:p>
          <a:p>
            <a:pPr marL="0" lvl="0" indent="0" algn="l" rtl="0">
              <a:lnSpc>
                <a:spcPct val="115000"/>
              </a:lnSpc>
              <a:spcBef>
                <a:spcPts val="1200"/>
              </a:spcBef>
              <a:spcAft>
                <a:spcPts val="0"/>
              </a:spcAft>
              <a:buClr>
                <a:schemeClr val="dk1"/>
              </a:buClr>
              <a:buSzPts val="1100"/>
              <a:buFont typeface="Arial"/>
              <a:buNone/>
            </a:pPr>
            <a:r>
              <a:rPr lang="en-US" sz="1800"/>
              <a:t>r= 9</a:t>
            </a:r>
            <a:endParaRPr sz="1800"/>
          </a:p>
          <a:p>
            <a:pPr marL="0" lvl="0" indent="0" algn="l" rtl="0">
              <a:lnSpc>
                <a:spcPct val="115000"/>
              </a:lnSpc>
              <a:spcBef>
                <a:spcPts val="1200"/>
              </a:spcBef>
              <a:spcAft>
                <a:spcPts val="0"/>
              </a:spcAft>
              <a:buClr>
                <a:schemeClr val="dk1"/>
              </a:buClr>
              <a:buSzPts val="1100"/>
              <a:buFont typeface="Arial"/>
              <a:buNone/>
            </a:pPr>
            <a:r>
              <a:rPr lang="en-US" sz="1800"/>
              <a:t>r= p + p</a:t>
            </a:r>
            <a:endParaRPr sz="1800"/>
          </a:p>
          <a:p>
            <a:pPr marL="0" lvl="0" indent="0" algn="l" rtl="0">
              <a:lnSpc>
                <a:spcPct val="115000"/>
              </a:lnSpc>
              <a:spcBef>
                <a:spcPts val="1200"/>
              </a:spcBef>
              <a:spcAft>
                <a:spcPts val="0"/>
              </a:spcAft>
              <a:buClr>
                <a:schemeClr val="dk1"/>
              </a:buClr>
              <a:buSzPts val="1100"/>
              <a:buFont typeface="Arial"/>
              <a:buNone/>
            </a:pPr>
            <a:r>
              <a:rPr lang="en-US" sz="1800"/>
              <a:t>end if</a:t>
            </a:r>
            <a:endParaRPr sz="1800"/>
          </a:p>
          <a:p>
            <a:pPr marL="0" lvl="0" indent="0" algn="l" rtl="0">
              <a:lnSpc>
                <a:spcPct val="115000"/>
              </a:lnSpc>
              <a:spcBef>
                <a:spcPts val="1200"/>
              </a:spcBef>
              <a:spcAft>
                <a:spcPts val="0"/>
              </a:spcAft>
              <a:buClr>
                <a:schemeClr val="dk1"/>
              </a:buClr>
              <a:buSzPts val="1100"/>
              <a:buFont typeface="Arial"/>
              <a:buNone/>
            </a:pPr>
            <a:r>
              <a:rPr lang="en-US" sz="1800"/>
              <a:t>end for</a:t>
            </a:r>
            <a:endParaRPr sz="1800"/>
          </a:p>
          <a:p>
            <a:pPr marL="0" lvl="0" indent="0" algn="l" rtl="0">
              <a:lnSpc>
                <a:spcPct val="115000"/>
              </a:lnSpc>
              <a:spcBef>
                <a:spcPts val="1200"/>
              </a:spcBef>
              <a:spcAft>
                <a:spcPts val="0"/>
              </a:spcAft>
              <a:buClr>
                <a:schemeClr val="dk1"/>
              </a:buClr>
              <a:buSzPts val="1100"/>
              <a:buFont typeface="Arial"/>
              <a:buNone/>
            </a:pPr>
            <a:r>
              <a:rPr lang="en-US" sz="1800"/>
              <a:t>print p + q</a:t>
            </a:r>
            <a:endParaRPr sz="1800"/>
          </a:p>
          <a:p>
            <a:pPr marL="0" lvl="0" indent="0" algn="l" rtl="0">
              <a:spcBef>
                <a:spcPts val="1200"/>
              </a:spcBef>
              <a:spcAft>
                <a:spcPts val="0"/>
              </a:spcAft>
              <a:buNone/>
            </a:pPr>
            <a:endParaRPr sz="3500"/>
          </a:p>
        </p:txBody>
      </p:sp>
      <p:sp>
        <p:nvSpPr>
          <p:cNvPr id="449" name="Google Shape;449;g13615080cd1_0_376"/>
          <p:cNvSpPr txBox="1"/>
          <p:nvPr/>
        </p:nvSpPr>
        <p:spPr>
          <a:xfrm>
            <a:off x="5042650" y="1959425"/>
            <a:ext cx="8298900" cy="2974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a) 24</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b) 26</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c) 36</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d) 22</a:t>
            </a:r>
            <a:endParaRPr sz="1900">
              <a:solidFill>
                <a:schemeClr val="dk1"/>
              </a:solidFill>
              <a:latin typeface="Calibri"/>
              <a:ea typeface="Calibri"/>
              <a:cs typeface="Calibri"/>
              <a:sym typeface="Calibri"/>
            </a:endParaRPr>
          </a:p>
          <a:p>
            <a:pPr marL="0" lvl="0" indent="0" algn="l" rtl="0">
              <a:spcBef>
                <a:spcPts val="1200"/>
              </a:spcBef>
              <a:spcAft>
                <a:spcPts val="0"/>
              </a:spcAft>
              <a:buNone/>
            </a:pPr>
            <a:endParaRPr sz="2200">
              <a:latin typeface="Calibri"/>
              <a:ea typeface="Calibri"/>
              <a:cs typeface="Calibri"/>
              <a:sym typeface="Calibri"/>
            </a:endParaRPr>
          </a:p>
        </p:txBody>
      </p:sp>
      <p:pic>
        <p:nvPicPr>
          <p:cNvPr id="450" name="Google Shape;450;g13615080cd1_0_376"/>
          <p:cNvPicPr preferRelativeResize="0"/>
          <p:nvPr/>
        </p:nvPicPr>
        <p:blipFill rotWithShape="1">
          <a:blip r:embed="rId3">
            <a:alphaModFix/>
          </a:blip>
          <a:srcRect/>
          <a:stretch/>
        </p:blipFill>
        <p:spPr>
          <a:xfrm>
            <a:off x="4682777" y="22773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0"/>
                                        </p:tgtEl>
                                        <p:attrNameLst>
                                          <p:attrName>style.visibility</p:attrName>
                                        </p:attrNameLst>
                                      </p:cBhvr>
                                      <p:to>
                                        <p:strVal val="visible"/>
                                      </p:to>
                                    </p:set>
                                    <p:animEffect transition="in" filter="fade">
                                      <p:cBhvr>
                                        <p:cTn id="7" dur="1000"/>
                                        <p:tgtEl>
                                          <p:spTgt spid="4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g13615080cd1_0_382"/>
          <p:cNvSpPr txBox="1">
            <a:spLocks noGrp="1"/>
          </p:cNvSpPr>
          <p:nvPr>
            <p:ph idx="1"/>
          </p:nvPr>
        </p:nvSpPr>
        <p:spPr>
          <a:xfrm>
            <a:off x="244925" y="273750"/>
            <a:ext cx="11109000" cy="59031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a:t>49. What will be the output of the following pseudocode?</a:t>
            </a:r>
            <a:endParaRPr sz="1900"/>
          </a:p>
          <a:p>
            <a:pPr marL="0" lvl="0" indent="0" algn="l" rtl="0">
              <a:lnSpc>
                <a:spcPct val="115000"/>
              </a:lnSpc>
              <a:spcBef>
                <a:spcPts val="1200"/>
              </a:spcBef>
              <a:spcAft>
                <a:spcPts val="0"/>
              </a:spcAft>
              <a:buClr>
                <a:schemeClr val="dk1"/>
              </a:buClr>
              <a:buSzPts val="1100"/>
              <a:buFont typeface="Arial"/>
              <a:buNone/>
            </a:pPr>
            <a:r>
              <a:rPr lang="en-US" sz="1900"/>
              <a:t>Integer m</a:t>
            </a:r>
            <a:endParaRPr sz="1900"/>
          </a:p>
          <a:p>
            <a:pPr marL="0" lvl="0" indent="0" algn="l" rtl="0">
              <a:lnSpc>
                <a:spcPct val="115000"/>
              </a:lnSpc>
              <a:spcBef>
                <a:spcPts val="1200"/>
              </a:spcBef>
              <a:spcAft>
                <a:spcPts val="0"/>
              </a:spcAft>
              <a:buClr>
                <a:schemeClr val="dk1"/>
              </a:buClr>
              <a:buSzPts val="1100"/>
              <a:buFont typeface="Arial"/>
              <a:buNone/>
            </a:pPr>
            <a:r>
              <a:rPr lang="en-US" sz="1900"/>
              <a:t>set m=4</a:t>
            </a:r>
            <a:endParaRPr sz="1900"/>
          </a:p>
          <a:p>
            <a:pPr marL="0" lvl="0" indent="0" algn="l" rtl="0">
              <a:lnSpc>
                <a:spcPct val="115000"/>
              </a:lnSpc>
              <a:spcBef>
                <a:spcPts val="1200"/>
              </a:spcBef>
              <a:spcAft>
                <a:spcPts val="0"/>
              </a:spcAft>
              <a:buClr>
                <a:schemeClr val="dk1"/>
              </a:buClr>
              <a:buSzPts val="1100"/>
              <a:buFont typeface="Arial"/>
              <a:buNone/>
            </a:pPr>
            <a:r>
              <a:rPr lang="en-US" sz="1900"/>
              <a:t>integer a[4] = { 1, 5, 6, 8}</a:t>
            </a:r>
            <a:endParaRPr sz="1900"/>
          </a:p>
          <a:p>
            <a:pPr marL="0" lvl="0" indent="0" algn="l" rtl="0">
              <a:lnSpc>
                <a:spcPct val="115000"/>
              </a:lnSpc>
              <a:spcBef>
                <a:spcPts val="1200"/>
              </a:spcBef>
              <a:spcAft>
                <a:spcPts val="0"/>
              </a:spcAft>
              <a:buClr>
                <a:schemeClr val="dk1"/>
              </a:buClr>
              <a:buSzPts val="1100"/>
              <a:buFont typeface="Arial"/>
              <a:buNone/>
            </a:pPr>
            <a:r>
              <a:rPr lang="en-US" sz="1900"/>
              <a:t>a[3] =1+ a[2]</a:t>
            </a:r>
            <a:endParaRPr sz="1900"/>
          </a:p>
          <a:p>
            <a:pPr marL="0" lvl="0" indent="0" algn="l" rtl="0">
              <a:lnSpc>
                <a:spcPct val="115000"/>
              </a:lnSpc>
              <a:spcBef>
                <a:spcPts val="1200"/>
              </a:spcBef>
              <a:spcAft>
                <a:spcPts val="0"/>
              </a:spcAft>
              <a:buClr>
                <a:schemeClr val="dk1"/>
              </a:buClr>
              <a:buSzPts val="1100"/>
              <a:buFont typeface="Arial"/>
              <a:buNone/>
            </a:pPr>
            <a:r>
              <a:rPr lang="en-US" sz="1900"/>
              <a:t>if ( m &gt; a[3])</a:t>
            </a:r>
            <a:endParaRPr sz="1900"/>
          </a:p>
          <a:p>
            <a:pPr marL="0" lvl="0" indent="0" algn="l" rtl="0">
              <a:lnSpc>
                <a:spcPct val="115000"/>
              </a:lnSpc>
              <a:spcBef>
                <a:spcPts val="1200"/>
              </a:spcBef>
              <a:spcAft>
                <a:spcPts val="0"/>
              </a:spcAft>
              <a:buClr>
                <a:schemeClr val="dk1"/>
              </a:buClr>
              <a:buSzPts val="1100"/>
              <a:buFont typeface="Arial"/>
              <a:buNone/>
            </a:pPr>
            <a:r>
              <a:rPr lang="en-US" sz="1900"/>
              <a:t>m= m-1</a:t>
            </a:r>
            <a:endParaRPr sz="1900"/>
          </a:p>
          <a:p>
            <a:pPr marL="0" lvl="0" indent="0" algn="l" rtl="0">
              <a:lnSpc>
                <a:spcPct val="115000"/>
              </a:lnSpc>
              <a:spcBef>
                <a:spcPts val="1200"/>
              </a:spcBef>
              <a:spcAft>
                <a:spcPts val="0"/>
              </a:spcAft>
              <a:buClr>
                <a:schemeClr val="dk1"/>
              </a:buClr>
              <a:buSzPts val="1100"/>
              <a:buFont typeface="Arial"/>
              <a:buNone/>
            </a:pPr>
            <a:r>
              <a:rPr lang="en-US" sz="1900"/>
              <a:t>end if</a:t>
            </a:r>
            <a:endParaRPr sz="1900"/>
          </a:p>
          <a:p>
            <a:pPr marL="0" lvl="0" indent="0" algn="l" rtl="0">
              <a:lnSpc>
                <a:spcPct val="115000"/>
              </a:lnSpc>
              <a:spcBef>
                <a:spcPts val="1200"/>
              </a:spcBef>
              <a:spcAft>
                <a:spcPts val="0"/>
              </a:spcAft>
              <a:buClr>
                <a:schemeClr val="dk1"/>
              </a:buClr>
              <a:buSzPts val="1100"/>
              <a:buFont typeface="Arial"/>
              <a:buNone/>
            </a:pPr>
            <a:r>
              <a:rPr lang="en-US" sz="1900"/>
              <a:t>print m</a:t>
            </a:r>
            <a:endParaRPr sz="1900"/>
          </a:p>
          <a:p>
            <a:pPr marL="457200" lvl="0" indent="-228600" algn="l" rtl="0">
              <a:lnSpc>
                <a:spcPct val="115000"/>
              </a:lnSpc>
              <a:spcBef>
                <a:spcPts val="1200"/>
              </a:spcBef>
              <a:spcAft>
                <a:spcPts val="0"/>
              </a:spcAft>
              <a:buClr>
                <a:schemeClr val="dk1"/>
              </a:buClr>
              <a:buSzPts val="1100"/>
              <a:buFont typeface="Arial"/>
              <a:buNone/>
            </a:pPr>
            <a:r>
              <a:rPr lang="en-US" sz="1900"/>
              <a:t>a) 5</a:t>
            </a:r>
            <a:endParaRPr sz="1900"/>
          </a:p>
          <a:p>
            <a:pPr marL="457200" lvl="0" indent="-228600" algn="l" rtl="0">
              <a:lnSpc>
                <a:spcPct val="115000"/>
              </a:lnSpc>
              <a:spcBef>
                <a:spcPts val="1200"/>
              </a:spcBef>
              <a:spcAft>
                <a:spcPts val="0"/>
              </a:spcAft>
              <a:buClr>
                <a:schemeClr val="dk1"/>
              </a:buClr>
              <a:buSzPts val="1100"/>
              <a:buFont typeface="Arial"/>
              <a:buNone/>
            </a:pPr>
            <a:r>
              <a:rPr lang="en-US" sz="1900"/>
              <a:t>b) -8</a:t>
            </a:r>
            <a:endParaRPr sz="1900"/>
          </a:p>
          <a:p>
            <a:pPr marL="457200" lvl="0" indent="-228600" algn="l" rtl="0">
              <a:lnSpc>
                <a:spcPct val="115000"/>
              </a:lnSpc>
              <a:spcBef>
                <a:spcPts val="1200"/>
              </a:spcBef>
              <a:spcAft>
                <a:spcPts val="0"/>
              </a:spcAft>
              <a:buClr>
                <a:schemeClr val="dk1"/>
              </a:buClr>
              <a:buSzPts val="1100"/>
              <a:buFont typeface="Arial"/>
              <a:buNone/>
            </a:pPr>
            <a:r>
              <a:rPr lang="en-US" sz="1900"/>
              <a:t>c) 4</a:t>
            </a:r>
            <a:endParaRPr sz="1900"/>
          </a:p>
          <a:p>
            <a:pPr marL="0" lvl="0" indent="0" algn="l" rtl="0">
              <a:lnSpc>
                <a:spcPct val="115000"/>
              </a:lnSpc>
              <a:spcBef>
                <a:spcPts val="1200"/>
              </a:spcBef>
              <a:spcAft>
                <a:spcPts val="0"/>
              </a:spcAft>
              <a:buClr>
                <a:schemeClr val="dk1"/>
              </a:buClr>
              <a:buSzPts val="1100"/>
              <a:buFont typeface="Arial"/>
              <a:buNone/>
            </a:pPr>
            <a:r>
              <a:rPr lang="en-US" sz="1900"/>
              <a:t>     d) 22</a:t>
            </a:r>
            <a:endParaRPr sz="1900"/>
          </a:p>
          <a:p>
            <a:pPr marL="0" lvl="0" indent="0" algn="l" rtl="0">
              <a:spcBef>
                <a:spcPts val="1200"/>
              </a:spcBef>
              <a:spcAft>
                <a:spcPts val="0"/>
              </a:spcAft>
              <a:buNone/>
            </a:pPr>
            <a:endParaRPr sz="3600"/>
          </a:p>
        </p:txBody>
      </p:sp>
      <p:pic>
        <p:nvPicPr>
          <p:cNvPr id="457" name="Google Shape;457;g13615080cd1_0_382"/>
          <p:cNvPicPr preferRelativeResize="0"/>
          <p:nvPr/>
        </p:nvPicPr>
        <p:blipFill rotWithShape="1">
          <a:blip r:embed="rId3">
            <a:alphaModFix/>
          </a:blip>
          <a:srcRect/>
          <a:stretch/>
        </p:blipFill>
        <p:spPr>
          <a:xfrm>
            <a:off x="1224952" y="54757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7"/>
                                        </p:tgtEl>
                                        <p:attrNameLst>
                                          <p:attrName>style.visibility</p:attrName>
                                        </p:attrNameLst>
                                      </p:cBhvr>
                                      <p:to>
                                        <p:strVal val="visible"/>
                                      </p:to>
                                    </p:set>
                                    <p:animEffect transition="in" filter="fade">
                                      <p:cBhvr>
                                        <p:cTn id="7" dur="1000"/>
                                        <p:tgtEl>
                                          <p:spTgt spid="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g13615080cd1_0_388"/>
          <p:cNvSpPr txBox="1">
            <a:spLocks noGrp="1"/>
          </p:cNvSpPr>
          <p:nvPr>
            <p:ph idx="1"/>
          </p:nvPr>
        </p:nvSpPr>
        <p:spPr>
          <a:xfrm>
            <a:off x="302550" y="461050"/>
            <a:ext cx="11051400" cy="57159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200"/>
              <a:t>50. What will be the output of the following pseudocode?</a:t>
            </a:r>
            <a:endParaRPr sz="2200"/>
          </a:p>
          <a:p>
            <a:pPr marL="0" lvl="0" indent="0" algn="l" rtl="0">
              <a:lnSpc>
                <a:spcPct val="115000"/>
              </a:lnSpc>
              <a:spcBef>
                <a:spcPts val="1200"/>
              </a:spcBef>
              <a:spcAft>
                <a:spcPts val="0"/>
              </a:spcAft>
              <a:buClr>
                <a:schemeClr val="dk1"/>
              </a:buClr>
              <a:buSzPts val="1100"/>
              <a:buFont typeface="Arial"/>
              <a:buNone/>
            </a:pPr>
            <a:r>
              <a:rPr lang="en-US" sz="2200"/>
              <a:t>Integer a, b, c</a:t>
            </a:r>
            <a:endParaRPr sz="2200"/>
          </a:p>
          <a:p>
            <a:pPr marL="0" lvl="0" indent="0" algn="l" rtl="0">
              <a:lnSpc>
                <a:spcPct val="115000"/>
              </a:lnSpc>
              <a:spcBef>
                <a:spcPts val="1200"/>
              </a:spcBef>
              <a:spcAft>
                <a:spcPts val="0"/>
              </a:spcAft>
              <a:buClr>
                <a:schemeClr val="dk1"/>
              </a:buClr>
              <a:buSzPts val="1100"/>
              <a:buFont typeface="Arial"/>
              <a:buNone/>
            </a:pPr>
            <a:r>
              <a:rPr lang="en-US" sz="2200"/>
              <a:t>set a=5, b= 11, c= 7</a:t>
            </a:r>
            <a:endParaRPr sz="2200"/>
          </a:p>
          <a:p>
            <a:pPr marL="0" lvl="0" indent="0" algn="l" rtl="0">
              <a:lnSpc>
                <a:spcPct val="115000"/>
              </a:lnSpc>
              <a:spcBef>
                <a:spcPts val="1200"/>
              </a:spcBef>
              <a:spcAft>
                <a:spcPts val="0"/>
              </a:spcAft>
              <a:buClr>
                <a:schemeClr val="dk1"/>
              </a:buClr>
              <a:buSzPts val="1100"/>
              <a:buFont typeface="Arial"/>
              <a:buNone/>
            </a:pPr>
            <a:r>
              <a:rPr lang="en-US" sz="2200"/>
              <a:t>for ( each c from 2 to 3)</a:t>
            </a:r>
            <a:endParaRPr sz="2200"/>
          </a:p>
          <a:p>
            <a:pPr marL="0" lvl="0" indent="0" algn="l" rtl="0">
              <a:lnSpc>
                <a:spcPct val="115000"/>
              </a:lnSpc>
              <a:spcBef>
                <a:spcPts val="1200"/>
              </a:spcBef>
              <a:spcAft>
                <a:spcPts val="0"/>
              </a:spcAft>
              <a:buClr>
                <a:schemeClr val="dk1"/>
              </a:buClr>
              <a:buSzPts val="1100"/>
              <a:buFont typeface="Arial"/>
              <a:buNone/>
            </a:pPr>
            <a:r>
              <a:rPr lang="en-US" sz="2200"/>
              <a:t>b = 9 + a</a:t>
            </a:r>
            <a:endParaRPr sz="2200"/>
          </a:p>
          <a:p>
            <a:pPr marL="0" lvl="0" indent="0" algn="l" rtl="0">
              <a:lnSpc>
                <a:spcPct val="115000"/>
              </a:lnSpc>
              <a:spcBef>
                <a:spcPts val="1200"/>
              </a:spcBef>
              <a:spcAft>
                <a:spcPts val="0"/>
              </a:spcAft>
              <a:buClr>
                <a:schemeClr val="dk1"/>
              </a:buClr>
              <a:buSzPts val="1100"/>
              <a:buFont typeface="Arial"/>
              <a:buNone/>
            </a:pPr>
            <a:r>
              <a:rPr lang="en-US" sz="2200"/>
              <a:t>end for</a:t>
            </a:r>
            <a:endParaRPr sz="2200"/>
          </a:p>
          <a:p>
            <a:pPr marL="0" lvl="0" indent="0" algn="l" rtl="0">
              <a:lnSpc>
                <a:spcPct val="115000"/>
              </a:lnSpc>
              <a:spcBef>
                <a:spcPts val="1200"/>
              </a:spcBef>
              <a:spcAft>
                <a:spcPts val="0"/>
              </a:spcAft>
              <a:buClr>
                <a:schemeClr val="dk1"/>
              </a:buClr>
              <a:buSzPts val="1100"/>
              <a:buFont typeface="Arial"/>
              <a:buNone/>
            </a:pPr>
            <a:r>
              <a:rPr lang="en-US" sz="2200"/>
              <a:t>print a + b</a:t>
            </a:r>
            <a:endParaRPr sz="2200"/>
          </a:p>
          <a:p>
            <a:pPr marL="457200" lvl="0" indent="-228600" algn="l" rtl="0">
              <a:lnSpc>
                <a:spcPct val="115000"/>
              </a:lnSpc>
              <a:spcBef>
                <a:spcPts val="1200"/>
              </a:spcBef>
              <a:spcAft>
                <a:spcPts val="0"/>
              </a:spcAft>
              <a:buClr>
                <a:schemeClr val="dk1"/>
              </a:buClr>
              <a:buSzPts val="1100"/>
              <a:buFont typeface="Arial"/>
              <a:buNone/>
            </a:pPr>
            <a:r>
              <a:rPr lang="en-US" sz="2200"/>
              <a:t>a) 24</a:t>
            </a:r>
            <a:endParaRPr sz="2200"/>
          </a:p>
          <a:p>
            <a:pPr marL="457200" lvl="0" indent="-228600" algn="l" rtl="0">
              <a:lnSpc>
                <a:spcPct val="115000"/>
              </a:lnSpc>
              <a:spcBef>
                <a:spcPts val="1200"/>
              </a:spcBef>
              <a:spcAft>
                <a:spcPts val="0"/>
              </a:spcAft>
              <a:buClr>
                <a:schemeClr val="dk1"/>
              </a:buClr>
              <a:buSzPts val="1100"/>
              <a:buFont typeface="Arial"/>
              <a:buNone/>
            </a:pPr>
            <a:r>
              <a:rPr lang="en-US" sz="2200"/>
              <a:t>b) 20</a:t>
            </a:r>
            <a:endParaRPr sz="2200"/>
          </a:p>
          <a:p>
            <a:pPr marL="457200" lvl="0" indent="-228600" algn="l" rtl="0">
              <a:lnSpc>
                <a:spcPct val="115000"/>
              </a:lnSpc>
              <a:spcBef>
                <a:spcPts val="1200"/>
              </a:spcBef>
              <a:spcAft>
                <a:spcPts val="0"/>
              </a:spcAft>
              <a:buClr>
                <a:schemeClr val="dk1"/>
              </a:buClr>
              <a:buSzPts val="1100"/>
              <a:buFont typeface="Arial"/>
              <a:buNone/>
            </a:pPr>
            <a:r>
              <a:rPr lang="en-US" sz="2200"/>
              <a:t>c) 15</a:t>
            </a:r>
            <a:endParaRPr sz="2200"/>
          </a:p>
          <a:p>
            <a:pPr marL="457200" lvl="0" indent="-228600" algn="l" rtl="0">
              <a:lnSpc>
                <a:spcPct val="115000"/>
              </a:lnSpc>
              <a:spcBef>
                <a:spcPts val="1200"/>
              </a:spcBef>
              <a:spcAft>
                <a:spcPts val="0"/>
              </a:spcAft>
              <a:buClr>
                <a:schemeClr val="dk1"/>
              </a:buClr>
              <a:buSzPts val="1100"/>
              <a:buFont typeface="Arial"/>
              <a:buNone/>
            </a:pPr>
            <a:r>
              <a:rPr lang="en-US" sz="2200"/>
              <a:t>d) 19</a:t>
            </a:r>
            <a:endParaRPr sz="2200"/>
          </a:p>
          <a:p>
            <a:pPr marL="0" lvl="0" indent="0" algn="l" rtl="0">
              <a:spcBef>
                <a:spcPts val="1200"/>
              </a:spcBef>
              <a:spcAft>
                <a:spcPts val="0"/>
              </a:spcAft>
              <a:buNone/>
            </a:pPr>
            <a:endParaRPr sz="3900"/>
          </a:p>
        </p:txBody>
      </p:sp>
      <p:pic>
        <p:nvPicPr>
          <p:cNvPr id="464" name="Google Shape;464;g13615080cd1_0_388"/>
          <p:cNvPicPr preferRelativeResize="0"/>
          <p:nvPr/>
        </p:nvPicPr>
        <p:blipFill rotWithShape="1">
          <a:blip r:embed="rId3">
            <a:alphaModFix/>
          </a:blip>
          <a:srcRect/>
          <a:stretch/>
        </p:blipFill>
        <p:spPr>
          <a:xfrm>
            <a:off x="1484327" y="57927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4"/>
                                        </p:tgtEl>
                                        <p:attrNameLst>
                                          <p:attrName>style.visibility</p:attrName>
                                        </p:attrNameLst>
                                      </p:cBhvr>
                                      <p:to>
                                        <p:strVal val="visible"/>
                                      </p:to>
                                    </p:set>
                                    <p:animEffect transition="in" filter="fade">
                                      <p:cBhvr>
                                        <p:cTn id="7" dur="1000"/>
                                        <p:tgtEl>
                                          <p:spTgt spid="4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g13615080cd1_0_394"/>
          <p:cNvSpPr txBox="1">
            <a:spLocks noGrp="1"/>
          </p:cNvSpPr>
          <p:nvPr>
            <p:ph idx="1"/>
          </p:nvPr>
        </p:nvSpPr>
        <p:spPr>
          <a:xfrm>
            <a:off x="288150" y="259325"/>
            <a:ext cx="11065500" cy="59175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800"/>
              <a:t>51. What will be the output of the following pseudocode?</a:t>
            </a:r>
            <a:endParaRPr sz="1800"/>
          </a:p>
          <a:p>
            <a:pPr marL="0" lvl="0" indent="0" algn="l" rtl="0">
              <a:lnSpc>
                <a:spcPct val="115000"/>
              </a:lnSpc>
              <a:spcBef>
                <a:spcPts val="1200"/>
              </a:spcBef>
              <a:spcAft>
                <a:spcPts val="0"/>
              </a:spcAft>
              <a:buClr>
                <a:schemeClr val="dk1"/>
              </a:buClr>
              <a:buSzPts val="1100"/>
              <a:buFont typeface="Arial"/>
              <a:buNone/>
            </a:pPr>
            <a:r>
              <a:rPr lang="en-US" sz="1800"/>
              <a:t>Integer pp, qq, rr</a:t>
            </a:r>
            <a:endParaRPr sz="1800"/>
          </a:p>
          <a:p>
            <a:pPr marL="0" lvl="0" indent="0" algn="l" rtl="0">
              <a:lnSpc>
                <a:spcPct val="115000"/>
              </a:lnSpc>
              <a:spcBef>
                <a:spcPts val="1200"/>
              </a:spcBef>
              <a:spcAft>
                <a:spcPts val="0"/>
              </a:spcAft>
              <a:buClr>
                <a:schemeClr val="dk1"/>
              </a:buClr>
              <a:buSzPts val="1100"/>
              <a:buFont typeface="Arial"/>
              <a:buNone/>
            </a:pPr>
            <a:r>
              <a:rPr lang="en-US" sz="1800"/>
              <a:t>set pp= 1, qq= 50, rr= 20</a:t>
            </a:r>
            <a:endParaRPr sz="1800"/>
          </a:p>
          <a:p>
            <a:pPr marL="0" lvl="0" indent="0" algn="l" rtl="0">
              <a:lnSpc>
                <a:spcPct val="115000"/>
              </a:lnSpc>
              <a:spcBef>
                <a:spcPts val="1200"/>
              </a:spcBef>
              <a:spcAft>
                <a:spcPts val="0"/>
              </a:spcAft>
              <a:buClr>
                <a:schemeClr val="dk1"/>
              </a:buClr>
              <a:buSzPts val="1100"/>
              <a:buFont typeface="Arial"/>
              <a:buNone/>
            </a:pPr>
            <a:r>
              <a:rPr lang="en-US" sz="1800"/>
              <a:t>if ( rr + pp &lt; pp OR qq &gt; 0)</a:t>
            </a:r>
            <a:endParaRPr sz="1800"/>
          </a:p>
          <a:p>
            <a:pPr marL="0" lvl="0" indent="0" algn="l" rtl="0">
              <a:lnSpc>
                <a:spcPct val="115000"/>
              </a:lnSpc>
              <a:spcBef>
                <a:spcPts val="1200"/>
              </a:spcBef>
              <a:spcAft>
                <a:spcPts val="0"/>
              </a:spcAft>
              <a:buClr>
                <a:schemeClr val="dk1"/>
              </a:buClr>
              <a:buSzPts val="1100"/>
              <a:buFont typeface="Arial"/>
              <a:buNone/>
            </a:pPr>
            <a:r>
              <a:rPr lang="en-US" sz="1800"/>
              <a:t>qq= 0</a:t>
            </a:r>
            <a:endParaRPr sz="1800"/>
          </a:p>
          <a:p>
            <a:pPr marL="0" lvl="0" indent="0" algn="l" rtl="0">
              <a:lnSpc>
                <a:spcPct val="115000"/>
              </a:lnSpc>
              <a:spcBef>
                <a:spcPts val="1200"/>
              </a:spcBef>
              <a:spcAft>
                <a:spcPts val="0"/>
              </a:spcAft>
              <a:buClr>
                <a:schemeClr val="dk1"/>
              </a:buClr>
              <a:buSzPts val="1100"/>
              <a:buFont typeface="Arial"/>
              <a:buNone/>
            </a:pPr>
            <a:r>
              <a:rPr lang="en-US" sz="1800"/>
              <a:t>else</a:t>
            </a:r>
            <a:endParaRPr sz="1800"/>
          </a:p>
          <a:p>
            <a:pPr marL="0" lvl="0" indent="0" algn="l" rtl="0">
              <a:lnSpc>
                <a:spcPct val="115000"/>
              </a:lnSpc>
              <a:spcBef>
                <a:spcPts val="1200"/>
              </a:spcBef>
              <a:spcAft>
                <a:spcPts val="0"/>
              </a:spcAft>
              <a:buClr>
                <a:schemeClr val="dk1"/>
              </a:buClr>
              <a:buSzPts val="1100"/>
              <a:buFont typeface="Arial"/>
              <a:buNone/>
            </a:pPr>
            <a:r>
              <a:rPr lang="en-US" sz="1800"/>
              <a:t>rr = 2</a:t>
            </a:r>
            <a:endParaRPr sz="1800"/>
          </a:p>
          <a:p>
            <a:pPr marL="0" lvl="0" indent="0" algn="l" rtl="0">
              <a:lnSpc>
                <a:spcPct val="115000"/>
              </a:lnSpc>
              <a:spcBef>
                <a:spcPts val="1200"/>
              </a:spcBef>
              <a:spcAft>
                <a:spcPts val="0"/>
              </a:spcAft>
              <a:buClr>
                <a:schemeClr val="dk1"/>
              </a:buClr>
              <a:buSzPts val="1100"/>
              <a:buFont typeface="Arial"/>
              <a:buNone/>
            </a:pPr>
            <a:r>
              <a:rPr lang="en-US" sz="1800"/>
              <a:t>end if</a:t>
            </a:r>
            <a:endParaRPr sz="1800"/>
          </a:p>
          <a:p>
            <a:pPr marL="0" lvl="0" indent="0" algn="l" rtl="0">
              <a:lnSpc>
                <a:spcPct val="115000"/>
              </a:lnSpc>
              <a:spcBef>
                <a:spcPts val="1200"/>
              </a:spcBef>
              <a:spcAft>
                <a:spcPts val="0"/>
              </a:spcAft>
              <a:buClr>
                <a:schemeClr val="dk1"/>
              </a:buClr>
              <a:buSzPts val="1100"/>
              <a:buFont typeface="Arial"/>
              <a:buNone/>
            </a:pPr>
            <a:r>
              <a:rPr lang="en-US" sz="1800"/>
              <a:t>print pp + qq + rr</a:t>
            </a:r>
            <a:endParaRPr sz="1800"/>
          </a:p>
          <a:p>
            <a:pPr marL="457200" lvl="0" indent="-228600" algn="l" rtl="0">
              <a:lnSpc>
                <a:spcPct val="115000"/>
              </a:lnSpc>
              <a:spcBef>
                <a:spcPts val="1200"/>
              </a:spcBef>
              <a:spcAft>
                <a:spcPts val="0"/>
              </a:spcAft>
              <a:buClr>
                <a:schemeClr val="dk1"/>
              </a:buClr>
              <a:buSzPts val="1100"/>
              <a:buFont typeface="Arial"/>
              <a:buNone/>
            </a:pPr>
            <a:r>
              <a:rPr lang="en-US" sz="1800"/>
              <a:t>a) 18</a:t>
            </a:r>
            <a:endParaRPr sz="1800"/>
          </a:p>
          <a:p>
            <a:pPr marL="457200" lvl="0" indent="-228600" algn="l" rtl="0">
              <a:lnSpc>
                <a:spcPct val="115000"/>
              </a:lnSpc>
              <a:spcBef>
                <a:spcPts val="1200"/>
              </a:spcBef>
              <a:spcAft>
                <a:spcPts val="0"/>
              </a:spcAft>
              <a:buClr>
                <a:schemeClr val="dk1"/>
              </a:buClr>
              <a:buSzPts val="1100"/>
              <a:buFont typeface="Arial"/>
              <a:buNone/>
            </a:pPr>
            <a:r>
              <a:rPr lang="en-US" sz="1800"/>
              <a:t>b) 31</a:t>
            </a:r>
            <a:endParaRPr sz="1800"/>
          </a:p>
          <a:p>
            <a:pPr marL="457200" lvl="0" indent="-228600" algn="l" rtl="0">
              <a:lnSpc>
                <a:spcPct val="115000"/>
              </a:lnSpc>
              <a:spcBef>
                <a:spcPts val="1200"/>
              </a:spcBef>
              <a:spcAft>
                <a:spcPts val="0"/>
              </a:spcAft>
              <a:buClr>
                <a:schemeClr val="dk1"/>
              </a:buClr>
              <a:buSzPts val="1100"/>
              <a:buFont typeface="Arial"/>
              <a:buNone/>
            </a:pPr>
            <a:r>
              <a:rPr lang="en-US" sz="1800"/>
              <a:t>c) 28</a:t>
            </a:r>
            <a:endParaRPr sz="1800"/>
          </a:p>
          <a:p>
            <a:pPr marL="457200" lvl="0" indent="-228600" algn="l" rtl="0">
              <a:lnSpc>
                <a:spcPct val="115000"/>
              </a:lnSpc>
              <a:spcBef>
                <a:spcPts val="1200"/>
              </a:spcBef>
              <a:spcAft>
                <a:spcPts val="0"/>
              </a:spcAft>
              <a:buClr>
                <a:schemeClr val="dk1"/>
              </a:buClr>
              <a:buSzPts val="1100"/>
              <a:buFont typeface="Arial"/>
              <a:buNone/>
            </a:pPr>
            <a:r>
              <a:rPr lang="en-US" sz="1800"/>
              <a:t>d) 21</a:t>
            </a:r>
            <a:endParaRPr sz="1800"/>
          </a:p>
          <a:p>
            <a:pPr marL="0" lvl="0" indent="0" algn="l" rtl="0">
              <a:spcBef>
                <a:spcPts val="1200"/>
              </a:spcBef>
              <a:spcAft>
                <a:spcPts val="0"/>
              </a:spcAft>
              <a:buNone/>
            </a:pPr>
            <a:endParaRPr sz="3500"/>
          </a:p>
        </p:txBody>
      </p:sp>
      <p:pic>
        <p:nvPicPr>
          <p:cNvPr id="471" name="Google Shape;471;g13615080cd1_0_394"/>
          <p:cNvPicPr preferRelativeResize="0"/>
          <p:nvPr/>
        </p:nvPicPr>
        <p:blipFill rotWithShape="1">
          <a:blip r:embed="rId3">
            <a:alphaModFix/>
          </a:blip>
          <a:srcRect/>
          <a:stretch/>
        </p:blipFill>
        <p:spPr>
          <a:xfrm>
            <a:off x="1354652" y="58359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1"/>
                                        </p:tgtEl>
                                        <p:attrNameLst>
                                          <p:attrName>style.visibility</p:attrName>
                                        </p:attrNameLst>
                                      </p:cBhvr>
                                      <p:to>
                                        <p:strVal val="visible"/>
                                      </p:to>
                                    </p:set>
                                    <p:animEffect transition="in" filter="fade">
                                      <p:cBhvr>
                                        <p:cTn id="7" dur="1000"/>
                                        <p:tgtEl>
                                          <p:spTgt spid="4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g13615080cd1_0_400"/>
          <p:cNvSpPr txBox="1">
            <a:spLocks noGrp="1"/>
          </p:cNvSpPr>
          <p:nvPr>
            <p:ph idx="1"/>
          </p:nvPr>
        </p:nvSpPr>
        <p:spPr>
          <a:xfrm>
            <a:off x="100850" y="273750"/>
            <a:ext cx="11253000" cy="59031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800"/>
              <a:t>52. What will be the output of the following pseudocode?</a:t>
            </a:r>
            <a:endParaRPr sz="1800"/>
          </a:p>
          <a:p>
            <a:pPr marL="0" lvl="0" indent="0" algn="l" rtl="0">
              <a:lnSpc>
                <a:spcPct val="115000"/>
              </a:lnSpc>
              <a:spcBef>
                <a:spcPts val="1200"/>
              </a:spcBef>
              <a:spcAft>
                <a:spcPts val="0"/>
              </a:spcAft>
              <a:buClr>
                <a:schemeClr val="dk1"/>
              </a:buClr>
              <a:buSzPts val="1100"/>
              <a:buFont typeface="Arial"/>
              <a:buNone/>
            </a:pPr>
            <a:r>
              <a:rPr lang="en-US" sz="1800"/>
              <a:t>set p=1,q=1</a:t>
            </a:r>
            <a:endParaRPr sz="1800"/>
          </a:p>
          <a:p>
            <a:pPr marL="0" lvl="0" indent="0" algn="l" rtl="0">
              <a:lnSpc>
                <a:spcPct val="115000"/>
              </a:lnSpc>
              <a:spcBef>
                <a:spcPts val="1200"/>
              </a:spcBef>
              <a:spcAft>
                <a:spcPts val="0"/>
              </a:spcAft>
              <a:buClr>
                <a:schemeClr val="dk1"/>
              </a:buClr>
              <a:buSzPts val="1100"/>
              <a:buFont typeface="Arial"/>
              <a:buNone/>
            </a:pPr>
            <a:r>
              <a:rPr lang="en-US" sz="1800"/>
              <a:t>Integer from ( integer p, integer q)</a:t>
            </a:r>
            <a:endParaRPr sz="1800"/>
          </a:p>
          <a:p>
            <a:pPr marL="0" lvl="0" indent="0" algn="l" rtl="0">
              <a:lnSpc>
                <a:spcPct val="115000"/>
              </a:lnSpc>
              <a:spcBef>
                <a:spcPts val="1200"/>
              </a:spcBef>
              <a:spcAft>
                <a:spcPts val="0"/>
              </a:spcAft>
              <a:buClr>
                <a:schemeClr val="dk1"/>
              </a:buClr>
              <a:buSzPts val="1100"/>
              <a:buFont typeface="Arial"/>
              <a:buNone/>
            </a:pPr>
            <a:r>
              <a:rPr lang="en-US" sz="1800"/>
              <a:t>if( q ^ 2 &gt; p ^ 3)</a:t>
            </a:r>
            <a:endParaRPr sz="1800"/>
          </a:p>
          <a:p>
            <a:pPr marL="0" lvl="0" indent="0" algn="l" rtl="0">
              <a:lnSpc>
                <a:spcPct val="115000"/>
              </a:lnSpc>
              <a:spcBef>
                <a:spcPts val="1200"/>
              </a:spcBef>
              <a:spcAft>
                <a:spcPts val="0"/>
              </a:spcAft>
              <a:buClr>
                <a:schemeClr val="dk1"/>
              </a:buClr>
              <a:buSzPts val="1100"/>
              <a:buFont typeface="Arial"/>
              <a:buNone/>
            </a:pPr>
            <a:r>
              <a:rPr lang="en-US" sz="1800"/>
              <a:t>p= q ^ 2</a:t>
            </a:r>
            <a:endParaRPr sz="1800"/>
          </a:p>
          <a:p>
            <a:pPr marL="0" lvl="0" indent="0" algn="l" rtl="0">
              <a:lnSpc>
                <a:spcPct val="115000"/>
              </a:lnSpc>
              <a:spcBef>
                <a:spcPts val="1200"/>
              </a:spcBef>
              <a:spcAft>
                <a:spcPts val="0"/>
              </a:spcAft>
              <a:buClr>
                <a:schemeClr val="dk1"/>
              </a:buClr>
              <a:buSzPts val="1100"/>
              <a:buFont typeface="Arial"/>
              <a:buNone/>
            </a:pPr>
            <a:r>
              <a:rPr lang="en-US" sz="1800"/>
              <a:t>else</a:t>
            </a:r>
            <a:endParaRPr sz="1800"/>
          </a:p>
          <a:p>
            <a:pPr marL="0" lvl="0" indent="0" algn="l" rtl="0">
              <a:lnSpc>
                <a:spcPct val="115000"/>
              </a:lnSpc>
              <a:spcBef>
                <a:spcPts val="1200"/>
              </a:spcBef>
              <a:spcAft>
                <a:spcPts val="0"/>
              </a:spcAft>
              <a:buClr>
                <a:schemeClr val="dk1"/>
              </a:buClr>
              <a:buSzPts val="1100"/>
              <a:buFont typeface="Arial"/>
              <a:buNone/>
            </a:pPr>
            <a:r>
              <a:rPr lang="en-US" sz="1800"/>
              <a:t>q = p &amp; 2</a:t>
            </a:r>
            <a:endParaRPr sz="1800"/>
          </a:p>
          <a:p>
            <a:pPr marL="0" lvl="0" indent="0" algn="l" rtl="0">
              <a:lnSpc>
                <a:spcPct val="115000"/>
              </a:lnSpc>
              <a:spcBef>
                <a:spcPts val="1200"/>
              </a:spcBef>
              <a:spcAft>
                <a:spcPts val="0"/>
              </a:spcAft>
              <a:buClr>
                <a:schemeClr val="dk1"/>
              </a:buClr>
              <a:buSzPts val="1100"/>
              <a:buFont typeface="Arial"/>
              <a:buNone/>
            </a:pPr>
            <a:r>
              <a:rPr lang="en-US" sz="1800"/>
              <a:t>end if</a:t>
            </a:r>
            <a:endParaRPr sz="1800"/>
          </a:p>
          <a:p>
            <a:pPr marL="0" lvl="0" indent="0" algn="l" rtl="0">
              <a:lnSpc>
                <a:spcPct val="115000"/>
              </a:lnSpc>
              <a:spcBef>
                <a:spcPts val="1200"/>
              </a:spcBef>
              <a:spcAft>
                <a:spcPts val="0"/>
              </a:spcAft>
              <a:buClr>
                <a:schemeClr val="dk1"/>
              </a:buClr>
              <a:buSzPts val="1100"/>
              <a:buFont typeface="Arial"/>
              <a:buNone/>
            </a:pPr>
            <a:r>
              <a:rPr lang="en-US" sz="1800"/>
              <a:t>return p ^ q</a:t>
            </a:r>
            <a:endParaRPr sz="1800"/>
          </a:p>
          <a:p>
            <a:pPr marL="0" lvl="0" indent="0" algn="l" rtl="0">
              <a:lnSpc>
                <a:spcPct val="115000"/>
              </a:lnSpc>
              <a:spcBef>
                <a:spcPts val="1200"/>
              </a:spcBef>
              <a:spcAft>
                <a:spcPts val="0"/>
              </a:spcAft>
              <a:buClr>
                <a:schemeClr val="dk1"/>
              </a:buClr>
              <a:buSzPts val="1100"/>
              <a:buFont typeface="Arial"/>
              <a:buNone/>
            </a:pPr>
            <a:r>
              <a:rPr lang="en-US" sz="1800"/>
              <a:t>end function funn ( )</a:t>
            </a:r>
            <a:endParaRPr sz="1800"/>
          </a:p>
          <a:p>
            <a:pPr marL="457200" lvl="0" indent="-228600" algn="l" rtl="0">
              <a:lnSpc>
                <a:spcPct val="115000"/>
              </a:lnSpc>
              <a:spcBef>
                <a:spcPts val="1200"/>
              </a:spcBef>
              <a:spcAft>
                <a:spcPts val="0"/>
              </a:spcAft>
              <a:buClr>
                <a:schemeClr val="dk1"/>
              </a:buClr>
              <a:buSzPts val="1100"/>
              <a:buFont typeface="Arial"/>
              <a:buNone/>
            </a:pPr>
            <a:r>
              <a:rPr lang="en-US" sz="1800"/>
              <a:t>a) 11</a:t>
            </a:r>
            <a:endParaRPr sz="1800"/>
          </a:p>
          <a:p>
            <a:pPr marL="457200" lvl="0" indent="-228600" algn="l" rtl="0">
              <a:lnSpc>
                <a:spcPct val="115000"/>
              </a:lnSpc>
              <a:spcBef>
                <a:spcPts val="1200"/>
              </a:spcBef>
              <a:spcAft>
                <a:spcPts val="0"/>
              </a:spcAft>
              <a:buClr>
                <a:schemeClr val="dk1"/>
              </a:buClr>
              <a:buSzPts val="1100"/>
              <a:buFont typeface="Arial"/>
              <a:buNone/>
            </a:pPr>
            <a:r>
              <a:rPr lang="en-US" sz="1800"/>
              <a:t>b) 8</a:t>
            </a:r>
            <a:endParaRPr sz="1800"/>
          </a:p>
          <a:p>
            <a:pPr marL="457200" lvl="0" indent="-228600" algn="l" rtl="0">
              <a:lnSpc>
                <a:spcPct val="115000"/>
              </a:lnSpc>
              <a:spcBef>
                <a:spcPts val="1200"/>
              </a:spcBef>
              <a:spcAft>
                <a:spcPts val="0"/>
              </a:spcAft>
              <a:buClr>
                <a:schemeClr val="dk1"/>
              </a:buClr>
              <a:buSzPts val="1100"/>
              <a:buFont typeface="Arial"/>
              <a:buNone/>
            </a:pPr>
            <a:r>
              <a:rPr lang="en-US" sz="1800"/>
              <a:t>c) 2</a:t>
            </a:r>
            <a:endParaRPr sz="1800"/>
          </a:p>
          <a:p>
            <a:pPr marL="457200" lvl="0" indent="-228600" algn="l" rtl="0">
              <a:lnSpc>
                <a:spcPct val="115000"/>
              </a:lnSpc>
              <a:spcBef>
                <a:spcPts val="1200"/>
              </a:spcBef>
              <a:spcAft>
                <a:spcPts val="0"/>
              </a:spcAft>
              <a:buClr>
                <a:schemeClr val="dk1"/>
              </a:buClr>
              <a:buSzPts val="1100"/>
              <a:buFont typeface="Arial"/>
              <a:buNone/>
            </a:pPr>
            <a:r>
              <a:rPr lang="en-US" sz="1800"/>
              <a:t>d) 1</a:t>
            </a:r>
            <a:endParaRPr sz="1800"/>
          </a:p>
          <a:p>
            <a:pPr marL="0" lvl="0" indent="0" algn="l" rtl="0">
              <a:spcBef>
                <a:spcPts val="1200"/>
              </a:spcBef>
              <a:spcAft>
                <a:spcPts val="0"/>
              </a:spcAft>
              <a:buNone/>
            </a:pPr>
            <a:endParaRPr sz="3500"/>
          </a:p>
        </p:txBody>
      </p:sp>
      <p:pic>
        <p:nvPicPr>
          <p:cNvPr id="478" name="Google Shape;478;g13615080cd1_0_400"/>
          <p:cNvPicPr preferRelativeResize="0"/>
          <p:nvPr/>
        </p:nvPicPr>
        <p:blipFill rotWithShape="1">
          <a:blip r:embed="rId3">
            <a:alphaModFix/>
          </a:blip>
          <a:srcRect/>
          <a:stretch/>
        </p:blipFill>
        <p:spPr>
          <a:xfrm>
            <a:off x="870877" y="56547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8"/>
                                        </p:tgtEl>
                                        <p:attrNameLst>
                                          <p:attrName>style.visibility</p:attrName>
                                        </p:attrNameLst>
                                      </p:cBhvr>
                                      <p:to>
                                        <p:strVal val="visible"/>
                                      </p:to>
                                    </p:set>
                                    <p:animEffect transition="in" filter="fade">
                                      <p:cBhvr>
                                        <p:cTn id="7" dur="1000"/>
                                        <p:tgtEl>
                                          <p:spTgt spid="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g13615080cd1_0_406"/>
          <p:cNvSpPr txBox="1">
            <a:spLocks noGrp="1"/>
          </p:cNvSpPr>
          <p:nvPr>
            <p:ph idx="1"/>
          </p:nvPr>
        </p:nvSpPr>
        <p:spPr>
          <a:xfrm>
            <a:off x="172900" y="331375"/>
            <a:ext cx="11181000" cy="58455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en-US" sz="2000"/>
              <a:t>53. What will be the output of the following pseudocode for p= 5, q=2 ?</a:t>
            </a:r>
            <a:endParaRPr sz="2000"/>
          </a:p>
          <a:p>
            <a:pPr marL="0" lvl="0" indent="0" algn="l" rtl="0">
              <a:lnSpc>
                <a:spcPct val="115000"/>
              </a:lnSpc>
              <a:spcBef>
                <a:spcPts val="1200"/>
              </a:spcBef>
              <a:spcAft>
                <a:spcPts val="0"/>
              </a:spcAft>
              <a:buClr>
                <a:schemeClr val="dk1"/>
              </a:buClr>
              <a:buSzPts val="1100"/>
              <a:buFont typeface="Arial"/>
              <a:buNone/>
            </a:pPr>
            <a:r>
              <a:rPr lang="en-US" sz="2000"/>
              <a:t>Integer funn(integer p, integr q)</a:t>
            </a:r>
            <a:endParaRPr sz="2000"/>
          </a:p>
          <a:p>
            <a:pPr marL="0" lvl="0" indent="0" algn="l" rtl="0">
              <a:lnSpc>
                <a:spcPct val="115000"/>
              </a:lnSpc>
              <a:spcBef>
                <a:spcPts val="1200"/>
              </a:spcBef>
              <a:spcAft>
                <a:spcPts val="0"/>
              </a:spcAft>
              <a:buClr>
                <a:schemeClr val="dk1"/>
              </a:buClr>
              <a:buSzPts val="1100"/>
              <a:buFont typeface="Arial"/>
              <a:buNone/>
            </a:pPr>
            <a:r>
              <a:rPr lang="en-US" sz="2000"/>
              <a:t>if( q&amp; p &lt; p^q)</a:t>
            </a:r>
            <a:endParaRPr sz="2000"/>
          </a:p>
          <a:p>
            <a:pPr marL="0" lvl="0" indent="0" algn="l" rtl="0">
              <a:lnSpc>
                <a:spcPct val="115000"/>
              </a:lnSpc>
              <a:spcBef>
                <a:spcPts val="1200"/>
              </a:spcBef>
              <a:spcAft>
                <a:spcPts val="0"/>
              </a:spcAft>
              <a:buClr>
                <a:schemeClr val="dk1"/>
              </a:buClr>
              <a:buSzPts val="1100"/>
              <a:buFont typeface="Arial"/>
              <a:buNone/>
            </a:pPr>
            <a:r>
              <a:rPr lang="en-US" sz="2000"/>
              <a:t>p = p^3</a:t>
            </a:r>
            <a:endParaRPr sz="2000"/>
          </a:p>
          <a:p>
            <a:pPr marL="0" lvl="0" indent="0" algn="l" rtl="0">
              <a:lnSpc>
                <a:spcPct val="115000"/>
              </a:lnSpc>
              <a:spcBef>
                <a:spcPts val="1200"/>
              </a:spcBef>
              <a:spcAft>
                <a:spcPts val="0"/>
              </a:spcAft>
              <a:buClr>
                <a:schemeClr val="dk1"/>
              </a:buClr>
              <a:buSzPts val="1100"/>
              <a:buFont typeface="Arial"/>
              <a:buNone/>
            </a:pPr>
            <a:r>
              <a:rPr lang="en-US" sz="2000"/>
              <a:t>else</a:t>
            </a:r>
            <a:endParaRPr sz="2000"/>
          </a:p>
          <a:p>
            <a:pPr marL="0" lvl="0" indent="0" algn="l" rtl="0">
              <a:lnSpc>
                <a:spcPct val="115000"/>
              </a:lnSpc>
              <a:spcBef>
                <a:spcPts val="1200"/>
              </a:spcBef>
              <a:spcAft>
                <a:spcPts val="0"/>
              </a:spcAft>
              <a:buClr>
                <a:schemeClr val="dk1"/>
              </a:buClr>
              <a:buSzPts val="1100"/>
              <a:buFont typeface="Arial"/>
              <a:buNone/>
            </a:pPr>
            <a:r>
              <a:rPr lang="en-US" sz="2000"/>
              <a:t>q = p^2</a:t>
            </a:r>
            <a:endParaRPr sz="2000"/>
          </a:p>
          <a:p>
            <a:pPr marL="0" lvl="0" indent="0" algn="l" rtl="0">
              <a:lnSpc>
                <a:spcPct val="115000"/>
              </a:lnSpc>
              <a:spcBef>
                <a:spcPts val="1200"/>
              </a:spcBef>
              <a:spcAft>
                <a:spcPts val="0"/>
              </a:spcAft>
              <a:buClr>
                <a:schemeClr val="dk1"/>
              </a:buClr>
              <a:buSzPts val="1100"/>
              <a:buFont typeface="Arial"/>
              <a:buNone/>
            </a:pPr>
            <a:r>
              <a:rPr lang="en-US" sz="2000"/>
              <a:t>else if</a:t>
            </a:r>
            <a:endParaRPr sz="2000"/>
          </a:p>
          <a:p>
            <a:pPr marL="0" lvl="0" indent="0" algn="l" rtl="0">
              <a:lnSpc>
                <a:spcPct val="115000"/>
              </a:lnSpc>
              <a:spcBef>
                <a:spcPts val="1200"/>
              </a:spcBef>
              <a:spcAft>
                <a:spcPts val="0"/>
              </a:spcAft>
              <a:buClr>
                <a:schemeClr val="dk1"/>
              </a:buClr>
              <a:buSzPts val="1100"/>
              <a:buFont typeface="Arial"/>
              <a:buNone/>
            </a:pPr>
            <a:r>
              <a:rPr lang="en-US" sz="2000"/>
              <a:t>return p + q</a:t>
            </a:r>
            <a:endParaRPr sz="2000"/>
          </a:p>
          <a:p>
            <a:pPr marL="0" lvl="0" indent="0" algn="l" rtl="0">
              <a:lnSpc>
                <a:spcPct val="115000"/>
              </a:lnSpc>
              <a:spcBef>
                <a:spcPts val="1200"/>
              </a:spcBef>
              <a:spcAft>
                <a:spcPts val="0"/>
              </a:spcAft>
              <a:buClr>
                <a:schemeClr val="dk1"/>
              </a:buClr>
              <a:buSzPts val="1100"/>
              <a:buFont typeface="Arial"/>
              <a:buNone/>
            </a:pPr>
            <a:r>
              <a:rPr lang="en-US" sz="2000"/>
              <a:t>end function funn ( )</a:t>
            </a:r>
            <a:endParaRPr sz="2000"/>
          </a:p>
          <a:p>
            <a:pPr marL="0" lvl="0" indent="0" algn="l" rtl="0">
              <a:spcBef>
                <a:spcPts val="1200"/>
              </a:spcBef>
              <a:spcAft>
                <a:spcPts val="0"/>
              </a:spcAft>
              <a:buNone/>
            </a:pPr>
            <a:endParaRPr sz="3700"/>
          </a:p>
        </p:txBody>
      </p:sp>
      <p:sp>
        <p:nvSpPr>
          <p:cNvPr id="485" name="Google Shape;485;g13615080cd1_0_406"/>
          <p:cNvSpPr txBox="1"/>
          <p:nvPr/>
        </p:nvSpPr>
        <p:spPr>
          <a:xfrm>
            <a:off x="5417250" y="2146725"/>
            <a:ext cx="8298900" cy="2870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a) 3</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b) 10</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c) 16</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d) 8</a:t>
            </a:r>
            <a:endParaRPr sz="1800">
              <a:solidFill>
                <a:schemeClr val="dk1"/>
              </a:solidFill>
              <a:latin typeface="Calibri"/>
              <a:ea typeface="Calibri"/>
              <a:cs typeface="Calibri"/>
              <a:sym typeface="Calibri"/>
            </a:endParaRPr>
          </a:p>
          <a:p>
            <a:pPr marL="0" lvl="0" indent="0" algn="l" rtl="0">
              <a:spcBef>
                <a:spcPts val="1200"/>
              </a:spcBef>
              <a:spcAft>
                <a:spcPts val="0"/>
              </a:spcAft>
              <a:buNone/>
            </a:pPr>
            <a:endParaRPr sz="2100">
              <a:latin typeface="Calibri"/>
              <a:ea typeface="Calibri"/>
              <a:cs typeface="Calibri"/>
              <a:sym typeface="Calibri"/>
            </a:endParaRPr>
          </a:p>
        </p:txBody>
      </p:sp>
      <p:pic>
        <p:nvPicPr>
          <p:cNvPr id="486" name="Google Shape;486;g13615080cd1_0_406"/>
          <p:cNvPicPr preferRelativeResize="0"/>
          <p:nvPr/>
        </p:nvPicPr>
        <p:blipFill rotWithShape="1">
          <a:blip r:embed="rId3">
            <a:alphaModFix/>
          </a:blip>
          <a:srcRect/>
          <a:stretch/>
        </p:blipFill>
        <p:spPr>
          <a:xfrm>
            <a:off x="5086202" y="39738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6"/>
                                        </p:tgtEl>
                                        <p:attrNameLst>
                                          <p:attrName>style.visibility</p:attrName>
                                        </p:attrNameLst>
                                      </p:cBhvr>
                                      <p:to>
                                        <p:strVal val="visible"/>
                                      </p:to>
                                    </p:set>
                                    <p:animEffect transition="in" filter="fade">
                                      <p:cBhvr>
                                        <p:cTn id="7" dur="1000"/>
                                        <p:tgtEl>
                                          <p:spTgt spid="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g13615080cd1_0_412"/>
          <p:cNvSpPr txBox="1">
            <a:spLocks noGrp="1"/>
          </p:cNvSpPr>
          <p:nvPr>
            <p:ph idx="1"/>
          </p:nvPr>
        </p:nvSpPr>
        <p:spPr>
          <a:xfrm>
            <a:off x="244925" y="374600"/>
            <a:ext cx="11109000" cy="58023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a:t>54. What will be the output of the following pseudocode?</a:t>
            </a:r>
            <a:endParaRPr sz="2000"/>
          </a:p>
          <a:p>
            <a:pPr marL="0" lvl="0" indent="0" algn="l" rtl="0">
              <a:lnSpc>
                <a:spcPct val="115000"/>
              </a:lnSpc>
              <a:spcBef>
                <a:spcPts val="1200"/>
              </a:spcBef>
              <a:spcAft>
                <a:spcPts val="0"/>
              </a:spcAft>
              <a:buClr>
                <a:schemeClr val="dk1"/>
              </a:buClr>
              <a:buSzPts val="1100"/>
              <a:buFont typeface="Arial"/>
              <a:buNone/>
            </a:pPr>
            <a:r>
              <a:rPr lang="en-US" sz="2000"/>
              <a:t>Integer j, m</a:t>
            </a:r>
            <a:endParaRPr sz="2000"/>
          </a:p>
          <a:p>
            <a:pPr marL="0" lvl="0" indent="0" algn="l" rtl="0">
              <a:lnSpc>
                <a:spcPct val="115000"/>
              </a:lnSpc>
              <a:spcBef>
                <a:spcPts val="1200"/>
              </a:spcBef>
              <a:spcAft>
                <a:spcPts val="0"/>
              </a:spcAft>
              <a:buClr>
                <a:schemeClr val="dk1"/>
              </a:buClr>
              <a:buSzPts val="1100"/>
              <a:buFont typeface="Arial"/>
              <a:buNone/>
            </a:pPr>
            <a:r>
              <a:rPr lang="en-US" sz="2000"/>
              <a:t>set m = 1</a:t>
            </a:r>
            <a:endParaRPr sz="2000"/>
          </a:p>
          <a:p>
            <a:pPr marL="0" lvl="0" indent="0" algn="l" rtl="0">
              <a:lnSpc>
                <a:spcPct val="115000"/>
              </a:lnSpc>
              <a:spcBef>
                <a:spcPts val="1200"/>
              </a:spcBef>
              <a:spcAft>
                <a:spcPts val="0"/>
              </a:spcAft>
              <a:buClr>
                <a:schemeClr val="dk1"/>
              </a:buClr>
              <a:buSzPts val="1100"/>
              <a:buFont typeface="Arial"/>
              <a:buNone/>
            </a:pPr>
            <a:r>
              <a:rPr lang="en-US" sz="2000"/>
              <a:t>integer a[4] = {4, 3, 2, 1}</a:t>
            </a:r>
            <a:endParaRPr sz="2000"/>
          </a:p>
          <a:p>
            <a:pPr marL="0" lvl="0" indent="0" algn="l" rtl="0">
              <a:lnSpc>
                <a:spcPct val="115000"/>
              </a:lnSpc>
              <a:spcBef>
                <a:spcPts val="1200"/>
              </a:spcBef>
              <a:spcAft>
                <a:spcPts val="0"/>
              </a:spcAft>
              <a:buClr>
                <a:schemeClr val="dk1"/>
              </a:buClr>
              <a:buSzPts val="1100"/>
              <a:buFont typeface="Arial"/>
              <a:buNone/>
            </a:pPr>
            <a:r>
              <a:rPr lang="en-US" sz="2000"/>
              <a:t>a[0] = a[0] + a[1]</a:t>
            </a:r>
            <a:endParaRPr sz="2000"/>
          </a:p>
          <a:p>
            <a:pPr marL="0" lvl="0" indent="0" algn="l" rtl="0">
              <a:lnSpc>
                <a:spcPct val="115000"/>
              </a:lnSpc>
              <a:spcBef>
                <a:spcPts val="1200"/>
              </a:spcBef>
              <a:spcAft>
                <a:spcPts val="0"/>
              </a:spcAft>
              <a:buClr>
                <a:schemeClr val="dk1"/>
              </a:buClr>
              <a:buSzPts val="1100"/>
              <a:buFont typeface="Arial"/>
              <a:buNone/>
            </a:pPr>
            <a:r>
              <a:rPr lang="en-US" sz="2000"/>
              <a:t>a[3] = a [3] + a[0]</a:t>
            </a:r>
            <a:endParaRPr sz="2000"/>
          </a:p>
          <a:p>
            <a:pPr marL="0" lvl="0" indent="0" algn="l" rtl="0">
              <a:lnSpc>
                <a:spcPct val="115000"/>
              </a:lnSpc>
              <a:spcBef>
                <a:spcPts val="1200"/>
              </a:spcBef>
              <a:spcAft>
                <a:spcPts val="0"/>
              </a:spcAft>
              <a:buClr>
                <a:schemeClr val="dk1"/>
              </a:buClr>
              <a:buSzPts val="1100"/>
              <a:buFont typeface="Arial"/>
              <a:buNone/>
            </a:pPr>
            <a:r>
              <a:rPr lang="en-US" sz="2000"/>
              <a:t>m= a[3] + a[0]</a:t>
            </a:r>
            <a:endParaRPr sz="2000"/>
          </a:p>
          <a:p>
            <a:pPr marL="0" lvl="0" indent="0" algn="l" rtl="0">
              <a:lnSpc>
                <a:spcPct val="115000"/>
              </a:lnSpc>
              <a:spcBef>
                <a:spcPts val="1200"/>
              </a:spcBef>
              <a:spcAft>
                <a:spcPts val="0"/>
              </a:spcAft>
              <a:buClr>
                <a:schemeClr val="dk1"/>
              </a:buClr>
              <a:buSzPts val="1100"/>
              <a:buFont typeface="Arial"/>
              <a:buNone/>
            </a:pPr>
            <a:r>
              <a:rPr lang="en-US" sz="2000"/>
              <a:t>print m</a:t>
            </a:r>
            <a:endParaRPr sz="2000"/>
          </a:p>
          <a:p>
            <a:pPr marL="457200" lvl="0" indent="-228600" algn="l" rtl="0">
              <a:lnSpc>
                <a:spcPct val="115000"/>
              </a:lnSpc>
              <a:spcBef>
                <a:spcPts val="1200"/>
              </a:spcBef>
              <a:spcAft>
                <a:spcPts val="0"/>
              </a:spcAft>
              <a:buClr>
                <a:schemeClr val="dk1"/>
              </a:buClr>
              <a:buSzPts val="1100"/>
              <a:buFont typeface="Arial"/>
              <a:buNone/>
            </a:pPr>
            <a:r>
              <a:rPr lang="en-US" sz="2000"/>
              <a:t>a) 12</a:t>
            </a:r>
            <a:endParaRPr sz="2000"/>
          </a:p>
          <a:p>
            <a:pPr marL="457200" lvl="0" indent="-228600" algn="l" rtl="0">
              <a:lnSpc>
                <a:spcPct val="115000"/>
              </a:lnSpc>
              <a:spcBef>
                <a:spcPts val="1200"/>
              </a:spcBef>
              <a:spcAft>
                <a:spcPts val="0"/>
              </a:spcAft>
              <a:buClr>
                <a:schemeClr val="dk1"/>
              </a:buClr>
              <a:buSzPts val="1100"/>
              <a:buFont typeface="Arial"/>
              <a:buNone/>
            </a:pPr>
            <a:r>
              <a:rPr lang="en-US" sz="2000"/>
              <a:t>b) 15</a:t>
            </a:r>
            <a:endParaRPr sz="2000"/>
          </a:p>
          <a:p>
            <a:pPr marL="457200" lvl="0" indent="-228600" algn="l" rtl="0">
              <a:lnSpc>
                <a:spcPct val="115000"/>
              </a:lnSpc>
              <a:spcBef>
                <a:spcPts val="1200"/>
              </a:spcBef>
              <a:spcAft>
                <a:spcPts val="0"/>
              </a:spcAft>
              <a:buClr>
                <a:schemeClr val="dk1"/>
              </a:buClr>
              <a:buSzPts val="1100"/>
              <a:buFont typeface="Arial"/>
              <a:buNone/>
            </a:pPr>
            <a:r>
              <a:rPr lang="en-US" sz="2000"/>
              <a:t>c) 20</a:t>
            </a:r>
            <a:endParaRPr sz="2000"/>
          </a:p>
          <a:p>
            <a:pPr marL="457200" lvl="0" indent="-228600" algn="l" rtl="0">
              <a:lnSpc>
                <a:spcPct val="115000"/>
              </a:lnSpc>
              <a:spcBef>
                <a:spcPts val="1200"/>
              </a:spcBef>
              <a:spcAft>
                <a:spcPts val="0"/>
              </a:spcAft>
              <a:buClr>
                <a:schemeClr val="dk1"/>
              </a:buClr>
              <a:buSzPts val="1100"/>
              <a:buFont typeface="Arial"/>
              <a:buNone/>
            </a:pPr>
            <a:r>
              <a:rPr lang="en-US" sz="2000"/>
              <a:t>d) 18</a:t>
            </a:r>
            <a:endParaRPr sz="2000"/>
          </a:p>
          <a:p>
            <a:pPr marL="0" lvl="0" indent="0" algn="l" rtl="0">
              <a:spcBef>
                <a:spcPts val="1200"/>
              </a:spcBef>
              <a:spcAft>
                <a:spcPts val="0"/>
              </a:spcAft>
              <a:buNone/>
            </a:pPr>
            <a:endParaRPr sz="3700"/>
          </a:p>
        </p:txBody>
      </p:sp>
      <p:pic>
        <p:nvPicPr>
          <p:cNvPr id="493" name="Google Shape;493;g13615080cd1_0_412"/>
          <p:cNvPicPr preferRelativeResize="0"/>
          <p:nvPr/>
        </p:nvPicPr>
        <p:blipFill rotWithShape="1">
          <a:blip r:embed="rId3">
            <a:alphaModFix/>
          </a:blip>
          <a:srcRect/>
          <a:stretch/>
        </p:blipFill>
        <p:spPr>
          <a:xfrm>
            <a:off x="1130202" y="46606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3"/>
                                        </p:tgtEl>
                                        <p:attrNameLst>
                                          <p:attrName>style.visibility</p:attrName>
                                        </p:attrNameLst>
                                      </p:cBhvr>
                                      <p:to>
                                        <p:strVal val="visible"/>
                                      </p:to>
                                    </p:set>
                                    <p:animEffect transition="in" filter="fade">
                                      <p:cBhvr>
                                        <p:cTn id="7" dur="1000"/>
                                        <p:tgtEl>
                                          <p:spTgt spid="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g13615080cd1_0_418"/>
          <p:cNvSpPr txBox="1">
            <a:spLocks noGrp="1"/>
          </p:cNvSpPr>
          <p:nvPr>
            <p:ph idx="1"/>
          </p:nvPr>
        </p:nvSpPr>
        <p:spPr>
          <a:xfrm>
            <a:off x="288150" y="403400"/>
            <a:ext cx="11065800" cy="57735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a:t>55. What will be the output of the following pseudocode?</a:t>
            </a:r>
            <a:endParaRPr sz="2000"/>
          </a:p>
          <a:p>
            <a:pPr marL="0" lvl="0" indent="0" algn="l" rtl="0">
              <a:lnSpc>
                <a:spcPct val="115000"/>
              </a:lnSpc>
              <a:spcBef>
                <a:spcPts val="1200"/>
              </a:spcBef>
              <a:spcAft>
                <a:spcPts val="0"/>
              </a:spcAft>
              <a:buClr>
                <a:schemeClr val="dk1"/>
              </a:buClr>
              <a:buSzPts val="1100"/>
              <a:buFont typeface="Arial"/>
              <a:buNone/>
            </a:pPr>
            <a:r>
              <a:rPr lang="en-US" sz="2000"/>
              <a:t>Integer j, m</a:t>
            </a:r>
            <a:endParaRPr sz="2000"/>
          </a:p>
          <a:p>
            <a:pPr marL="0" lvl="0" indent="0" algn="l" rtl="0">
              <a:lnSpc>
                <a:spcPct val="115000"/>
              </a:lnSpc>
              <a:spcBef>
                <a:spcPts val="1200"/>
              </a:spcBef>
              <a:spcAft>
                <a:spcPts val="0"/>
              </a:spcAft>
              <a:buClr>
                <a:schemeClr val="dk1"/>
              </a:buClr>
              <a:buSzPts val="1100"/>
              <a:buFont typeface="Arial"/>
              <a:buNone/>
            </a:pPr>
            <a:r>
              <a:rPr lang="en-US" sz="2000"/>
              <a:t>set m= 1</a:t>
            </a:r>
            <a:endParaRPr sz="2000"/>
          </a:p>
          <a:p>
            <a:pPr marL="0" lvl="0" indent="0" algn="l" rtl="0">
              <a:lnSpc>
                <a:spcPct val="115000"/>
              </a:lnSpc>
              <a:spcBef>
                <a:spcPts val="1200"/>
              </a:spcBef>
              <a:spcAft>
                <a:spcPts val="0"/>
              </a:spcAft>
              <a:buClr>
                <a:schemeClr val="dk1"/>
              </a:buClr>
              <a:buSzPts val="1100"/>
              <a:buFont typeface="Arial"/>
              <a:buNone/>
            </a:pPr>
            <a:r>
              <a:rPr lang="en-US" sz="2000"/>
              <a:t>integer a[4] = { 1, 1, 1, 2}</a:t>
            </a:r>
            <a:endParaRPr sz="2000"/>
          </a:p>
          <a:p>
            <a:pPr marL="0" lvl="0" indent="0" algn="l" rtl="0">
              <a:lnSpc>
                <a:spcPct val="115000"/>
              </a:lnSpc>
              <a:spcBef>
                <a:spcPts val="1200"/>
              </a:spcBef>
              <a:spcAft>
                <a:spcPts val="0"/>
              </a:spcAft>
              <a:buClr>
                <a:schemeClr val="dk1"/>
              </a:buClr>
              <a:buSzPts val="1100"/>
              <a:buFont typeface="Arial"/>
              <a:buNone/>
            </a:pPr>
            <a:r>
              <a:rPr lang="en-US" sz="2000"/>
              <a:t>a[2]= a[1] - a[2] + a[3]</a:t>
            </a:r>
            <a:endParaRPr sz="2000"/>
          </a:p>
          <a:p>
            <a:pPr marL="0" lvl="0" indent="0" algn="l" rtl="0">
              <a:lnSpc>
                <a:spcPct val="115000"/>
              </a:lnSpc>
              <a:spcBef>
                <a:spcPts val="1200"/>
              </a:spcBef>
              <a:spcAft>
                <a:spcPts val="0"/>
              </a:spcAft>
              <a:buClr>
                <a:schemeClr val="dk1"/>
              </a:buClr>
              <a:buSzPts val="1100"/>
              <a:buFont typeface="Arial"/>
              <a:buNone/>
            </a:pPr>
            <a:r>
              <a:rPr lang="en-US" sz="2000"/>
              <a:t>a[3] = a[2]</a:t>
            </a:r>
            <a:endParaRPr sz="2000"/>
          </a:p>
          <a:p>
            <a:pPr marL="0" lvl="0" indent="0" algn="l" rtl="0">
              <a:lnSpc>
                <a:spcPct val="115000"/>
              </a:lnSpc>
              <a:spcBef>
                <a:spcPts val="1200"/>
              </a:spcBef>
              <a:spcAft>
                <a:spcPts val="0"/>
              </a:spcAft>
              <a:buClr>
                <a:schemeClr val="dk1"/>
              </a:buClr>
              <a:buSzPts val="1100"/>
              <a:buFont typeface="Arial"/>
              <a:buNone/>
            </a:pPr>
            <a:r>
              <a:rPr lang="en-US" sz="2000"/>
              <a:t>m= a[3]</a:t>
            </a:r>
            <a:endParaRPr sz="2000"/>
          </a:p>
          <a:p>
            <a:pPr marL="0" lvl="0" indent="0" algn="l" rtl="0">
              <a:lnSpc>
                <a:spcPct val="115000"/>
              </a:lnSpc>
              <a:spcBef>
                <a:spcPts val="1200"/>
              </a:spcBef>
              <a:spcAft>
                <a:spcPts val="0"/>
              </a:spcAft>
              <a:buClr>
                <a:schemeClr val="dk1"/>
              </a:buClr>
              <a:buSzPts val="1100"/>
              <a:buFont typeface="Arial"/>
              <a:buNone/>
            </a:pPr>
            <a:r>
              <a:rPr lang="en-US" sz="2000"/>
              <a:t>print m</a:t>
            </a:r>
            <a:endParaRPr sz="2000"/>
          </a:p>
          <a:p>
            <a:pPr marL="457200" lvl="0" indent="-228600" algn="l" rtl="0">
              <a:lnSpc>
                <a:spcPct val="115000"/>
              </a:lnSpc>
              <a:spcBef>
                <a:spcPts val="1200"/>
              </a:spcBef>
              <a:spcAft>
                <a:spcPts val="0"/>
              </a:spcAft>
              <a:buClr>
                <a:schemeClr val="dk1"/>
              </a:buClr>
              <a:buSzPts val="1100"/>
              <a:buFont typeface="Arial"/>
              <a:buNone/>
            </a:pPr>
            <a:r>
              <a:rPr lang="en-US" sz="2000"/>
              <a:t>a) -6</a:t>
            </a:r>
            <a:endParaRPr sz="2000"/>
          </a:p>
          <a:p>
            <a:pPr marL="457200" lvl="0" indent="-228600" algn="l" rtl="0">
              <a:lnSpc>
                <a:spcPct val="115000"/>
              </a:lnSpc>
              <a:spcBef>
                <a:spcPts val="1200"/>
              </a:spcBef>
              <a:spcAft>
                <a:spcPts val="0"/>
              </a:spcAft>
              <a:buClr>
                <a:schemeClr val="dk1"/>
              </a:buClr>
              <a:buSzPts val="1100"/>
              <a:buFont typeface="Arial"/>
              <a:buNone/>
            </a:pPr>
            <a:r>
              <a:rPr lang="en-US" sz="2000"/>
              <a:t>b) 16</a:t>
            </a:r>
            <a:endParaRPr sz="2000"/>
          </a:p>
          <a:p>
            <a:pPr marL="457200" lvl="0" indent="-228600" algn="l" rtl="0">
              <a:lnSpc>
                <a:spcPct val="115000"/>
              </a:lnSpc>
              <a:spcBef>
                <a:spcPts val="1200"/>
              </a:spcBef>
              <a:spcAft>
                <a:spcPts val="0"/>
              </a:spcAft>
              <a:buClr>
                <a:schemeClr val="dk1"/>
              </a:buClr>
              <a:buSzPts val="1100"/>
              <a:buFont typeface="Arial"/>
              <a:buNone/>
            </a:pPr>
            <a:r>
              <a:rPr lang="en-US" sz="2000"/>
              <a:t>c) 2</a:t>
            </a:r>
            <a:endParaRPr sz="2000"/>
          </a:p>
          <a:p>
            <a:pPr marL="457200" lvl="0" indent="-228600" algn="l" rtl="0">
              <a:lnSpc>
                <a:spcPct val="115000"/>
              </a:lnSpc>
              <a:spcBef>
                <a:spcPts val="1200"/>
              </a:spcBef>
              <a:spcAft>
                <a:spcPts val="0"/>
              </a:spcAft>
              <a:buClr>
                <a:schemeClr val="dk1"/>
              </a:buClr>
              <a:buSzPts val="1100"/>
              <a:buFont typeface="Arial"/>
              <a:buNone/>
            </a:pPr>
            <a:r>
              <a:rPr lang="en-US" sz="2000"/>
              <a:t>d) 3</a:t>
            </a:r>
            <a:endParaRPr sz="2000"/>
          </a:p>
          <a:p>
            <a:pPr marL="0" lvl="0" indent="0" algn="l" rtl="0">
              <a:spcBef>
                <a:spcPts val="1200"/>
              </a:spcBef>
              <a:spcAft>
                <a:spcPts val="0"/>
              </a:spcAft>
              <a:buNone/>
            </a:pPr>
            <a:endParaRPr sz="3700"/>
          </a:p>
        </p:txBody>
      </p:sp>
      <p:pic>
        <p:nvPicPr>
          <p:cNvPr id="500" name="Google Shape;500;g13615080cd1_0_418"/>
          <p:cNvPicPr preferRelativeResize="0"/>
          <p:nvPr/>
        </p:nvPicPr>
        <p:blipFill rotWithShape="1">
          <a:blip r:embed="rId3">
            <a:alphaModFix/>
          </a:blip>
          <a:srcRect/>
          <a:stretch/>
        </p:blipFill>
        <p:spPr>
          <a:xfrm>
            <a:off x="1037677" y="52452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0"/>
                                        </p:tgtEl>
                                        <p:attrNameLst>
                                          <p:attrName>style.visibility</p:attrName>
                                        </p:attrNameLst>
                                      </p:cBhvr>
                                      <p:to>
                                        <p:strVal val="visible"/>
                                      </p:to>
                                    </p:set>
                                    <p:animEffect transition="in" filter="fade">
                                      <p:cBhvr>
                                        <p:cTn id="7" dur="1000"/>
                                        <p:tgtEl>
                                          <p:spTgt spid="5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g13615080cd1_0_424"/>
          <p:cNvSpPr txBox="1">
            <a:spLocks noGrp="1"/>
          </p:cNvSpPr>
          <p:nvPr>
            <p:ph idx="1"/>
          </p:nvPr>
        </p:nvSpPr>
        <p:spPr>
          <a:xfrm>
            <a:off x="259325" y="389000"/>
            <a:ext cx="11094600" cy="57879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100"/>
              <a:t>56. What will be the output of the following pseudocode?</a:t>
            </a:r>
            <a:endParaRPr sz="2100"/>
          </a:p>
          <a:p>
            <a:pPr marL="0" lvl="0" indent="0" algn="l" rtl="0">
              <a:lnSpc>
                <a:spcPct val="115000"/>
              </a:lnSpc>
              <a:spcBef>
                <a:spcPts val="1200"/>
              </a:spcBef>
              <a:spcAft>
                <a:spcPts val="0"/>
              </a:spcAft>
              <a:buClr>
                <a:schemeClr val="dk1"/>
              </a:buClr>
              <a:buSzPts val="1100"/>
              <a:buFont typeface="Arial"/>
              <a:buNone/>
            </a:pPr>
            <a:r>
              <a:rPr lang="en-US" sz="2100"/>
              <a:t>Integer p, q, r</a:t>
            </a:r>
            <a:endParaRPr sz="2100"/>
          </a:p>
          <a:p>
            <a:pPr marL="0" lvl="0" indent="0" algn="l" rtl="0">
              <a:lnSpc>
                <a:spcPct val="115000"/>
              </a:lnSpc>
              <a:spcBef>
                <a:spcPts val="1200"/>
              </a:spcBef>
              <a:spcAft>
                <a:spcPts val="0"/>
              </a:spcAft>
              <a:buClr>
                <a:schemeClr val="dk1"/>
              </a:buClr>
              <a:buSzPts val="1100"/>
              <a:buFont typeface="Arial"/>
              <a:buNone/>
            </a:pPr>
            <a:r>
              <a:rPr lang="en-US" sz="2100"/>
              <a:t>set p= 2,q= 0, r= 0</a:t>
            </a:r>
            <a:endParaRPr sz="2100"/>
          </a:p>
          <a:p>
            <a:pPr marL="0" lvl="0" indent="0" algn="l" rtl="0">
              <a:lnSpc>
                <a:spcPct val="115000"/>
              </a:lnSpc>
              <a:spcBef>
                <a:spcPts val="1200"/>
              </a:spcBef>
              <a:spcAft>
                <a:spcPts val="0"/>
              </a:spcAft>
              <a:buClr>
                <a:schemeClr val="dk1"/>
              </a:buClr>
              <a:buSzPts val="1100"/>
              <a:buFont typeface="Arial"/>
              <a:buNone/>
            </a:pPr>
            <a:r>
              <a:rPr lang="en-US" sz="2100"/>
              <a:t>if (p)</a:t>
            </a:r>
            <a:endParaRPr sz="2100"/>
          </a:p>
          <a:p>
            <a:pPr marL="0" lvl="0" indent="0" algn="l" rtl="0">
              <a:lnSpc>
                <a:spcPct val="115000"/>
              </a:lnSpc>
              <a:spcBef>
                <a:spcPts val="1200"/>
              </a:spcBef>
              <a:spcAft>
                <a:spcPts val="0"/>
              </a:spcAft>
              <a:buClr>
                <a:schemeClr val="dk1"/>
              </a:buClr>
              <a:buSzPts val="1100"/>
              <a:buFont typeface="Arial"/>
              <a:buNone/>
            </a:pPr>
            <a:r>
              <a:rPr lang="en-US" sz="2100"/>
              <a:t>r= 1</a:t>
            </a:r>
            <a:endParaRPr sz="2100"/>
          </a:p>
          <a:p>
            <a:pPr marL="0" lvl="0" indent="0" algn="l" rtl="0">
              <a:lnSpc>
                <a:spcPct val="115000"/>
              </a:lnSpc>
              <a:spcBef>
                <a:spcPts val="1200"/>
              </a:spcBef>
              <a:spcAft>
                <a:spcPts val="0"/>
              </a:spcAft>
              <a:buClr>
                <a:schemeClr val="dk1"/>
              </a:buClr>
              <a:buSzPts val="1100"/>
              <a:buFont typeface="Arial"/>
              <a:buNone/>
            </a:pPr>
            <a:r>
              <a:rPr lang="en-US" sz="2100"/>
              <a:t>end if</a:t>
            </a:r>
            <a:endParaRPr sz="2100"/>
          </a:p>
          <a:p>
            <a:pPr marL="0" lvl="0" indent="0" algn="l" rtl="0">
              <a:lnSpc>
                <a:spcPct val="115000"/>
              </a:lnSpc>
              <a:spcBef>
                <a:spcPts val="1200"/>
              </a:spcBef>
              <a:spcAft>
                <a:spcPts val="0"/>
              </a:spcAft>
              <a:buClr>
                <a:schemeClr val="dk1"/>
              </a:buClr>
              <a:buSzPts val="1100"/>
              <a:buFont typeface="Arial"/>
              <a:buNone/>
            </a:pPr>
            <a:r>
              <a:rPr lang="en-US" sz="2100"/>
              <a:t>if (q)</a:t>
            </a:r>
            <a:endParaRPr sz="2100"/>
          </a:p>
          <a:p>
            <a:pPr marL="0" lvl="0" indent="0" algn="l" rtl="0">
              <a:lnSpc>
                <a:spcPct val="115000"/>
              </a:lnSpc>
              <a:spcBef>
                <a:spcPts val="1200"/>
              </a:spcBef>
              <a:spcAft>
                <a:spcPts val="0"/>
              </a:spcAft>
              <a:buClr>
                <a:schemeClr val="dk1"/>
              </a:buClr>
              <a:buSzPts val="1100"/>
              <a:buFont typeface="Arial"/>
              <a:buNone/>
            </a:pPr>
            <a:r>
              <a:rPr lang="en-US" sz="2100"/>
              <a:t>q=1</a:t>
            </a:r>
            <a:endParaRPr sz="2100"/>
          </a:p>
          <a:p>
            <a:pPr marL="0" lvl="0" indent="0" algn="l" rtl="0">
              <a:lnSpc>
                <a:spcPct val="115000"/>
              </a:lnSpc>
              <a:spcBef>
                <a:spcPts val="1200"/>
              </a:spcBef>
              <a:spcAft>
                <a:spcPts val="0"/>
              </a:spcAft>
              <a:buClr>
                <a:schemeClr val="dk1"/>
              </a:buClr>
              <a:buSzPts val="1100"/>
              <a:buFont typeface="Arial"/>
              <a:buNone/>
            </a:pPr>
            <a:r>
              <a:rPr lang="en-US" sz="2100"/>
              <a:t>end if</a:t>
            </a:r>
            <a:endParaRPr sz="2100"/>
          </a:p>
          <a:p>
            <a:pPr marL="0" lvl="0" indent="0" algn="l" rtl="0">
              <a:lnSpc>
                <a:spcPct val="115000"/>
              </a:lnSpc>
              <a:spcBef>
                <a:spcPts val="1200"/>
              </a:spcBef>
              <a:spcAft>
                <a:spcPts val="0"/>
              </a:spcAft>
              <a:buClr>
                <a:schemeClr val="dk1"/>
              </a:buClr>
              <a:buSzPts val="1100"/>
              <a:buFont typeface="Arial"/>
              <a:buNone/>
            </a:pPr>
            <a:r>
              <a:rPr lang="en-US" sz="2100"/>
              <a:t>print p + q + r</a:t>
            </a:r>
            <a:endParaRPr sz="2100"/>
          </a:p>
          <a:p>
            <a:pPr marL="0" lvl="0" indent="0" algn="l" rtl="0">
              <a:lnSpc>
                <a:spcPct val="115000"/>
              </a:lnSpc>
              <a:spcBef>
                <a:spcPts val="1200"/>
              </a:spcBef>
              <a:spcAft>
                <a:spcPts val="0"/>
              </a:spcAft>
              <a:buClr>
                <a:schemeClr val="dk1"/>
              </a:buClr>
              <a:buSzPts val="1100"/>
              <a:buFont typeface="Arial"/>
              <a:buNone/>
            </a:pPr>
            <a:r>
              <a:rPr lang="en-US" sz="2100"/>
              <a:t>[Note: If (X) gets executed if the value inside if( ), ie, x is not zero]</a:t>
            </a:r>
            <a:endParaRPr sz="2100"/>
          </a:p>
          <a:p>
            <a:pPr marL="457200" lvl="0" indent="-228600" algn="l" rtl="0">
              <a:lnSpc>
                <a:spcPct val="115000"/>
              </a:lnSpc>
              <a:spcBef>
                <a:spcPts val="1200"/>
              </a:spcBef>
              <a:spcAft>
                <a:spcPts val="1200"/>
              </a:spcAft>
              <a:buNone/>
            </a:pPr>
            <a:endParaRPr sz="3800"/>
          </a:p>
        </p:txBody>
      </p:sp>
      <p:sp>
        <p:nvSpPr>
          <p:cNvPr id="507" name="Google Shape;507;g13615080cd1_0_424"/>
          <p:cNvSpPr txBox="1"/>
          <p:nvPr/>
        </p:nvSpPr>
        <p:spPr>
          <a:xfrm>
            <a:off x="4927375" y="1901800"/>
            <a:ext cx="8298900" cy="21534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2200">
                <a:solidFill>
                  <a:schemeClr val="dk1"/>
                </a:solidFill>
                <a:latin typeface="Calibri"/>
                <a:ea typeface="Calibri"/>
                <a:cs typeface="Calibri"/>
                <a:sym typeface="Calibri"/>
              </a:rPr>
              <a:t>a) 21</a:t>
            </a:r>
            <a:endParaRPr sz="22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200">
                <a:solidFill>
                  <a:schemeClr val="dk1"/>
                </a:solidFill>
                <a:latin typeface="Calibri"/>
                <a:ea typeface="Calibri"/>
                <a:cs typeface="Calibri"/>
                <a:sym typeface="Calibri"/>
              </a:rPr>
              <a:t>b) 0</a:t>
            </a:r>
            <a:endParaRPr sz="22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200">
                <a:solidFill>
                  <a:schemeClr val="dk1"/>
                </a:solidFill>
                <a:latin typeface="Calibri"/>
                <a:ea typeface="Calibri"/>
                <a:cs typeface="Calibri"/>
                <a:sym typeface="Calibri"/>
              </a:rPr>
              <a:t>c) 4</a:t>
            </a:r>
            <a:endParaRPr sz="2200">
              <a:solidFill>
                <a:schemeClr val="dk1"/>
              </a:solidFill>
              <a:latin typeface="Calibri"/>
              <a:ea typeface="Calibri"/>
              <a:cs typeface="Calibri"/>
              <a:sym typeface="Calibri"/>
            </a:endParaRPr>
          </a:p>
          <a:p>
            <a:pPr marL="457200" lvl="0" indent="-228600" algn="l" rtl="0">
              <a:lnSpc>
                <a:spcPct val="115000"/>
              </a:lnSpc>
              <a:spcBef>
                <a:spcPts val="1200"/>
              </a:spcBef>
              <a:spcAft>
                <a:spcPts val="1200"/>
              </a:spcAft>
              <a:buClr>
                <a:schemeClr val="dk1"/>
              </a:buClr>
              <a:buSzPts val="1100"/>
              <a:buFont typeface="Arial"/>
              <a:buNone/>
            </a:pPr>
            <a:r>
              <a:rPr lang="en-US" sz="2200">
                <a:solidFill>
                  <a:schemeClr val="dk1"/>
                </a:solidFill>
                <a:latin typeface="Calibri"/>
                <a:ea typeface="Calibri"/>
                <a:cs typeface="Calibri"/>
                <a:sym typeface="Calibri"/>
              </a:rPr>
              <a:t>d) 3</a:t>
            </a:r>
            <a:endParaRPr sz="2100">
              <a:latin typeface="Calibri"/>
              <a:ea typeface="Calibri"/>
              <a:cs typeface="Calibri"/>
              <a:sym typeface="Calibri"/>
            </a:endParaRPr>
          </a:p>
        </p:txBody>
      </p:sp>
      <p:pic>
        <p:nvPicPr>
          <p:cNvPr id="508" name="Google Shape;508;g13615080cd1_0_424"/>
          <p:cNvPicPr preferRelativeResize="0"/>
          <p:nvPr/>
        </p:nvPicPr>
        <p:blipFill rotWithShape="1">
          <a:blip r:embed="rId3">
            <a:alphaModFix/>
          </a:blip>
          <a:srcRect/>
          <a:stretch/>
        </p:blipFill>
        <p:spPr>
          <a:xfrm>
            <a:off x="4639577" y="35307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8"/>
                                        </p:tgtEl>
                                        <p:attrNameLst>
                                          <p:attrName>style.visibility</p:attrName>
                                        </p:attrNameLst>
                                      </p:cBhvr>
                                      <p:to>
                                        <p:strVal val="visible"/>
                                      </p:to>
                                    </p:set>
                                    <p:animEffect transition="in" filter="fade">
                                      <p:cBhvr>
                                        <p:cTn id="7" dur="1000"/>
                                        <p:tgtEl>
                                          <p:spTgt spid="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g13615080cd1_0_430"/>
          <p:cNvSpPr txBox="1">
            <a:spLocks noGrp="1"/>
          </p:cNvSpPr>
          <p:nvPr>
            <p:ph idx="1"/>
          </p:nvPr>
        </p:nvSpPr>
        <p:spPr>
          <a:xfrm>
            <a:off x="230525" y="316975"/>
            <a:ext cx="11123400" cy="58599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a:t>57. What will be the output of the following pseudocode?</a:t>
            </a:r>
            <a:endParaRPr sz="2300"/>
          </a:p>
          <a:p>
            <a:pPr marL="0" lvl="0" indent="0" algn="l" rtl="0">
              <a:lnSpc>
                <a:spcPct val="115000"/>
              </a:lnSpc>
              <a:spcBef>
                <a:spcPts val="1200"/>
              </a:spcBef>
              <a:spcAft>
                <a:spcPts val="0"/>
              </a:spcAft>
              <a:buClr>
                <a:schemeClr val="dk1"/>
              </a:buClr>
              <a:buSzPts val="1100"/>
              <a:buFont typeface="Arial"/>
              <a:buNone/>
            </a:pPr>
            <a:r>
              <a:rPr lang="en-US" sz="2300"/>
              <a:t>Integer a, b, c</a:t>
            </a:r>
            <a:endParaRPr sz="2300"/>
          </a:p>
          <a:p>
            <a:pPr marL="0" lvl="0" indent="0" algn="l" rtl="0">
              <a:lnSpc>
                <a:spcPct val="115000"/>
              </a:lnSpc>
              <a:spcBef>
                <a:spcPts val="1200"/>
              </a:spcBef>
              <a:spcAft>
                <a:spcPts val="0"/>
              </a:spcAft>
              <a:buClr>
                <a:schemeClr val="dk1"/>
              </a:buClr>
              <a:buSzPts val="1100"/>
              <a:buFont typeface="Arial"/>
              <a:buNone/>
            </a:pPr>
            <a:r>
              <a:rPr lang="en-US" sz="2300"/>
              <a:t>set a= 2, b= 2</a:t>
            </a:r>
            <a:endParaRPr sz="2300"/>
          </a:p>
          <a:p>
            <a:pPr marL="0" lvl="0" indent="0" algn="l" rtl="0">
              <a:lnSpc>
                <a:spcPct val="115000"/>
              </a:lnSpc>
              <a:spcBef>
                <a:spcPts val="1200"/>
              </a:spcBef>
              <a:spcAft>
                <a:spcPts val="0"/>
              </a:spcAft>
              <a:buClr>
                <a:schemeClr val="dk1"/>
              </a:buClr>
              <a:buSzPts val="1100"/>
              <a:buFont typeface="Arial"/>
              <a:buNone/>
            </a:pPr>
            <a:r>
              <a:rPr lang="en-US" sz="2300"/>
              <a:t>for (each c from 1 to 3)</a:t>
            </a:r>
            <a:endParaRPr sz="2300"/>
          </a:p>
          <a:p>
            <a:pPr marL="0" lvl="0" indent="0" algn="l" rtl="0">
              <a:lnSpc>
                <a:spcPct val="115000"/>
              </a:lnSpc>
              <a:spcBef>
                <a:spcPts val="1200"/>
              </a:spcBef>
              <a:spcAft>
                <a:spcPts val="0"/>
              </a:spcAft>
              <a:buClr>
                <a:schemeClr val="dk1"/>
              </a:buClr>
              <a:buSzPts val="1100"/>
              <a:buFont typeface="Arial"/>
              <a:buNone/>
            </a:pPr>
            <a:r>
              <a:rPr lang="en-US" sz="2300"/>
              <a:t>a= (a &amp; c) - c</a:t>
            </a:r>
            <a:endParaRPr sz="2300"/>
          </a:p>
          <a:p>
            <a:pPr marL="0" lvl="0" indent="0" algn="l" rtl="0">
              <a:lnSpc>
                <a:spcPct val="115000"/>
              </a:lnSpc>
              <a:spcBef>
                <a:spcPts val="1200"/>
              </a:spcBef>
              <a:spcAft>
                <a:spcPts val="0"/>
              </a:spcAft>
              <a:buClr>
                <a:schemeClr val="dk1"/>
              </a:buClr>
              <a:buSzPts val="1100"/>
              <a:buFont typeface="Arial"/>
              <a:buNone/>
            </a:pPr>
            <a:r>
              <a:rPr lang="en-US" sz="2300"/>
              <a:t>end for</a:t>
            </a:r>
            <a:endParaRPr sz="2300"/>
          </a:p>
          <a:p>
            <a:pPr marL="0" lvl="0" indent="0" algn="l" rtl="0">
              <a:lnSpc>
                <a:spcPct val="115000"/>
              </a:lnSpc>
              <a:spcBef>
                <a:spcPts val="1200"/>
              </a:spcBef>
              <a:spcAft>
                <a:spcPts val="0"/>
              </a:spcAft>
              <a:buClr>
                <a:schemeClr val="dk1"/>
              </a:buClr>
              <a:buSzPts val="1100"/>
              <a:buFont typeface="Arial"/>
              <a:buNone/>
            </a:pPr>
            <a:r>
              <a:rPr lang="en-US" sz="2300"/>
              <a:t>print a + b</a:t>
            </a:r>
            <a:endParaRPr sz="2300"/>
          </a:p>
          <a:p>
            <a:pPr marL="457200" lvl="0" indent="-228600" algn="l" rtl="0">
              <a:lnSpc>
                <a:spcPct val="115000"/>
              </a:lnSpc>
              <a:spcBef>
                <a:spcPts val="1200"/>
              </a:spcBef>
              <a:spcAft>
                <a:spcPts val="0"/>
              </a:spcAft>
              <a:buClr>
                <a:schemeClr val="dk1"/>
              </a:buClr>
              <a:buSzPts val="1100"/>
              <a:buFont typeface="Arial"/>
              <a:buNone/>
            </a:pPr>
            <a:r>
              <a:rPr lang="en-US" sz="2300"/>
              <a:t>a) -6</a:t>
            </a:r>
            <a:endParaRPr sz="2300"/>
          </a:p>
          <a:p>
            <a:pPr marL="457200" lvl="0" indent="-228600" algn="l" rtl="0">
              <a:lnSpc>
                <a:spcPct val="115000"/>
              </a:lnSpc>
              <a:spcBef>
                <a:spcPts val="1200"/>
              </a:spcBef>
              <a:spcAft>
                <a:spcPts val="0"/>
              </a:spcAft>
              <a:buClr>
                <a:schemeClr val="dk1"/>
              </a:buClr>
              <a:buSzPts val="1100"/>
              <a:buFont typeface="Arial"/>
              <a:buNone/>
            </a:pPr>
            <a:r>
              <a:rPr lang="en-US" sz="2300"/>
              <a:t>b) 10</a:t>
            </a:r>
            <a:endParaRPr sz="2300"/>
          </a:p>
          <a:p>
            <a:pPr marL="457200" lvl="0" indent="-228600" algn="l" rtl="0">
              <a:lnSpc>
                <a:spcPct val="115000"/>
              </a:lnSpc>
              <a:spcBef>
                <a:spcPts val="1200"/>
              </a:spcBef>
              <a:spcAft>
                <a:spcPts val="0"/>
              </a:spcAft>
              <a:buClr>
                <a:schemeClr val="dk1"/>
              </a:buClr>
              <a:buSzPts val="1100"/>
              <a:buFont typeface="Arial"/>
              <a:buNone/>
            </a:pPr>
            <a:r>
              <a:rPr lang="en-US" sz="2300"/>
              <a:t>c) 2</a:t>
            </a:r>
            <a:endParaRPr sz="2300"/>
          </a:p>
          <a:p>
            <a:pPr marL="457200" lvl="0" indent="-228600" algn="l" rtl="0">
              <a:lnSpc>
                <a:spcPct val="115000"/>
              </a:lnSpc>
              <a:spcBef>
                <a:spcPts val="1200"/>
              </a:spcBef>
              <a:spcAft>
                <a:spcPts val="0"/>
              </a:spcAft>
              <a:buClr>
                <a:schemeClr val="dk1"/>
              </a:buClr>
              <a:buSzPts val="1100"/>
              <a:buFont typeface="Arial"/>
              <a:buNone/>
            </a:pPr>
            <a:r>
              <a:rPr lang="en-US" sz="2300"/>
              <a:t>d) -1</a:t>
            </a:r>
            <a:endParaRPr sz="2300"/>
          </a:p>
          <a:p>
            <a:pPr marL="0" lvl="0" indent="0" algn="l" rtl="0">
              <a:spcBef>
                <a:spcPts val="1200"/>
              </a:spcBef>
              <a:spcAft>
                <a:spcPts val="0"/>
              </a:spcAft>
              <a:buNone/>
            </a:pPr>
            <a:endParaRPr sz="4000"/>
          </a:p>
        </p:txBody>
      </p:sp>
      <p:pic>
        <p:nvPicPr>
          <p:cNvPr id="515" name="Google Shape;515;g13615080cd1_0_430"/>
          <p:cNvPicPr preferRelativeResize="0"/>
          <p:nvPr/>
        </p:nvPicPr>
        <p:blipFill rotWithShape="1">
          <a:blip r:embed="rId3">
            <a:alphaModFix/>
          </a:blip>
          <a:srcRect/>
          <a:stretch/>
        </p:blipFill>
        <p:spPr>
          <a:xfrm>
            <a:off x="1354652" y="58792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5"/>
                                        </p:tgtEl>
                                        <p:attrNameLst>
                                          <p:attrName>style.visibility</p:attrName>
                                        </p:attrNameLst>
                                      </p:cBhvr>
                                      <p:to>
                                        <p:strVal val="visible"/>
                                      </p:to>
                                    </p:set>
                                    <p:animEffect transition="in" filter="fade">
                                      <p:cBhvr>
                                        <p:cTn id="7" dur="1000"/>
                                        <p:tgtEl>
                                          <p:spTgt spid="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g13615080cd1_0_436"/>
          <p:cNvSpPr txBox="1">
            <a:spLocks noGrp="1"/>
          </p:cNvSpPr>
          <p:nvPr>
            <p:ph idx="1"/>
          </p:nvPr>
        </p:nvSpPr>
        <p:spPr>
          <a:xfrm>
            <a:off x="259325" y="374600"/>
            <a:ext cx="11094600" cy="58023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800"/>
              <a:t>58. What will be the output of the following pseudocode for a=1, b=2 ?</a:t>
            </a:r>
            <a:endParaRPr sz="1800"/>
          </a:p>
          <a:p>
            <a:pPr marL="0" lvl="0" indent="0" algn="l" rtl="0">
              <a:lnSpc>
                <a:spcPct val="115000"/>
              </a:lnSpc>
              <a:spcBef>
                <a:spcPts val="1200"/>
              </a:spcBef>
              <a:spcAft>
                <a:spcPts val="0"/>
              </a:spcAft>
              <a:buClr>
                <a:schemeClr val="dk1"/>
              </a:buClr>
              <a:buSzPts val="1100"/>
              <a:buFont typeface="Arial"/>
              <a:buNone/>
            </a:pPr>
            <a:r>
              <a:rPr lang="en-US" sz="1800"/>
              <a:t>Integer funn( integer a, integer b)</a:t>
            </a:r>
            <a:endParaRPr sz="1800"/>
          </a:p>
          <a:p>
            <a:pPr marL="0" lvl="0" indent="0" algn="l" rtl="0">
              <a:lnSpc>
                <a:spcPct val="115000"/>
              </a:lnSpc>
              <a:spcBef>
                <a:spcPts val="1200"/>
              </a:spcBef>
              <a:spcAft>
                <a:spcPts val="0"/>
              </a:spcAft>
              <a:buClr>
                <a:schemeClr val="dk1"/>
              </a:buClr>
              <a:buSzPts val="1100"/>
              <a:buFont typeface="Arial"/>
              <a:buNone/>
            </a:pPr>
            <a:r>
              <a:rPr lang="en-US" sz="1800"/>
              <a:t>if (b&gt;1)</a:t>
            </a:r>
            <a:endParaRPr sz="1800"/>
          </a:p>
          <a:p>
            <a:pPr marL="0" lvl="0" indent="0" algn="l" rtl="0">
              <a:lnSpc>
                <a:spcPct val="115000"/>
              </a:lnSpc>
              <a:spcBef>
                <a:spcPts val="1200"/>
              </a:spcBef>
              <a:spcAft>
                <a:spcPts val="0"/>
              </a:spcAft>
              <a:buClr>
                <a:schemeClr val="dk1"/>
              </a:buClr>
              <a:buSzPts val="1100"/>
              <a:buFont typeface="Arial"/>
              <a:buNone/>
            </a:pPr>
            <a:r>
              <a:rPr lang="en-US" sz="1800"/>
              <a:t>return funn (b, a -1)</a:t>
            </a:r>
            <a:endParaRPr sz="1800"/>
          </a:p>
          <a:p>
            <a:pPr marL="0" lvl="0" indent="0" algn="l" rtl="0">
              <a:lnSpc>
                <a:spcPct val="115000"/>
              </a:lnSpc>
              <a:spcBef>
                <a:spcPts val="1200"/>
              </a:spcBef>
              <a:spcAft>
                <a:spcPts val="0"/>
              </a:spcAft>
              <a:buClr>
                <a:schemeClr val="dk1"/>
              </a:buClr>
              <a:buSzPts val="1100"/>
              <a:buFont typeface="Arial"/>
              <a:buNone/>
            </a:pPr>
            <a:r>
              <a:rPr lang="en-US" sz="1800"/>
              <a:t>else</a:t>
            </a:r>
            <a:endParaRPr sz="1800"/>
          </a:p>
          <a:p>
            <a:pPr marL="0" lvl="0" indent="0" algn="l" rtl="0">
              <a:lnSpc>
                <a:spcPct val="115000"/>
              </a:lnSpc>
              <a:spcBef>
                <a:spcPts val="1200"/>
              </a:spcBef>
              <a:spcAft>
                <a:spcPts val="0"/>
              </a:spcAft>
              <a:buClr>
                <a:schemeClr val="dk1"/>
              </a:buClr>
              <a:buSzPts val="1100"/>
              <a:buFont typeface="Arial"/>
              <a:buNone/>
            </a:pPr>
            <a:r>
              <a:rPr lang="en-US" sz="1800"/>
              <a:t>b = b&amp;a</a:t>
            </a:r>
            <a:endParaRPr sz="1800"/>
          </a:p>
          <a:p>
            <a:pPr marL="0" lvl="0" indent="0" algn="l" rtl="0">
              <a:lnSpc>
                <a:spcPct val="115000"/>
              </a:lnSpc>
              <a:spcBef>
                <a:spcPts val="1200"/>
              </a:spcBef>
              <a:spcAft>
                <a:spcPts val="0"/>
              </a:spcAft>
              <a:buClr>
                <a:schemeClr val="dk1"/>
              </a:buClr>
              <a:buSzPts val="1100"/>
              <a:buFont typeface="Arial"/>
              <a:buNone/>
            </a:pPr>
            <a:r>
              <a:rPr lang="en-US" sz="1800"/>
              <a:t>return a + b</a:t>
            </a:r>
            <a:endParaRPr sz="1800"/>
          </a:p>
          <a:p>
            <a:pPr marL="0" lvl="0" indent="0" algn="l" rtl="0">
              <a:lnSpc>
                <a:spcPct val="115000"/>
              </a:lnSpc>
              <a:spcBef>
                <a:spcPts val="1200"/>
              </a:spcBef>
              <a:spcAft>
                <a:spcPts val="0"/>
              </a:spcAft>
              <a:buClr>
                <a:schemeClr val="dk1"/>
              </a:buClr>
              <a:buSzPts val="1100"/>
              <a:buFont typeface="Arial"/>
              <a:buNone/>
            </a:pPr>
            <a:r>
              <a:rPr lang="en-US" sz="1800"/>
              <a:t>end if</a:t>
            </a:r>
            <a:endParaRPr sz="1800"/>
          </a:p>
          <a:p>
            <a:pPr marL="0" lvl="0" indent="0" algn="l" rtl="0">
              <a:lnSpc>
                <a:spcPct val="115000"/>
              </a:lnSpc>
              <a:spcBef>
                <a:spcPts val="1200"/>
              </a:spcBef>
              <a:spcAft>
                <a:spcPts val="0"/>
              </a:spcAft>
              <a:buClr>
                <a:schemeClr val="dk1"/>
              </a:buClr>
              <a:buSzPts val="1100"/>
              <a:buFont typeface="Arial"/>
              <a:buNone/>
            </a:pPr>
            <a:r>
              <a:rPr lang="en-US" sz="1800"/>
              <a:t>end function funn ( )</a:t>
            </a:r>
            <a:endParaRPr sz="1800"/>
          </a:p>
          <a:p>
            <a:pPr marL="457200" lvl="0" indent="-228600" algn="l" rtl="0">
              <a:lnSpc>
                <a:spcPct val="115000"/>
              </a:lnSpc>
              <a:spcBef>
                <a:spcPts val="1200"/>
              </a:spcBef>
              <a:spcAft>
                <a:spcPts val="0"/>
              </a:spcAft>
              <a:buClr>
                <a:schemeClr val="dk1"/>
              </a:buClr>
              <a:buSzPts val="1100"/>
              <a:buFont typeface="Arial"/>
              <a:buNone/>
            </a:pPr>
            <a:r>
              <a:rPr lang="en-US" sz="1800"/>
              <a:t>a) -1</a:t>
            </a:r>
            <a:endParaRPr sz="1800"/>
          </a:p>
          <a:p>
            <a:pPr marL="457200" lvl="0" indent="-228600" algn="l" rtl="0">
              <a:lnSpc>
                <a:spcPct val="115000"/>
              </a:lnSpc>
              <a:spcBef>
                <a:spcPts val="1200"/>
              </a:spcBef>
              <a:spcAft>
                <a:spcPts val="0"/>
              </a:spcAft>
              <a:buClr>
                <a:schemeClr val="dk1"/>
              </a:buClr>
              <a:buSzPts val="1100"/>
              <a:buFont typeface="Arial"/>
              <a:buNone/>
            </a:pPr>
            <a:r>
              <a:rPr lang="en-US" sz="1800"/>
              <a:t>b) 21</a:t>
            </a:r>
            <a:endParaRPr sz="1800"/>
          </a:p>
          <a:p>
            <a:pPr marL="457200" lvl="0" indent="-228600" algn="l" rtl="0">
              <a:lnSpc>
                <a:spcPct val="115000"/>
              </a:lnSpc>
              <a:spcBef>
                <a:spcPts val="1200"/>
              </a:spcBef>
              <a:spcAft>
                <a:spcPts val="0"/>
              </a:spcAft>
              <a:buClr>
                <a:schemeClr val="dk1"/>
              </a:buClr>
              <a:buSzPts val="1100"/>
              <a:buFont typeface="Arial"/>
              <a:buNone/>
            </a:pPr>
            <a:r>
              <a:rPr lang="en-US" sz="1800"/>
              <a:t>c) 3</a:t>
            </a:r>
            <a:endParaRPr sz="1800"/>
          </a:p>
          <a:p>
            <a:pPr marL="457200" lvl="0" indent="-228600" algn="l" rtl="0">
              <a:lnSpc>
                <a:spcPct val="115000"/>
              </a:lnSpc>
              <a:spcBef>
                <a:spcPts val="1200"/>
              </a:spcBef>
              <a:spcAft>
                <a:spcPts val="0"/>
              </a:spcAft>
              <a:buClr>
                <a:schemeClr val="dk1"/>
              </a:buClr>
              <a:buSzPts val="1100"/>
              <a:buFont typeface="Arial"/>
              <a:buNone/>
            </a:pPr>
            <a:r>
              <a:rPr lang="en-US" sz="1800"/>
              <a:t>d) 2</a:t>
            </a:r>
            <a:endParaRPr sz="1800"/>
          </a:p>
          <a:p>
            <a:pPr marL="0" lvl="0" indent="0" algn="l" rtl="0">
              <a:spcBef>
                <a:spcPts val="1200"/>
              </a:spcBef>
              <a:spcAft>
                <a:spcPts val="0"/>
              </a:spcAft>
              <a:buNone/>
            </a:pPr>
            <a:endParaRPr sz="3500"/>
          </a:p>
        </p:txBody>
      </p:sp>
      <p:pic>
        <p:nvPicPr>
          <p:cNvPr id="522" name="Google Shape;522;g13615080cd1_0_436"/>
          <p:cNvPicPr preferRelativeResize="0"/>
          <p:nvPr/>
        </p:nvPicPr>
        <p:blipFill rotWithShape="1">
          <a:blip r:embed="rId3">
            <a:alphaModFix/>
          </a:blip>
          <a:srcRect/>
          <a:stretch/>
        </p:blipFill>
        <p:spPr>
          <a:xfrm>
            <a:off x="1052077" y="59944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2"/>
                                        </p:tgtEl>
                                        <p:attrNameLst>
                                          <p:attrName>style.visibility</p:attrName>
                                        </p:attrNameLst>
                                      </p:cBhvr>
                                      <p:to>
                                        <p:strVal val="visible"/>
                                      </p:to>
                                    </p:set>
                                    <p:animEffect transition="in" filter="fade">
                                      <p:cBhvr>
                                        <p:cTn id="7" dur="1000"/>
                                        <p:tgtEl>
                                          <p:spTgt spid="5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g13615080cd1_0_442"/>
          <p:cNvSpPr txBox="1">
            <a:spLocks noGrp="1"/>
          </p:cNvSpPr>
          <p:nvPr>
            <p:ph idx="1"/>
          </p:nvPr>
        </p:nvSpPr>
        <p:spPr>
          <a:xfrm>
            <a:off x="158475" y="374600"/>
            <a:ext cx="11195400" cy="58023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a:t>59. What will be the output of the following pseudocode?</a:t>
            </a:r>
            <a:endParaRPr sz="1900"/>
          </a:p>
          <a:p>
            <a:pPr marL="0" lvl="0" indent="0" algn="l" rtl="0">
              <a:lnSpc>
                <a:spcPct val="115000"/>
              </a:lnSpc>
              <a:spcBef>
                <a:spcPts val="1200"/>
              </a:spcBef>
              <a:spcAft>
                <a:spcPts val="0"/>
              </a:spcAft>
              <a:buClr>
                <a:schemeClr val="dk1"/>
              </a:buClr>
              <a:buSzPts val="1100"/>
              <a:buFont typeface="Arial"/>
              <a:buNone/>
            </a:pPr>
            <a:r>
              <a:rPr lang="en-US" sz="1900"/>
              <a:t>Integer a, b, c</a:t>
            </a:r>
            <a:endParaRPr sz="1900"/>
          </a:p>
          <a:p>
            <a:pPr marL="0" lvl="0" indent="0" algn="l" rtl="0">
              <a:lnSpc>
                <a:spcPct val="115000"/>
              </a:lnSpc>
              <a:spcBef>
                <a:spcPts val="1200"/>
              </a:spcBef>
              <a:spcAft>
                <a:spcPts val="0"/>
              </a:spcAft>
              <a:buClr>
                <a:schemeClr val="dk1"/>
              </a:buClr>
              <a:buSzPts val="1100"/>
              <a:buFont typeface="Arial"/>
              <a:buNone/>
            </a:pPr>
            <a:r>
              <a:rPr lang="en-US" sz="1900"/>
              <a:t>set a=6, b= 2, c= 7</a:t>
            </a:r>
            <a:endParaRPr sz="1900"/>
          </a:p>
          <a:p>
            <a:pPr marL="0" lvl="0" indent="0" algn="l" rtl="0">
              <a:lnSpc>
                <a:spcPct val="115000"/>
              </a:lnSpc>
              <a:spcBef>
                <a:spcPts val="1200"/>
              </a:spcBef>
              <a:spcAft>
                <a:spcPts val="0"/>
              </a:spcAft>
              <a:buClr>
                <a:schemeClr val="dk1"/>
              </a:buClr>
              <a:buSzPts val="1100"/>
              <a:buFont typeface="Arial"/>
              <a:buNone/>
            </a:pPr>
            <a:r>
              <a:rPr lang="en-US" sz="1900"/>
              <a:t>c= 11</a:t>
            </a:r>
            <a:endParaRPr sz="1900"/>
          </a:p>
          <a:p>
            <a:pPr marL="0" lvl="0" indent="0" algn="l" rtl="0">
              <a:lnSpc>
                <a:spcPct val="115000"/>
              </a:lnSpc>
              <a:spcBef>
                <a:spcPts val="1200"/>
              </a:spcBef>
              <a:spcAft>
                <a:spcPts val="0"/>
              </a:spcAft>
              <a:buClr>
                <a:schemeClr val="dk1"/>
              </a:buClr>
              <a:buSzPts val="1100"/>
              <a:buFont typeface="Arial"/>
              <a:buNone/>
            </a:pPr>
            <a:r>
              <a:rPr lang="en-US" sz="1900"/>
              <a:t>for (each c from 4 to 5)</a:t>
            </a:r>
            <a:endParaRPr sz="1900"/>
          </a:p>
          <a:p>
            <a:pPr marL="0" lvl="0" indent="0" algn="l" rtl="0">
              <a:lnSpc>
                <a:spcPct val="115000"/>
              </a:lnSpc>
              <a:spcBef>
                <a:spcPts val="1200"/>
              </a:spcBef>
              <a:spcAft>
                <a:spcPts val="0"/>
              </a:spcAft>
              <a:buClr>
                <a:schemeClr val="dk1"/>
              </a:buClr>
              <a:buSzPts val="1100"/>
              <a:buFont typeface="Arial"/>
              <a:buNone/>
            </a:pPr>
            <a:r>
              <a:rPr lang="en-US" sz="1900"/>
              <a:t>a= (b^c) +c</a:t>
            </a:r>
            <a:endParaRPr sz="1900"/>
          </a:p>
          <a:p>
            <a:pPr marL="0" lvl="0" indent="0" algn="l" rtl="0">
              <a:lnSpc>
                <a:spcPct val="115000"/>
              </a:lnSpc>
              <a:spcBef>
                <a:spcPts val="1200"/>
              </a:spcBef>
              <a:spcAft>
                <a:spcPts val="0"/>
              </a:spcAft>
              <a:buClr>
                <a:schemeClr val="dk1"/>
              </a:buClr>
              <a:buSzPts val="1100"/>
              <a:buFont typeface="Arial"/>
              <a:buNone/>
            </a:pPr>
            <a:r>
              <a:rPr lang="en-US" sz="1900"/>
              <a:t>a= (8+6) + a</a:t>
            </a:r>
            <a:endParaRPr sz="1900"/>
          </a:p>
          <a:p>
            <a:pPr marL="0" lvl="0" indent="0" algn="l" rtl="0">
              <a:lnSpc>
                <a:spcPct val="115000"/>
              </a:lnSpc>
              <a:spcBef>
                <a:spcPts val="1200"/>
              </a:spcBef>
              <a:spcAft>
                <a:spcPts val="0"/>
              </a:spcAft>
              <a:buClr>
                <a:schemeClr val="dk1"/>
              </a:buClr>
              <a:buSzPts val="1100"/>
              <a:buFont typeface="Arial"/>
              <a:buNone/>
            </a:pPr>
            <a:r>
              <a:rPr lang="en-US" sz="1900"/>
              <a:t>a=c</a:t>
            </a:r>
            <a:endParaRPr sz="1900"/>
          </a:p>
          <a:p>
            <a:pPr marL="0" lvl="0" indent="0" algn="l" rtl="0">
              <a:lnSpc>
                <a:spcPct val="115000"/>
              </a:lnSpc>
              <a:spcBef>
                <a:spcPts val="1200"/>
              </a:spcBef>
              <a:spcAft>
                <a:spcPts val="0"/>
              </a:spcAft>
              <a:buClr>
                <a:schemeClr val="dk1"/>
              </a:buClr>
              <a:buSzPts val="1100"/>
              <a:buFont typeface="Arial"/>
              <a:buNone/>
            </a:pPr>
            <a:r>
              <a:rPr lang="en-US" sz="1900"/>
              <a:t>end for</a:t>
            </a:r>
            <a:endParaRPr sz="1900"/>
          </a:p>
          <a:p>
            <a:pPr marL="0" lvl="0" indent="0" algn="l" rtl="0">
              <a:lnSpc>
                <a:spcPct val="115000"/>
              </a:lnSpc>
              <a:spcBef>
                <a:spcPts val="1200"/>
              </a:spcBef>
              <a:spcAft>
                <a:spcPts val="0"/>
              </a:spcAft>
              <a:buClr>
                <a:schemeClr val="dk1"/>
              </a:buClr>
              <a:buSzPts val="1100"/>
              <a:buFont typeface="Arial"/>
              <a:buNone/>
            </a:pPr>
            <a:r>
              <a:rPr lang="en-US" sz="1900"/>
              <a:t>a= (b+b) + a</a:t>
            </a:r>
            <a:endParaRPr sz="1900"/>
          </a:p>
          <a:p>
            <a:pPr marL="0" lvl="0" indent="0" algn="l" rtl="0">
              <a:lnSpc>
                <a:spcPct val="115000"/>
              </a:lnSpc>
              <a:spcBef>
                <a:spcPts val="1200"/>
              </a:spcBef>
              <a:spcAft>
                <a:spcPts val="0"/>
              </a:spcAft>
              <a:buClr>
                <a:schemeClr val="dk1"/>
              </a:buClr>
              <a:buSzPts val="1100"/>
              <a:buFont typeface="Arial"/>
              <a:buNone/>
            </a:pPr>
            <a:r>
              <a:rPr lang="en-US" sz="1900"/>
              <a:t>print a + b</a:t>
            </a:r>
            <a:endParaRPr sz="1900"/>
          </a:p>
          <a:p>
            <a:pPr marL="0" lvl="0" indent="0" algn="l" rtl="0">
              <a:spcBef>
                <a:spcPts val="1200"/>
              </a:spcBef>
              <a:spcAft>
                <a:spcPts val="0"/>
              </a:spcAft>
              <a:buNone/>
            </a:pPr>
            <a:endParaRPr sz="3600"/>
          </a:p>
        </p:txBody>
      </p:sp>
      <p:sp>
        <p:nvSpPr>
          <p:cNvPr id="529" name="Google Shape;529;g13615080cd1_0_442"/>
          <p:cNvSpPr txBox="1"/>
          <p:nvPr/>
        </p:nvSpPr>
        <p:spPr>
          <a:xfrm>
            <a:off x="5330800" y="2578950"/>
            <a:ext cx="8298900" cy="23982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a) 12</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b) 11</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c) 10</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d) 9</a:t>
            </a:r>
            <a:endParaRPr sz="1800">
              <a:solidFill>
                <a:schemeClr val="dk1"/>
              </a:solidFill>
              <a:latin typeface="Calibri"/>
              <a:ea typeface="Calibri"/>
              <a:cs typeface="Calibri"/>
              <a:sym typeface="Calibri"/>
            </a:endParaRPr>
          </a:p>
          <a:p>
            <a:pPr marL="0" lvl="0" indent="0" algn="l" rtl="0">
              <a:spcBef>
                <a:spcPts val="1200"/>
              </a:spcBef>
              <a:spcAft>
                <a:spcPts val="0"/>
              </a:spcAft>
              <a:buNone/>
            </a:pPr>
            <a:endParaRPr sz="2100">
              <a:latin typeface="Calibri"/>
              <a:ea typeface="Calibri"/>
              <a:cs typeface="Calibri"/>
              <a:sym typeface="Calibri"/>
            </a:endParaRPr>
          </a:p>
        </p:txBody>
      </p:sp>
      <p:pic>
        <p:nvPicPr>
          <p:cNvPr id="530" name="Google Shape;530;g13615080cd1_0_442"/>
          <p:cNvPicPr preferRelativeResize="0"/>
          <p:nvPr/>
        </p:nvPicPr>
        <p:blipFill rotWithShape="1">
          <a:blip r:embed="rId3">
            <a:alphaModFix/>
          </a:blip>
          <a:srcRect/>
          <a:stretch/>
        </p:blipFill>
        <p:spPr>
          <a:xfrm>
            <a:off x="5230277" y="29112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0"/>
                                        </p:tgtEl>
                                        <p:attrNameLst>
                                          <p:attrName>style.visibility</p:attrName>
                                        </p:attrNameLst>
                                      </p:cBhvr>
                                      <p:to>
                                        <p:strVal val="visible"/>
                                      </p:to>
                                    </p:set>
                                    <p:animEffect transition="in" filter="fade">
                                      <p:cBhvr>
                                        <p:cTn id="7" dur="1000"/>
                                        <p:tgtEl>
                                          <p:spTgt spid="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g13615080cd1_0_448"/>
          <p:cNvSpPr txBox="1">
            <a:spLocks noGrp="1"/>
          </p:cNvSpPr>
          <p:nvPr>
            <p:ph idx="1"/>
          </p:nvPr>
        </p:nvSpPr>
        <p:spPr>
          <a:xfrm>
            <a:off x="158475" y="374600"/>
            <a:ext cx="11195400" cy="58023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a:t>60. What will be the output of the following pseudocode?</a:t>
            </a:r>
            <a:endParaRPr sz="2300"/>
          </a:p>
          <a:p>
            <a:pPr marL="0" lvl="0" indent="0" algn="l" rtl="0">
              <a:lnSpc>
                <a:spcPct val="115000"/>
              </a:lnSpc>
              <a:spcBef>
                <a:spcPts val="1200"/>
              </a:spcBef>
              <a:spcAft>
                <a:spcPts val="0"/>
              </a:spcAft>
              <a:buClr>
                <a:schemeClr val="dk1"/>
              </a:buClr>
              <a:buSzPts val="1100"/>
              <a:buFont typeface="Arial"/>
              <a:buNone/>
            </a:pPr>
            <a:r>
              <a:rPr lang="en-US" sz="2300"/>
              <a:t>Integer j,m</a:t>
            </a:r>
            <a:endParaRPr sz="2300"/>
          </a:p>
          <a:p>
            <a:pPr marL="0" lvl="0" indent="0" algn="l" rtl="0">
              <a:lnSpc>
                <a:spcPct val="115000"/>
              </a:lnSpc>
              <a:spcBef>
                <a:spcPts val="1200"/>
              </a:spcBef>
              <a:spcAft>
                <a:spcPts val="0"/>
              </a:spcAft>
              <a:buClr>
                <a:schemeClr val="dk1"/>
              </a:buClr>
              <a:buSzPts val="1100"/>
              <a:buFont typeface="Arial"/>
              <a:buNone/>
            </a:pPr>
            <a:r>
              <a:rPr lang="en-US" sz="2300"/>
              <a:t>set m=1</a:t>
            </a:r>
            <a:endParaRPr sz="2300"/>
          </a:p>
          <a:p>
            <a:pPr marL="0" lvl="0" indent="0" algn="l" rtl="0">
              <a:lnSpc>
                <a:spcPct val="115000"/>
              </a:lnSpc>
              <a:spcBef>
                <a:spcPts val="1200"/>
              </a:spcBef>
              <a:spcAft>
                <a:spcPts val="0"/>
              </a:spcAft>
              <a:buClr>
                <a:schemeClr val="dk1"/>
              </a:buClr>
              <a:buSzPts val="1100"/>
              <a:buFont typeface="Arial"/>
              <a:buNone/>
            </a:pPr>
            <a:r>
              <a:rPr lang="en-US" sz="2300"/>
              <a:t>integer a[4]= { 1, 0, 1, 2}</a:t>
            </a:r>
            <a:endParaRPr sz="2300"/>
          </a:p>
          <a:p>
            <a:pPr marL="0" lvl="0" indent="0" algn="l" rtl="0">
              <a:lnSpc>
                <a:spcPct val="115000"/>
              </a:lnSpc>
              <a:spcBef>
                <a:spcPts val="1200"/>
              </a:spcBef>
              <a:spcAft>
                <a:spcPts val="0"/>
              </a:spcAft>
              <a:buClr>
                <a:schemeClr val="dk1"/>
              </a:buClr>
              <a:buSzPts val="1100"/>
              <a:buFont typeface="Arial"/>
              <a:buNone/>
            </a:pPr>
            <a:r>
              <a:rPr lang="en-US" sz="2300"/>
              <a:t>for (each j from 0 to 3)</a:t>
            </a:r>
            <a:endParaRPr sz="2300"/>
          </a:p>
          <a:p>
            <a:pPr marL="0" lvl="0" indent="0" algn="l" rtl="0">
              <a:lnSpc>
                <a:spcPct val="115000"/>
              </a:lnSpc>
              <a:spcBef>
                <a:spcPts val="1200"/>
              </a:spcBef>
              <a:spcAft>
                <a:spcPts val="0"/>
              </a:spcAft>
              <a:buClr>
                <a:schemeClr val="dk1"/>
              </a:buClr>
              <a:buSzPts val="1100"/>
              <a:buFont typeface="Arial"/>
              <a:buNone/>
            </a:pPr>
            <a:r>
              <a:rPr lang="en-US" sz="2300"/>
              <a:t>if ( j&gt; a[j])</a:t>
            </a:r>
            <a:endParaRPr sz="2300"/>
          </a:p>
          <a:p>
            <a:pPr marL="0" lvl="0" indent="0" algn="l" rtl="0">
              <a:lnSpc>
                <a:spcPct val="115000"/>
              </a:lnSpc>
              <a:spcBef>
                <a:spcPts val="1200"/>
              </a:spcBef>
              <a:spcAft>
                <a:spcPts val="0"/>
              </a:spcAft>
              <a:buClr>
                <a:schemeClr val="dk1"/>
              </a:buClr>
              <a:buSzPts val="1100"/>
              <a:buFont typeface="Arial"/>
              <a:buNone/>
            </a:pPr>
            <a:r>
              <a:rPr lang="en-US" sz="2300"/>
              <a:t>m= m - a[j] + j</a:t>
            </a:r>
            <a:endParaRPr sz="2300"/>
          </a:p>
          <a:p>
            <a:pPr marL="0" lvl="0" indent="0" algn="l" rtl="0">
              <a:lnSpc>
                <a:spcPct val="115000"/>
              </a:lnSpc>
              <a:spcBef>
                <a:spcPts val="1200"/>
              </a:spcBef>
              <a:spcAft>
                <a:spcPts val="0"/>
              </a:spcAft>
              <a:buClr>
                <a:schemeClr val="dk1"/>
              </a:buClr>
              <a:buSzPts val="1100"/>
              <a:buFont typeface="Arial"/>
              <a:buNone/>
            </a:pPr>
            <a:r>
              <a:rPr lang="en-US" sz="2300"/>
              <a:t>end if</a:t>
            </a:r>
            <a:endParaRPr sz="2300"/>
          </a:p>
          <a:p>
            <a:pPr marL="0" lvl="0" indent="0" algn="l" rtl="0">
              <a:lnSpc>
                <a:spcPct val="115000"/>
              </a:lnSpc>
              <a:spcBef>
                <a:spcPts val="1200"/>
              </a:spcBef>
              <a:spcAft>
                <a:spcPts val="0"/>
              </a:spcAft>
              <a:buClr>
                <a:schemeClr val="dk1"/>
              </a:buClr>
              <a:buSzPts val="1100"/>
              <a:buFont typeface="Arial"/>
              <a:buNone/>
            </a:pPr>
            <a:r>
              <a:rPr lang="en-US" sz="2300"/>
              <a:t>end for</a:t>
            </a:r>
            <a:endParaRPr sz="2300"/>
          </a:p>
          <a:p>
            <a:pPr marL="0" lvl="0" indent="0" algn="l" rtl="0">
              <a:lnSpc>
                <a:spcPct val="115000"/>
              </a:lnSpc>
              <a:spcBef>
                <a:spcPts val="1200"/>
              </a:spcBef>
              <a:spcAft>
                <a:spcPts val="0"/>
              </a:spcAft>
              <a:buClr>
                <a:schemeClr val="dk1"/>
              </a:buClr>
              <a:buSzPts val="1100"/>
              <a:buFont typeface="Arial"/>
              <a:buNone/>
            </a:pPr>
            <a:r>
              <a:rPr lang="en-US" sz="2300"/>
              <a:t>print m</a:t>
            </a:r>
            <a:endParaRPr sz="2300"/>
          </a:p>
          <a:p>
            <a:pPr marL="0" lvl="0" indent="0" algn="l" rtl="0">
              <a:spcBef>
                <a:spcPts val="1200"/>
              </a:spcBef>
              <a:spcAft>
                <a:spcPts val="0"/>
              </a:spcAft>
              <a:buNone/>
            </a:pPr>
            <a:endParaRPr sz="4000"/>
          </a:p>
        </p:txBody>
      </p:sp>
      <p:sp>
        <p:nvSpPr>
          <p:cNvPr id="537" name="Google Shape;537;g13615080cd1_0_448"/>
          <p:cNvSpPr txBox="1"/>
          <p:nvPr/>
        </p:nvSpPr>
        <p:spPr>
          <a:xfrm>
            <a:off x="5618950" y="2117900"/>
            <a:ext cx="8298900" cy="26568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2100">
                <a:solidFill>
                  <a:schemeClr val="dk1"/>
                </a:solidFill>
                <a:latin typeface="Calibri"/>
                <a:ea typeface="Calibri"/>
                <a:cs typeface="Calibri"/>
                <a:sym typeface="Calibri"/>
              </a:rPr>
              <a:t>a) 2</a:t>
            </a:r>
            <a:endParaRPr sz="21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100">
                <a:solidFill>
                  <a:schemeClr val="dk1"/>
                </a:solidFill>
                <a:latin typeface="Calibri"/>
                <a:ea typeface="Calibri"/>
                <a:cs typeface="Calibri"/>
                <a:sym typeface="Calibri"/>
              </a:rPr>
              <a:t>b) 7</a:t>
            </a:r>
            <a:endParaRPr sz="21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100">
                <a:solidFill>
                  <a:schemeClr val="dk1"/>
                </a:solidFill>
                <a:latin typeface="Calibri"/>
                <a:ea typeface="Calibri"/>
                <a:cs typeface="Calibri"/>
                <a:sym typeface="Calibri"/>
              </a:rPr>
              <a:t>c) 3</a:t>
            </a:r>
            <a:endParaRPr sz="21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100">
                <a:solidFill>
                  <a:schemeClr val="dk1"/>
                </a:solidFill>
                <a:latin typeface="Calibri"/>
                <a:ea typeface="Calibri"/>
                <a:cs typeface="Calibri"/>
                <a:sym typeface="Calibri"/>
              </a:rPr>
              <a:t>d) 4</a:t>
            </a:r>
            <a:endParaRPr sz="2100">
              <a:solidFill>
                <a:schemeClr val="dk1"/>
              </a:solidFill>
              <a:latin typeface="Calibri"/>
              <a:ea typeface="Calibri"/>
              <a:cs typeface="Calibri"/>
              <a:sym typeface="Calibri"/>
            </a:endParaRPr>
          </a:p>
          <a:p>
            <a:pPr marL="0" lvl="0" indent="0" algn="l" rtl="0">
              <a:spcBef>
                <a:spcPts val="1200"/>
              </a:spcBef>
              <a:spcAft>
                <a:spcPts val="0"/>
              </a:spcAft>
              <a:buNone/>
            </a:pPr>
            <a:endParaRPr sz="2400">
              <a:latin typeface="Calibri"/>
              <a:ea typeface="Calibri"/>
              <a:cs typeface="Calibri"/>
              <a:sym typeface="Calibri"/>
            </a:endParaRPr>
          </a:p>
        </p:txBody>
      </p:sp>
      <p:pic>
        <p:nvPicPr>
          <p:cNvPr id="538" name="Google Shape;538;g13615080cd1_0_448"/>
          <p:cNvPicPr preferRelativeResize="0"/>
          <p:nvPr/>
        </p:nvPicPr>
        <p:blipFill rotWithShape="1">
          <a:blip r:embed="rId3">
            <a:alphaModFix/>
          </a:blip>
          <a:srcRect/>
          <a:stretch/>
        </p:blipFill>
        <p:spPr>
          <a:xfrm>
            <a:off x="5384627" y="36892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8"/>
                                        </p:tgtEl>
                                        <p:attrNameLst>
                                          <p:attrName>style.visibility</p:attrName>
                                        </p:attrNameLst>
                                      </p:cBhvr>
                                      <p:to>
                                        <p:strVal val="visible"/>
                                      </p:to>
                                    </p:set>
                                    <p:animEffect transition="in" filter="fade">
                                      <p:cBhvr>
                                        <p:cTn id="7" dur="1000"/>
                                        <p:tgtEl>
                                          <p:spTgt spid="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g13615080cd1_0_479"/>
          <p:cNvSpPr txBox="1">
            <a:spLocks noGrp="1"/>
          </p:cNvSpPr>
          <p:nvPr>
            <p:ph idx="1"/>
          </p:nvPr>
        </p:nvSpPr>
        <p:spPr>
          <a:xfrm>
            <a:off x="288150" y="417825"/>
            <a:ext cx="11065800" cy="57591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100"/>
              <a:t>61. What will be the output of the following pseudocode?</a:t>
            </a:r>
            <a:endParaRPr sz="2100"/>
          </a:p>
          <a:p>
            <a:pPr marL="0" lvl="0" indent="0" algn="l" rtl="0">
              <a:lnSpc>
                <a:spcPct val="115000"/>
              </a:lnSpc>
              <a:spcBef>
                <a:spcPts val="1200"/>
              </a:spcBef>
              <a:spcAft>
                <a:spcPts val="0"/>
              </a:spcAft>
              <a:buClr>
                <a:schemeClr val="dk1"/>
              </a:buClr>
              <a:buSzPts val="1100"/>
              <a:buFont typeface="Arial"/>
              <a:buNone/>
            </a:pPr>
            <a:r>
              <a:rPr lang="en-US" sz="2100"/>
              <a:t>1. String str1= "aaAa", str2 = " AAa"</a:t>
            </a:r>
            <a:endParaRPr sz="2100"/>
          </a:p>
          <a:p>
            <a:pPr marL="0" lvl="0" indent="0" algn="l" rtl="0">
              <a:lnSpc>
                <a:spcPct val="115000"/>
              </a:lnSpc>
              <a:spcBef>
                <a:spcPts val="1200"/>
              </a:spcBef>
              <a:spcAft>
                <a:spcPts val="0"/>
              </a:spcAft>
              <a:buClr>
                <a:schemeClr val="dk1"/>
              </a:buClr>
              <a:buSzPts val="1100"/>
              <a:buFont typeface="Arial"/>
              <a:buNone/>
            </a:pPr>
            <a:r>
              <a:rPr lang="en-US" sz="2100"/>
              <a:t>2. Print countVowel(upper(str1)+ lower(str2))</a:t>
            </a:r>
            <a:endParaRPr sz="2100"/>
          </a:p>
          <a:p>
            <a:pPr marL="0" lvl="0" indent="0" algn="l" rtl="0">
              <a:lnSpc>
                <a:spcPct val="115000"/>
              </a:lnSpc>
              <a:spcBef>
                <a:spcPts val="1200"/>
              </a:spcBef>
              <a:spcAft>
                <a:spcPts val="0"/>
              </a:spcAft>
              <a:buClr>
                <a:schemeClr val="dk1"/>
              </a:buClr>
              <a:buSzPts val="1100"/>
              <a:buFont typeface="Arial"/>
              <a:buNone/>
            </a:pPr>
            <a:r>
              <a:rPr lang="en-US" sz="2100"/>
              <a:t>[Note: countVowel(string) return the number of vowels in the string. Ex-countVowels ("okay") return 2</a:t>
            </a:r>
            <a:endParaRPr sz="2100"/>
          </a:p>
          <a:p>
            <a:pPr marL="0" lvl="0" indent="0" algn="l" rtl="0">
              <a:lnSpc>
                <a:spcPct val="115000"/>
              </a:lnSpc>
              <a:spcBef>
                <a:spcPts val="1200"/>
              </a:spcBef>
              <a:spcAft>
                <a:spcPts val="0"/>
              </a:spcAft>
              <a:buClr>
                <a:schemeClr val="dk1"/>
              </a:buClr>
              <a:buSzPts val="1100"/>
              <a:buFont typeface="Arial"/>
              <a:buNone/>
            </a:pPr>
            <a:r>
              <a:rPr lang="en-US" sz="2100"/>
              <a:t>lower(string) converts all the letters of the string to lower case,Ex-lower("Okay") would return "okay"</a:t>
            </a:r>
            <a:endParaRPr sz="2100"/>
          </a:p>
          <a:p>
            <a:pPr marL="0" lvl="0" indent="0" algn="l" rtl="0">
              <a:lnSpc>
                <a:spcPct val="115000"/>
              </a:lnSpc>
              <a:spcBef>
                <a:spcPts val="1200"/>
              </a:spcBef>
              <a:spcAft>
                <a:spcPts val="0"/>
              </a:spcAft>
              <a:buClr>
                <a:schemeClr val="dk1"/>
              </a:buClr>
              <a:buSzPts val="1100"/>
              <a:buFont typeface="Arial"/>
              <a:buNone/>
            </a:pPr>
            <a:r>
              <a:rPr lang="en-US" sz="2100"/>
              <a:t>upper (string) converts all the letters of the string to upper case Ex-upper("Okay") would return "OKAY"]</a:t>
            </a:r>
            <a:endParaRPr sz="2100"/>
          </a:p>
          <a:p>
            <a:pPr marL="457200" lvl="0" indent="-228600" algn="l" rtl="0">
              <a:lnSpc>
                <a:spcPct val="115000"/>
              </a:lnSpc>
              <a:spcBef>
                <a:spcPts val="1200"/>
              </a:spcBef>
              <a:spcAft>
                <a:spcPts val="0"/>
              </a:spcAft>
              <a:buClr>
                <a:schemeClr val="dk1"/>
              </a:buClr>
              <a:buSzPts val="1100"/>
              <a:buFont typeface="Arial"/>
              <a:buNone/>
            </a:pPr>
            <a:r>
              <a:rPr lang="en-US" sz="2100"/>
              <a:t>a) 17</a:t>
            </a:r>
            <a:endParaRPr sz="2100"/>
          </a:p>
          <a:p>
            <a:pPr marL="457200" lvl="0" indent="-228600" algn="l" rtl="0">
              <a:lnSpc>
                <a:spcPct val="115000"/>
              </a:lnSpc>
              <a:spcBef>
                <a:spcPts val="1200"/>
              </a:spcBef>
              <a:spcAft>
                <a:spcPts val="0"/>
              </a:spcAft>
              <a:buClr>
                <a:schemeClr val="dk1"/>
              </a:buClr>
              <a:buSzPts val="1100"/>
              <a:buFont typeface="Arial"/>
              <a:buNone/>
            </a:pPr>
            <a:r>
              <a:rPr lang="en-US" sz="2100"/>
              <a:t>b) 7</a:t>
            </a:r>
            <a:endParaRPr sz="2100"/>
          </a:p>
          <a:p>
            <a:pPr marL="457200" lvl="0" indent="-228600" algn="l" rtl="0">
              <a:lnSpc>
                <a:spcPct val="115000"/>
              </a:lnSpc>
              <a:spcBef>
                <a:spcPts val="1200"/>
              </a:spcBef>
              <a:spcAft>
                <a:spcPts val="0"/>
              </a:spcAft>
              <a:buClr>
                <a:schemeClr val="dk1"/>
              </a:buClr>
              <a:buSzPts val="1100"/>
              <a:buFont typeface="Arial"/>
              <a:buNone/>
            </a:pPr>
            <a:r>
              <a:rPr lang="en-US" sz="2100"/>
              <a:t>c) 8</a:t>
            </a:r>
            <a:endParaRPr sz="2100"/>
          </a:p>
          <a:p>
            <a:pPr marL="457200" lvl="0" indent="-228600" algn="l" rtl="0">
              <a:lnSpc>
                <a:spcPct val="115000"/>
              </a:lnSpc>
              <a:spcBef>
                <a:spcPts val="1200"/>
              </a:spcBef>
              <a:spcAft>
                <a:spcPts val="0"/>
              </a:spcAft>
              <a:buClr>
                <a:schemeClr val="dk1"/>
              </a:buClr>
              <a:buSzPts val="1100"/>
              <a:buFont typeface="Arial"/>
              <a:buNone/>
            </a:pPr>
            <a:r>
              <a:rPr lang="en-US" sz="2100"/>
              <a:t>d) 4</a:t>
            </a:r>
            <a:endParaRPr sz="2100"/>
          </a:p>
          <a:p>
            <a:pPr marL="0" lvl="0" indent="0" algn="l" rtl="0">
              <a:spcBef>
                <a:spcPts val="1200"/>
              </a:spcBef>
              <a:spcAft>
                <a:spcPts val="0"/>
              </a:spcAft>
              <a:buNone/>
            </a:pPr>
            <a:endParaRPr sz="3800"/>
          </a:p>
        </p:txBody>
      </p:sp>
      <p:pic>
        <p:nvPicPr>
          <p:cNvPr id="545" name="Google Shape;545;g13615080cd1_0_479"/>
          <p:cNvPicPr preferRelativeResize="0"/>
          <p:nvPr/>
        </p:nvPicPr>
        <p:blipFill rotWithShape="1">
          <a:blip r:embed="rId3">
            <a:alphaModFix/>
          </a:blip>
          <a:srcRect/>
          <a:stretch/>
        </p:blipFill>
        <p:spPr>
          <a:xfrm>
            <a:off x="1095327" y="50723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5"/>
                                        </p:tgtEl>
                                        <p:attrNameLst>
                                          <p:attrName>style.visibility</p:attrName>
                                        </p:attrNameLst>
                                      </p:cBhvr>
                                      <p:to>
                                        <p:strVal val="visible"/>
                                      </p:to>
                                    </p:set>
                                    <p:animEffect transition="in" filter="fade">
                                      <p:cBhvr>
                                        <p:cTn id="7" dur="1000"/>
                                        <p:tgtEl>
                                          <p:spTgt spid="5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g13615080cd1_0_485"/>
          <p:cNvSpPr txBox="1">
            <a:spLocks noGrp="1"/>
          </p:cNvSpPr>
          <p:nvPr>
            <p:ph idx="1"/>
          </p:nvPr>
        </p:nvSpPr>
        <p:spPr>
          <a:xfrm>
            <a:off x="230525" y="360200"/>
            <a:ext cx="11123400" cy="58167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a:t>62. What will be the output of the following pseudocode?</a:t>
            </a:r>
            <a:endParaRPr sz="2000"/>
          </a:p>
          <a:p>
            <a:pPr marL="0" lvl="0" indent="0" algn="l" rtl="0">
              <a:lnSpc>
                <a:spcPct val="115000"/>
              </a:lnSpc>
              <a:spcBef>
                <a:spcPts val="1200"/>
              </a:spcBef>
              <a:spcAft>
                <a:spcPts val="0"/>
              </a:spcAft>
              <a:buClr>
                <a:schemeClr val="dk1"/>
              </a:buClr>
              <a:buSzPts val="1100"/>
              <a:buFont typeface="Arial"/>
              <a:buNone/>
            </a:pPr>
            <a:r>
              <a:rPr lang="en-US" sz="2000"/>
              <a:t>Integer a,b,c</a:t>
            </a:r>
            <a:endParaRPr sz="2000"/>
          </a:p>
          <a:p>
            <a:pPr marL="0" lvl="0" indent="0" algn="l" rtl="0">
              <a:lnSpc>
                <a:spcPct val="115000"/>
              </a:lnSpc>
              <a:spcBef>
                <a:spcPts val="1200"/>
              </a:spcBef>
              <a:spcAft>
                <a:spcPts val="0"/>
              </a:spcAft>
              <a:buClr>
                <a:schemeClr val="dk1"/>
              </a:buClr>
              <a:buSzPts val="1100"/>
              <a:buFont typeface="Arial"/>
              <a:buNone/>
            </a:pPr>
            <a:r>
              <a:rPr lang="en-US" sz="2000"/>
              <a:t>set a=9, b = 11, c=9</a:t>
            </a:r>
            <a:endParaRPr sz="2000"/>
          </a:p>
          <a:p>
            <a:pPr marL="0" lvl="0" indent="0" algn="l" rtl="0">
              <a:lnSpc>
                <a:spcPct val="115000"/>
              </a:lnSpc>
              <a:spcBef>
                <a:spcPts val="1200"/>
              </a:spcBef>
              <a:spcAft>
                <a:spcPts val="0"/>
              </a:spcAft>
              <a:buClr>
                <a:schemeClr val="dk1"/>
              </a:buClr>
              <a:buSzPts val="1100"/>
              <a:buFont typeface="Arial"/>
              <a:buNone/>
            </a:pPr>
            <a:r>
              <a:rPr lang="en-US" sz="2000"/>
              <a:t>if ((a+ b) &lt; ( b-a))</a:t>
            </a:r>
            <a:endParaRPr sz="2000"/>
          </a:p>
          <a:p>
            <a:pPr marL="0" lvl="0" indent="0" algn="l" rtl="0">
              <a:lnSpc>
                <a:spcPct val="115000"/>
              </a:lnSpc>
              <a:spcBef>
                <a:spcPts val="1200"/>
              </a:spcBef>
              <a:spcAft>
                <a:spcPts val="0"/>
              </a:spcAft>
              <a:buClr>
                <a:schemeClr val="dk1"/>
              </a:buClr>
              <a:buSzPts val="1100"/>
              <a:buFont typeface="Arial"/>
              <a:buNone/>
            </a:pPr>
            <a:r>
              <a:rPr lang="en-US" sz="2000"/>
              <a:t>c=12 + b</a:t>
            </a:r>
            <a:endParaRPr sz="2000"/>
          </a:p>
          <a:p>
            <a:pPr marL="0" lvl="0" indent="0" algn="l" rtl="0">
              <a:lnSpc>
                <a:spcPct val="115000"/>
              </a:lnSpc>
              <a:spcBef>
                <a:spcPts val="1200"/>
              </a:spcBef>
              <a:spcAft>
                <a:spcPts val="0"/>
              </a:spcAft>
              <a:buClr>
                <a:schemeClr val="dk1"/>
              </a:buClr>
              <a:buSzPts val="1100"/>
              <a:buFont typeface="Arial"/>
              <a:buNone/>
            </a:pPr>
            <a:r>
              <a:rPr lang="en-US" sz="2000"/>
              <a:t>if (( a &amp; 5) &lt; c)</a:t>
            </a:r>
            <a:endParaRPr sz="2000"/>
          </a:p>
          <a:p>
            <a:pPr marL="0" lvl="0" indent="0" algn="l" rtl="0">
              <a:lnSpc>
                <a:spcPct val="115000"/>
              </a:lnSpc>
              <a:spcBef>
                <a:spcPts val="1200"/>
              </a:spcBef>
              <a:spcAft>
                <a:spcPts val="0"/>
              </a:spcAft>
              <a:buClr>
                <a:schemeClr val="dk1"/>
              </a:buClr>
              <a:buSzPts val="1100"/>
              <a:buFont typeface="Arial"/>
              <a:buNone/>
            </a:pPr>
            <a:r>
              <a:rPr lang="en-US" sz="2000"/>
              <a:t>c=12</a:t>
            </a:r>
            <a:endParaRPr sz="2000"/>
          </a:p>
          <a:p>
            <a:pPr marL="0" lvl="0" indent="0" algn="l" rtl="0">
              <a:lnSpc>
                <a:spcPct val="115000"/>
              </a:lnSpc>
              <a:spcBef>
                <a:spcPts val="1200"/>
              </a:spcBef>
              <a:spcAft>
                <a:spcPts val="0"/>
              </a:spcAft>
              <a:buClr>
                <a:schemeClr val="dk1"/>
              </a:buClr>
              <a:buSzPts val="1100"/>
              <a:buFont typeface="Arial"/>
              <a:buNone/>
            </a:pPr>
            <a:r>
              <a:rPr lang="en-US" sz="2000"/>
              <a:t>a=(12+7) + c</a:t>
            </a:r>
            <a:endParaRPr sz="2000"/>
          </a:p>
          <a:p>
            <a:pPr marL="0" lvl="0" indent="0" algn="l" rtl="0">
              <a:lnSpc>
                <a:spcPct val="115000"/>
              </a:lnSpc>
              <a:spcBef>
                <a:spcPts val="1200"/>
              </a:spcBef>
              <a:spcAft>
                <a:spcPts val="0"/>
              </a:spcAft>
              <a:buClr>
                <a:schemeClr val="dk1"/>
              </a:buClr>
              <a:buSzPts val="1100"/>
              <a:buFont typeface="Arial"/>
              <a:buNone/>
            </a:pPr>
            <a:r>
              <a:rPr lang="en-US" sz="2000"/>
              <a:t>end if</a:t>
            </a:r>
            <a:endParaRPr sz="2000"/>
          </a:p>
          <a:p>
            <a:pPr marL="0" lvl="0" indent="0" algn="l" rtl="0">
              <a:lnSpc>
                <a:spcPct val="115000"/>
              </a:lnSpc>
              <a:spcBef>
                <a:spcPts val="1200"/>
              </a:spcBef>
              <a:spcAft>
                <a:spcPts val="0"/>
              </a:spcAft>
              <a:buClr>
                <a:schemeClr val="dk1"/>
              </a:buClr>
              <a:buSzPts val="1100"/>
              <a:buFont typeface="Arial"/>
              <a:buNone/>
            </a:pPr>
            <a:r>
              <a:rPr lang="en-US" sz="2000"/>
              <a:t>end if</a:t>
            </a:r>
            <a:endParaRPr sz="2000"/>
          </a:p>
          <a:p>
            <a:pPr marL="0" lvl="0" indent="0" algn="l" rtl="0">
              <a:lnSpc>
                <a:spcPct val="115000"/>
              </a:lnSpc>
              <a:spcBef>
                <a:spcPts val="1200"/>
              </a:spcBef>
              <a:spcAft>
                <a:spcPts val="0"/>
              </a:spcAft>
              <a:buClr>
                <a:schemeClr val="dk1"/>
              </a:buClr>
              <a:buSzPts val="1100"/>
              <a:buFont typeface="Arial"/>
              <a:buNone/>
            </a:pPr>
            <a:r>
              <a:rPr lang="en-US" sz="2000"/>
              <a:t>print a + b + c</a:t>
            </a:r>
            <a:endParaRPr sz="2000"/>
          </a:p>
          <a:p>
            <a:pPr marL="0" lvl="0" indent="0" algn="l" rtl="0">
              <a:spcBef>
                <a:spcPts val="1200"/>
              </a:spcBef>
              <a:spcAft>
                <a:spcPts val="0"/>
              </a:spcAft>
              <a:buNone/>
            </a:pPr>
            <a:endParaRPr sz="3700"/>
          </a:p>
        </p:txBody>
      </p:sp>
      <p:sp>
        <p:nvSpPr>
          <p:cNvPr id="552" name="Google Shape;552;g13615080cd1_0_485"/>
          <p:cNvSpPr txBox="1"/>
          <p:nvPr/>
        </p:nvSpPr>
        <p:spPr>
          <a:xfrm>
            <a:off x="5244350" y="1973825"/>
            <a:ext cx="8298900" cy="23982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a) 44</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b) 34</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c) 54</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d) 55</a:t>
            </a:r>
            <a:endParaRPr sz="1800">
              <a:solidFill>
                <a:schemeClr val="dk1"/>
              </a:solidFill>
              <a:latin typeface="Calibri"/>
              <a:ea typeface="Calibri"/>
              <a:cs typeface="Calibri"/>
              <a:sym typeface="Calibri"/>
            </a:endParaRPr>
          </a:p>
          <a:p>
            <a:pPr marL="0" lvl="0" indent="0" algn="l" rtl="0">
              <a:spcBef>
                <a:spcPts val="1200"/>
              </a:spcBef>
              <a:spcAft>
                <a:spcPts val="0"/>
              </a:spcAft>
              <a:buNone/>
            </a:pPr>
            <a:endParaRPr sz="2100">
              <a:latin typeface="Calibri"/>
              <a:ea typeface="Calibri"/>
              <a:cs typeface="Calibri"/>
              <a:sym typeface="Calibri"/>
            </a:endParaRPr>
          </a:p>
        </p:txBody>
      </p:sp>
      <p:pic>
        <p:nvPicPr>
          <p:cNvPr id="553" name="Google Shape;553;g13615080cd1_0_485"/>
          <p:cNvPicPr preferRelativeResize="0"/>
          <p:nvPr/>
        </p:nvPicPr>
        <p:blipFill rotWithShape="1">
          <a:blip r:embed="rId3">
            <a:alphaModFix/>
          </a:blip>
          <a:srcRect/>
          <a:stretch/>
        </p:blipFill>
        <p:spPr>
          <a:xfrm>
            <a:off x="5086202" y="287960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3"/>
                                        </p:tgtEl>
                                        <p:attrNameLst>
                                          <p:attrName>style.visibility</p:attrName>
                                        </p:attrNameLst>
                                      </p:cBhvr>
                                      <p:to>
                                        <p:strVal val="visible"/>
                                      </p:to>
                                    </p:set>
                                    <p:animEffect transition="in" filter="fade">
                                      <p:cBhvr>
                                        <p:cTn id="7" dur="1000"/>
                                        <p:tgtEl>
                                          <p:spTgt spid="5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g13615080cd1_0_491"/>
          <p:cNvSpPr txBox="1">
            <a:spLocks noGrp="1"/>
          </p:cNvSpPr>
          <p:nvPr>
            <p:ph idx="1"/>
          </p:nvPr>
        </p:nvSpPr>
        <p:spPr>
          <a:xfrm>
            <a:off x="216125" y="360200"/>
            <a:ext cx="11137800" cy="58167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800"/>
              <a:t>63. What will be the output of the following pseudocode for p=2, q=3?</a:t>
            </a:r>
            <a:endParaRPr sz="1800"/>
          </a:p>
          <a:p>
            <a:pPr marL="0" lvl="0" indent="0" algn="l" rtl="0">
              <a:lnSpc>
                <a:spcPct val="115000"/>
              </a:lnSpc>
              <a:spcBef>
                <a:spcPts val="1200"/>
              </a:spcBef>
              <a:spcAft>
                <a:spcPts val="0"/>
              </a:spcAft>
              <a:buClr>
                <a:schemeClr val="dk1"/>
              </a:buClr>
              <a:buSzPts val="1100"/>
              <a:buFont typeface="Arial"/>
              <a:buNone/>
            </a:pPr>
            <a:r>
              <a:rPr lang="en-US" sz="1800"/>
              <a:t>Integer funn(integer p, integer q)</a:t>
            </a:r>
            <a:endParaRPr sz="1800"/>
          </a:p>
          <a:p>
            <a:pPr marL="0" lvl="0" indent="0" algn="l" rtl="0">
              <a:lnSpc>
                <a:spcPct val="115000"/>
              </a:lnSpc>
              <a:spcBef>
                <a:spcPts val="1200"/>
              </a:spcBef>
              <a:spcAft>
                <a:spcPts val="0"/>
              </a:spcAft>
              <a:buClr>
                <a:schemeClr val="dk1"/>
              </a:buClr>
              <a:buSzPts val="1100"/>
              <a:buFont typeface="Arial"/>
              <a:buNone/>
            </a:pPr>
            <a:r>
              <a:rPr lang="en-US" sz="1800"/>
              <a:t>if (p&gt;q AND q&gt;p)</a:t>
            </a:r>
            <a:endParaRPr sz="1800"/>
          </a:p>
          <a:p>
            <a:pPr marL="0" lvl="0" indent="0" algn="l" rtl="0">
              <a:lnSpc>
                <a:spcPct val="115000"/>
              </a:lnSpc>
              <a:spcBef>
                <a:spcPts val="1200"/>
              </a:spcBef>
              <a:spcAft>
                <a:spcPts val="0"/>
              </a:spcAft>
              <a:buClr>
                <a:schemeClr val="dk1"/>
              </a:buClr>
              <a:buSzPts val="1100"/>
              <a:buFont typeface="Arial"/>
              <a:buNone/>
            </a:pPr>
            <a:r>
              <a:rPr lang="en-US" sz="1800"/>
              <a:t>p= q + q + q + q + q +q</a:t>
            </a:r>
            <a:endParaRPr sz="1800"/>
          </a:p>
          <a:p>
            <a:pPr marL="0" lvl="0" indent="0" algn="l" rtl="0">
              <a:lnSpc>
                <a:spcPct val="115000"/>
              </a:lnSpc>
              <a:spcBef>
                <a:spcPts val="1200"/>
              </a:spcBef>
              <a:spcAft>
                <a:spcPts val="0"/>
              </a:spcAft>
              <a:buClr>
                <a:schemeClr val="dk1"/>
              </a:buClr>
              <a:buSzPts val="1100"/>
              <a:buFont typeface="Arial"/>
              <a:buNone/>
            </a:pPr>
            <a:r>
              <a:rPr lang="en-US" sz="1800"/>
              <a:t>else</a:t>
            </a:r>
            <a:endParaRPr sz="1800"/>
          </a:p>
          <a:p>
            <a:pPr marL="0" lvl="0" indent="0" algn="l" rtl="0">
              <a:lnSpc>
                <a:spcPct val="115000"/>
              </a:lnSpc>
              <a:spcBef>
                <a:spcPts val="1200"/>
              </a:spcBef>
              <a:spcAft>
                <a:spcPts val="0"/>
              </a:spcAft>
              <a:buClr>
                <a:schemeClr val="dk1"/>
              </a:buClr>
              <a:buSzPts val="1100"/>
              <a:buFont typeface="Arial"/>
              <a:buNone/>
            </a:pPr>
            <a:r>
              <a:rPr lang="en-US" sz="1800"/>
              <a:t>q=0</a:t>
            </a:r>
            <a:endParaRPr sz="1800"/>
          </a:p>
          <a:p>
            <a:pPr marL="0" lvl="0" indent="0" algn="l" rtl="0">
              <a:lnSpc>
                <a:spcPct val="115000"/>
              </a:lnSpc>
              <a:spcBef>
                <a:spcPts val="1200"/>
              </a:spcBef>
              <a:spcAft>
                <a:spcPts val="0"/>
              </a:spcAft>
              <a:buClr>
                <a:schemeClr val="dk1"/>
              </a:buClr>
              <a:buSzPts val="1100"/>
              <a:buFont typeface="Arial"/>
              <a:buNone/>
            </a:pPr>
            <a:r>
              <a:rPr lang="en-US" sz="1800"/>
              <a:t>end if</a:t>
            </a:r>
            <a:endParaRPr sz="1800"/>
          </a:p>
          <a:p>
            <a:pPr marL="0" lvl="0" indent="0" algn="l" rtl="0">
              <a:lnSpc>
                <a:spcPct val="115000"/>
              </a:lnSpc>
              <a:spcBef>
                <a:spcPts val="1200"/>
              </a:spcBef>
              <a:spcAft>
                <a:spcPts val="0"/>
              </a:spcAft>
              <a:buClr>
                <a:schemeClr val="dk1"/>
              </a:buClr>
              <a:buSzPts val="1100"/>
              <a:buFont typeface="Arial"/>
              <a:buNone/>
            </a:pPr>
            <a:r>
              <a:rPr lang="en-US" sz="1800"/>
              <a:t>return p + q</a:t>
            </a:r>
            <a:endParaRPr sz="1800"/>
          </a:p>
          <a:p>
            <a:pPr marL="0" lvl="0" indent="0" algn="l" rtl="0">
              <a:lnSpc>
                <a:spcPct val="115000"/>
              </a:lnSpc>
              <a:spcBef>
                <a:spcPts val="1200"/>
              </a:spcBef>
              <a:spcAft>
                <a:spcPts val="0"/>
              </a:spcAft>
              <a:buClr>
                <a:schemeClr val="dk1"/>
              </a:buClr>
              <a:buSzPts val="1100"/>
              <a:buFont typeface="Arial"/>
              <a:buNone/>
            </a:pPr>
            <a:r>
              <a:rPr lang="en-US" sz="1800"/>
              <a:t>end function funn ( )</a:t>
            </a:r>
            <a:endParaRPr sz="1800"/>
          </a:p>
          <a:p>
            <a:pPr marL="457200" lvl="0" indent="-228600" algn="l" rtl="0">
              <a:lnSpc>
                <a:spcPct val="115000"/>
              </a:lnSpc>
              <a:spcBef>
                <a:spcPts val="1200"/>
              </a:spcBef>
              <a:spcAft>
                <a:spcPts val="0"/>
              </a:spcAft>
              <a:buClr>
                <a:schemeClr val="dk1"/>
              </a:buClr>
              <a:buSzPts val="1100"/>
              <a:buFont typeface="Arial"/>
              <a:buNone/>
            </a:pPr>
            <a:r>
              <a:rPr lang="en-US" sz="1800"/>
              <a:t>a) 2</a:t>
            </a:r>
            <a:endParaRPr sz="1800"/>
          </a:p>
          <a:p>
            <a:pPr marL="457200" lvl="0" indent="-228600" algn="l" rtl="0">
              <a:lnSpc>
                <a:spcPct val="115000"/>
              </a:lnSpc>
              <a:spcBef>
                <a:spcPts val="1200"/>
              </a:spcBef>
              <a:spcAft>
                <a:spcPts val="0"/>
              </a:spcAft>
              <a:buClr>
                <a:schemeClr val="dk1"/>
              </a:buClr>
              <a:buSzPts val="1100"/>
              <a:buFont typeface="Arial"/>
              <a:buNone/>
            </a:pPr>
            <a:r>
              <a:rPr lang="en-US" sz="1800"/>
              <a:t>b) 1</a:t>
            </a:r>
            <a:endParaRPr sz="1800"/>
          </a:p>
          <a:p>
            <a:pPr marL="457200" lvl="0" indent="-228600" algn="l" rtl="0">
              <a:lnSpc>
                <a:spcPct val="115000"/>
              </a:lnSpc>
              <a:spcBef>
                <a:spcPts val="1200"/>
              </a:spcBef>
              <a:spcAft>
                <a:spcPts val="0"/>
              </a:spcAft>
              <a:buClr>
                <a:schemeClr val="dk1"/>
              </a:buClr>
              <a:buSzPts val="1100"/>
              <a:buFont typeface="Arial"/>
              <a:buNone/>
            </a:pPr>
            <a:r>
              <a:rPr lang="en-US" sz="1800"/>
              <a:t>c) 4</a:t>
            </a:r>
            <a:endParaRPr sz="1800"/>
          </a:p>
          <a:p>
            <a:pPr marL="457200" lvl="0" indent="-228600" algn="l" rtl="0">
              <a:lnSpc>
                <a:spcPct val="115000"/>
              </a:lnSpc>
              <a:spcBef>
                <a:spcPts val="1200"/>
              </a:spcBef>
              <a:spcAft>
                <a:spcPts val="0"/>
              </a:spcAft>
              <a:buClr>
                <a:schemeClr val="dk1"/>
              </a:buClr>
              <a:buSzPts val="1100"/>
              <a:buFont typeface="Arial"/>
              <a:buNone/>
            </a:pPr>
            <a:r>
              <a:rPr lang="en-US" sz="1800"/>
              <a:t>d) 10</a:t>
            </a:r>
            <a:endParaRPr sz="1800"/>
          </a:p>
          <a:p>
            <a:pPr marL="0" lvl="0" indent="0" algn="l" rtl="0">
              <a:spcBef>
                <a:spcPts val="1200"/>
              </a:spcBef>
              <a:spcAft>
                <a:spcPts val="0"/>
              </a:spcAft>
              <a:buNone/>
            </a:pPr>
            <a:endParaRPr sz="3500"/>
          </a:p>
        </p:txBody>
      </p:sp>
      <p:pic>
        <p:nvPicPr>
          <p:cNvPr id="560" name="Google Shape;560;g13615080cd1_0_491"/>
          <p:cNvPicPr preferRelativeResize="0"/>
          <p:nvPr/>
        </p:nvPicPr>
        <p:blipFill rotWithShape="1">
          <a:blip r:embed="rId3">
            <a:alphaModFix/>
          </a:blip>
          <a:srcRect/>
          <a:stretch/>
        </p:blipFill>
        <p:spPr>
          <a:xfrm>
            <a:off x="879202" y="44096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0"/>
                                        </p:tgtEl>
                                        <p:attrNameLst>
                                          <p:attrName>style.visibility</p:attrName>
                                        </p:attrNameLst>
                                      </p:cBhvr>
                                      <p:to>
                                        <p:strVal val="visible"/>
                                      </p:to>
                                    </p:set>
                                    <p:animEffect transition="in" filter="fade">
                                      <p:cBhvr>
                                        <p:cTn id="7" dur="1000"/>
                                        <p:tgtEl>
                                          <p:spTgt spid="5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g13615080cd1_0_497"/>
          <p:cNvSpPr txBox="1">
            <a:spLocks noGrp="1"/>
          </p:cNvSpPr>
          <p:nvPr>
            <p:ph idx="1"/>
          </p:nvPr>
        </p:nvSpPr>
        <p:spPr>
          <a:xfrm>
            <a:off x="302550" y="345775"/>
            <a:ext cx="11051400" cy="5831100"/>
          </a:xfrm>
          <a:prstGeom prst="rect">
            <a:avLst/>
          </a:prstGeom>
        </p:spPr>
        <p:txBody>
          <a:bodyPr spcFirstLastPara="1" wrap="square" lIns="91425" tIns="45700" rIns="91425" bIns="45700" anchor="t" anchorCtr="0">
            <a:noAutofit/>
          </a:bodyPr>
          <a:lstStyle/>
          <a:p>
            <a:pPr marL="0" lvl="0" indent="0" algn="l" rtl="0">
              <a:lnSpc>
                <a:spcPct val="105000"/>
              </a:lnSpc>
              <a:spcBef>
                <a:spcPts val="1200"/>
              </a:spcBef>
              <a:spcAft>
                <a:spcPts val="0"/>
              </a:spcAft>
              <a:buClr>
                <a:schemeClr val="dk1"/>
              </a:buClr>
              <a:buSzPts val="1100"/>
              <a:buFont typeface="Arial"/>
              <a:buNone/>
            </a:pPr>
            <a:r>
              <a:rPr lang="en-US" sz="2200"/>
              <a:t>64. What will be the output of the following pseudocode?</a:t>
            </a:r>
            <a:endParaRPr sz="2200"/>
          </a:p>
          <a:p>
            <a:pPr marL="0" lvl="0" indent="0" algn="l" rtl="0">
              <a:lnSpc>
                <a:spcPct val="105000"/>
              </a:lnSpc>
              <a:spcBef>
                <a:spcPts val="1200"/>
              </a:spcBef>
              <a:spcAft>
                <a:spcPts val="0"/>
              </a:spcAft>
              <a:buClr>
                <a:schemeClr val="dk1"/>
              </a:buClr>
              <a:buSzPts val="1100"/>
              <a:buFont typeface="Arial"/>
              <a:buNone/>
            </a:pPr>
            <a:r>
              <a:rPr lang="en-US" sz="2200"/>
              <a:t>Integer a, b, c</a:t>
            </a:r>
            <a:endParaRPr sz="2200"/>
          </a:p>
          <a:p>
            <a:pPr marL="0" lvl="0" indent="0" algn="l" rtl="0">
              <a:lnSpc>
                <a:spcPct val="105000"/>
              </a:lnSpc>
              <a:spcBef>
                <a:spcPts val="1200"/>
              </a:spcBef>
              <a:spcAft>
                <a:spcPts val="0"/>
              </a:spcAft>
              <a:buClr>
                <a:schemeClr val="dk1"/>
              </a:buClr>
              <a:buSzPts val="1100"/>
              <a:buFont typeface="Arial"/>
              <a:buNone/>
            </a:pPr>
            <a:r>
              <a:rPr lang="en-US" sz="2200"/>
              <a:t>set a=1, b=6, c=4</a:t>
            </a:r>
            <a:endParaRPr sz="2200"/>
          </a:p>
          <a:p>
            <a:pPr marL="0" lvl="0" indent="0" algn="l" rtl="0">
              <a:lnSpc>
                <a:spcPct val="105000"/>
              </a:lnSpc>
              <a:spcBef>
                <a:spcPts val="1200"/>
              </a:spcBef>
              <a:spcAft>
                <a:spcPts val="0"/>
              </a:spcAft>
              <a:buClr>
                <a:schemeClr val="dk1"/>
              </a:buClr>
              <a:buSzPts val="1100"/>
              <a:buFont typeface="Arial"/>
              <a:buNone/>
            </a:pPr>
            <a:r>
              <a:rPr lang="en-US" sz="2200"/>
              <a:t>c= ( c + 4) + c</a:t>
            </a:r>
            <a:endParaRPr sz="2200"/>
          </a:p>
          <a:p>
            <a:pPr marL="0" lvl="0" indent="0" algn="l" rtl="0">
              <a:lnSpc>
                <a:spcPct val="105000"/>
              </a:lnSpc>
              <a:spcBef>
                <a:spcPts val="1200"/>
              </a:spcBef>
              <a:spcAft>
                <a:spcPts val="0"/>
              </a:spcAft>
              <a:buClr>
                <a:schemeClr val="dk1"/>
              </a:buClr>
              <a:buSzPts val="1100"/>
              <a:buFont typeface="Arial"/>
              <a:buNone/>
            </a:pPr>
            <a:r>
              <a:rPr lang="en-US" sz="2200"/>
              <a:t>c = ( b + b) ^ a</a:t>
            </a:r>
            <a:endParaRPr sz="2200"/>
          </a:p>
          <a:p>
            <a:pPr marL="0" lvl="0" indent="0" algn="l" rtl="0">
              <a:lnSpc>
                <a:spcPct val="105000"/>
              </a:lnSpc>
              <a:spcBef>
                <a:spcPts val="1200"/>
              </a:spcBef>
              <a:spcAft>
                <a:spcPts val="0"/>
              </a:spcAft>
              <a:buClr>
                <a:schemeClr val="dk1"/>
              </a:buClr>
              <a:buSzPts val="1100"/>
              <a:buFont typeface="Arial"/>
              <a:buNone/>
            </a:pPr>
            <a:r>
              <a:rPr lang="en-US" sz="2200"/>
              <a:t>c= 10+a</a:t>
            </a:r>
            <a:endParaRPr sz="2200"/>
          </a:p>
          <a:p>
            <a:pPr marL="0" lvl="0" indent="0" algn="l" rtl="0">
              <a:lnSpc>
                <a:spcPct val="105000"/>
              </a:lnSpc>
              <a:spcBef>
                <a:spcPts val="1200"/>
              </a:spcBef>
              <a:spcAft>
                <a:spcPts val="0"/>
              </a:spcAft>
              <a:buClr>
                <a:schemeClr val="dk1"/>
              </a:buClr>
              <a:buSzPts val="1100"/>
              <a:buFont typeface="Arial"/>
              <a:buNone/>
            </a:pPr>
            <a:r>
              <a:rPr lang="en-US" sz="2200"/>
              <a:t>if (( a &amp; b &amp; c) &lt; (b ^ c ^ a))</a:t>
            </a:r>
            <a:endParaRPr sz="2200"/>
          </a:p>
          <a:p>
            <a:pPr marL="0" lvl="0" indent="0" algn="l" rtl="0">
              <a:lnSpc>
                <a:spcPct val="105000"/>
              </a:lnSpc>
              <a:spcBef>
                <a:spcPts val="1200"/>
              </a:spcBef>
              <a:spcAft>
                <a:spcPts val="0"/>
              </a:spcAft>
              <a:buClr>
                <a:schemeClr val="dk1"/>
              </a:buClr>
              <a:buSzPts val="1100"/>
              <a:buFont typeface="Arial"/>
              <a:buNone/>
            </a:pPr>
            <a:r>
              <a:rPr lang="en-US" sz="2200"/>
              <a:t>c= (b +9) &amp; a</a:t>
            </a:r>
            <a:endParaRPr sz="2200"/>
          </a:p>
          <a:p>
            <a:pPr marL="0" lvl="0" indent="0" algn="l" rtl="0">
              <a:lnSpc>
                <a:spcPct val="105000"/>
              </a:lnSpc>
              <a:spcBef>
                <a:spcPts val="1200"/>
              </a:spcBef>
              <a:spcAft>
                <a:spcPts val="0"/>
              </a:spcAft>
              <a:buClr>
                <a:schemeClr val="dk1"/>
              </a:buClr>
              <a:buSzPts val="1100"/>
              <a:buFont typeface="Arial"/>
              <a:buNone/>
            </a:pPr>
            <a:r>
              <a:rPr lang="en-US" sz="1800"/>
              <a:t>b= (c + 7) + b</a:t>
            </a:r>
            <a:endParaRPr sz="1800"/>
          </a:p>
          <a:p>
            <a:pPr marL="0" lvl="0" indent="0" algn="l" rtl="0">
              <a:lnSpc>
                <a:spcPct val="105000"/>
              </a:lnSpc>
              <a:spcBef>
                <a:spcPts val="1200"/>
              </a:spcBef>
              <a:spcAft>
                <a:spcPts val="0"/>
              </a:spcAft>
              <a:buClr>
                <a:schemeClr val="dk1"/>
              </a:buClr>
              <a:buSzPts val="1100"/>
              <a:buFont typeface="Arial"/>
              <a:buNone/>
            </a:pPr>
            <a:r>
              <a:rPr lang="en-US" sz="1800"/>
              <a:t>else</a:t>
            </a:r>
            <a:endParaRPr sz="1800"/>
          </a:p>
          <a:p>
            <a:pPr marL="0" lvl="0" indent="0" algn="l" rtl="0">
              <a:lnSpc>
                <a:spcPct val="105000"/>
              </a:lnSpc>
              <a:spcBef>
                <a:spcPts val="1200"/>
              </a:spcBef>
              <a:spcAft>
                <a:spcPts val="0"/>
              </a:spcAft>
              <a:buClr>
                <a:schemeClr val="dk1"/>
              </a:buClr>
              <a:buSzPts val="1100"/>
              <a:buFont typeface="Arial"/>
              <a:buNone/>
            </a:pPr>
            <a:r>
              <a:rPr lang="en-US" sz="1800"/>
              <a:t>b =(a &amp; a) + c</a:t>
            </a:r>
            <a:endParaRPr sz="1800"/>
          </a:p>
          <a:p>
            <a:pPr marL="0" lvl="0" indent="0" algn="l" rtl="0">
              <a:lnSpc>
                <a:spcPct val="105000"/>
              </a:lnSpc>
              <a:spcBef>
                <a:spcPts val="1200"/>
              </a:spcBef>
              <a:spcAft>
                <a:spcPts val="0"/>
              </a:spcAft>
              <a:buClr>
                <a:schemeClr val="dk1"/>
              </a:buClr>
              <a:buSzPts val="1100"/>
              <a:buFont typeface="Arial"/>
              <a:buNone/>
            </a:pPr>
            <a:r>
              <a:rPr lang="en-US" sz="1800"/>
              <a:t>end if</a:t>
            </a:r>
            <a:endParaRPr sz="1800"/>
          </a:p>
          <a:p>
            <a:pPr marL="0" lvl="0" indent="0" algn="l" rtl="0">
              <a:lnSpc>
                <a:spcPct val="105000"/>
              </a:lnSpc>
              <a:spcBef>
                <a:spcPts val="1200"/>
              </a:spcBef>
              <a:spcAft>
                <a:spcPts val="0"/>
              </a:spcAft>
              <a:buClr>
                <a:schemeClr val="dk1"/>
              </a:buClr>
              <a:buSzPts val="1100"/>
              <a:buFont typeface="Arial"/>
              <a:buNone/>
            </a:pPr>
            <a:r>
              <a:rPr lang="en-US" sz="1800"/>
              <a:t>print a + b + c</a:t>
            </a:r>
            <a:endParaRPr sz="1800"/>
          </a:p>
          <a:p>
            <a:pPr marL="0" lvl="0" indent="0" algn="l" rtl="0">
              <a:lnSpc>
                <a:spcPct val="80000"/>
              </a:lnSpc>
              <a:spcBef>
                <a:spcPts val="1200"/>
              </a:spcBef>
              <a:spcAft>
                <a:spcPts val="0"/>
              </a:spcAft>
              <a:buNone/>
            </a:pPr>
            <a:endParaRPr sz="3500"/>
          </a:p>
        </p:txBody>
      </p:sp>
      <p:sp>
        <p:nvSpPr>
          <p:cNvPr id="567" name="Google Shape;567;g13615080cd1_0_497"/>
          <p:cNvSpPr txBox="1"/>
          <p:nvPr/>
        </p:nvSpPr>
        <p:spPr>
          <a:xfrm>
            <a:off x="6137625" y="2132325"/>
            <a:ext cx="8298900" cy="24843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a) 12</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b) 16</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c) 23</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d) 20</a:t>
            </a:r>
            <a:endParaRPr sz="1900">
              <a:solidFill>
                <a:schemeClr val="dk1"/>
              </a:solidFill>
              <a:latin typeface="Calibri"/>
              <a:ea typeface="Calibri"/>
              <a:cs typeface="Calibri"/>
              <a:sym typeface="Calibri"/>
            </a:endParaRPr>
          </a:p>
          <a:p>
            <a:pPr marL="0" lvl="0" indent="0" algn="l" rtl="0">
              <a:spcBef>
                <a:spcPts val="1200"/>
              </a:spcBef>
              <a:spcAft>
                <a:spcPts val="0"/>
              </a:spcAft>
              <a:buNone/>
            </a:pPr>
            <a:endParaRPr sz="2200">
              <a:latin typeface="Calibri"/>
              <a:ea typeface="Calibri"/>
              <a:cs typeface="Calibri"/>
              <a:sym typeface="Calibri"/>
            </a:endParaRPr>
          </a:p>
        </p:txBody>
      </p:sp>
      <p:pic>
        <p:nvPicPr>
          <p:cNvPr id="568" name="Google Shape;568;g13615080cd1_0_497"/>
          <p:cNvPicPr preferRelativeResize="0"/>
          <p:nvPr/>
        </p:nvPicPr>
        <p:blipFill rotWithShape="1">
          <a:blip r:embed="rId3">
            <a:alphaModFix/>
          </a:blip>
          <a:srcRect/>
          <a:stretch/>
        </p:blipFill>
        <p:spPr>
          <a:xfrm>
            <a:off x="6096002" y="25078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8"/>
                                        </p:tgtEl>
                                        <p:attrNameLst>
                                          <p:attrName>style.visibility</p:attrName>
                                        </p:attrNameLst>
                                      </p:cBhvr>
                                      <p:to>
                                        <p:strVal val="visible"/>
                                      </p:to>
                                    </p:set>
                                    <p:animEffect transition="in" filter="fade">
                                      <p:cBhvr>
                                        <p:cTn id="7" dur="1000"/>
                                        <p:tgtEl>
                                          <p:spTgt spid="5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g13615080cd1_0_503"/>
          <p:cNvSpPr txBox="1">
            <a:spLocks noGrp="1"/>
          </p:cNvSpPr>
          <p:nvPr>
            <p:ph idx="1"/>
          </p:nvPr>
        </p:nvSpPr>
        <p:spPr>
          <a:xfrm>
            <a:off x="201700" y="316975"/>
            <a:ext cx="11152200" cy="58599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a:t>65. What will be the output of the following pseudocode?</a:t>
            </a:r>
            <a:endParaRPr sz="2000"/>
          </a:p>
          <a:p>
            <a:pPr marL="0" lvl="0" indent="0" algn="l" rtl="0">
              <a:lnSpc>
                <a:spcPct val="115000"/>
              </a:lnSpc>
              <a:spcBef>
                <a:spcPts val="1200"/>
              </a:spcBef>
              <a:spcAft>
                <a:spcPts val="0"/>
              </a:spcAft>
              <a:buClr>
                <a:schemeClr val="dk1"/>
              </a:buClr>
              <a:buSzPts val="1100"/>
              <a:buFont typeface="Arial"/>
              <a:buNone/>
            </a:pPr>
            <a:r>
              <a:rPr lang="en-US" sz="2000"/>
              <a:t>Integer a, b, c</a:t>
            </a:r>
            <a:endParaRPr sz="2000"/>
          </a:p>
          <a:p>
            <a:pPr marL="0" lvl="0" indent="0" algn="l" rtl="0">
              <a:lnSpc>
                <a:spcPct val="115000"/>
              </a:lnSpc>
              <a:spcBef>
                <a:spcPts val="1200"/>
              </a:spcBef>
              <a:spcAft>
                <a:spcPts val="0"/>
              </a:spcAft>
              <a:buClr>
                <a:schemeClr val="dk1"/>
              </a:buClr>
              <a:buSzPts val="1100"/>
              <a:buFont typeface="Arial"/>
              <a:buNone/>
            </a:pPr>
            <a:r>
              <a:rPr lang="en-US" sz="2000"/>
              <a:t>set a=5, b= 4, c =7</a:t>
            </a:r>
            <a:endParaRPr sz="2000"/>
          </a:p>
          <a:p>
            <a:pPr marL="0" lvl="0" indent="0" algn="l" rtl="0">
              <a:lnSpc>
                <a:spcPct val="115000"/>
              </a:lnSpc>
              <a:spcBef>
                <a:spcPts val="1200"/>
              </a:spcBef>
              <a:spcAft>
                <a:spcPts val="0"/>
              </a:spcAft>
              <a:buClr>
                <a:schemeClr val="dk1"/>
              </a:buClr>
              <a:buSzPts val="1100"/>
              <a:buFont typeface="Arial"/>
              <a:buNone/>
            </a:pPr>
            <a:r>
              <a:rPr lang="en-US" sz="2000"/>
              <a:t>for (each c from 5 to 8)</a:t>
            </a:r>
            <a:endParaRPr sz="2000"/>
          </a:p>
          <a:p>
            <a:pPr marL="0" lvl="0" indent="0" algn="l" rtl="0">
              <a:lnSpc>
                <a:spcPct val="115000"/>
              </a:lnSpc>
              <a:spcBef>
                <a:spcPts val="1200"/>
              </a:spcBef>
              <a:spcAft>
                <a:spcPts val="0"/>
              </a:spcAft>
              <a:buClr>
                <a:schemeClr val="dk1"/>
              </a:buClr>
              <a:buSzPts val="1100"/>
              <a:buFont typeface="Arial"/>
              <a:buNone/>
            </a:pPr>
            <a:r>
              <a:rPr lang="en-US" sz="2000"/>
              <a:t>a=3</a:t>
            </a:r>
            <a:endParaRPr sz="2000"/>
          </a:p>
          <a:p>
            <a:pPr marL="0" lvl="0" indent="0" algn="l" rtl="0">
              <a:lnSpc>
                <a:spcPct val="115000"/>
              </a:lnSpc>
              <a:spcBef>
                <a:spcPts val="1200"/>
              </a:spcBef>
              <a:spcAft>
                <a:spcPts val="0"/>
              </a:spcAft>
              <a:buClr>
                <a:schemeClr val="dk1"/>
              </a:buClr>
              <a:buSzPts val="1100"/>
              <a:buFont typeface="Arial"/>
              <a:buNone/>
            </a:pPr>
            <a:r>
              <a:rPr lang="en-US" sz="2000"/>
              <a:t>end for</a:t>
            </a:r>
            <a:endParaRPr sz="2000"/>
          </a:p>
          <a:p>
            <a:pPr marL="0" lvl="0" indent="0" algn="l" rtl="0">
              <a:lnSpc>
                <a:spcPct val="115000"/>
              </a:lnSpc>
              <a:spcBef>
                <a:spcPts val="1200"/>
              </a:spcBef>
              <a:spcAft>
                <a:spcPts val="0"/>
              </a:spcAft>
              <a:buClr>
                <a:schemeClr val="dk1"/>
              </a:buClr>
              <a:buSzPts val="1100"/>
              <a:buFont typeface="Arial"/>
              <a:buNone/>
            </a:pPr>
            <a:r>
              <a:rPr lang="en-US" sz="2000"/>
              <a:t>for (each c from 5 to 6)</a:t>
            </a:r>
            <a:endParaRPr sz="2000"/>
          </a:p>
          <a:p>
            <a:pPr marL="0" lvl="0" indent="0" algn="l" rtl="0">
              <a:lnSpc>
                <a:spcPct val="115000"/>
              </a:lnSpc>
              <a:spcBef>
                <a:spcPts val="1200"/>
              </a:spcBef>
              <a:spcAft>
                <a:spcPts val="0"/>
              </a:spcAft>
              <a:buClr>
                <a:schemeClr val="dk1"/>
              </a:buClr>
              <a:buSzPts val="1100"/>
              <a:buFont typeface="Arial"/>
              <a:buNone/>
            </a:pPr>
            <a:r>
              <a:rPr lang="en-US" sz="2000"/>
              <a:t>a = b ^ a</a:t>
            </a:r>
            <a:endParaRPr sz="2000"/>
          </a:p>
          <a:p>
            <a:pPr marL="0" lvl="0" indent="0" algn="l" rtl="0">
              <a:lnSpc>
                <a:spcPct val="115000"/>
              </a:lnSpc>
              <a:spcBef>
                <a:spcPts val="1200"/>
              </a:spcBef>
              <a:spcAft>
                <a:spcPts val="0"/>
              </a:spcAft>
              <a:buClr>
                <a:schemeClr val="dk1"/>
              </a:buClr>
              <a:buSzPts val="1100"/>
              <a:buFont typeface="Arial"/>
              <a:buNone/>
            </a:pPr>
            <a:r>
              <a:rPr lang="en-US" sz="2000"/>
              <a:t>a = 1 + c</a:t>
            </a:r>
            <a:endParaRPr sz="2000"/>
          </a:p>
          <a:p>
            <a:pPr marL="0" lvl="0" indent="0" algn="l" rtl="0">
              <a:lnSpc>
                <a:spcPct val="115000"/>
              </a:lnSpc>
              <a:spcBef>
                <a:spcPts val="1200"/>
              </a:spcBef>
              <a:spcAft>
                <a:spcPts val="0"/>
              </a:spcAft>
              <a:buClr>
                <a:schemeClr val="dk1"/>
              </a:buClr>
              <a:buSzPts val="1100"/>
              <a:buFont typeface="Arial"/>
              <a:buNone/>
            </a:pPr>
            <a:r>
              <a:rPr lang="en-US" sz="2000"/>
              <a:t>end for</a:t>
            </a:r>
            <a:endParaRPr sz="2000"/>
          </a:p>
          <a:p>
            <a:pPr marL="0" lvl="0" indent="0" algn="l" rtl="0">
              <a:lnSpc>
                <a:spcPct val="115000"/>
              </a:lnSpc>
              <a:spcBef>
                <a:spcPts val="1200"/>
              </a:spcBef>
              <a:spcAft>
                <a:spcPts val="0"/>
              </a:spcAft>
              <a:buClr>
                <a:schemeClr val="dk1"/>
              </a:buClr>
              <a:buSzPts val="1100"/>
              <a:buFont typeface="Arial"/>
              <a:buNone/>
            </a:pPr>
            <a:r>
              <a:rPr lang="en-US" sz="2000"/>
              <a:t>print a + b</a:t>
            </a:r>
            <a:endParaRPr sz="2000"/>
          </a:p>
          <a:p>
            <a:pPr marL="0" lvl="0" indent="0" algn="l" rtl="0">
              <a:spcBef>
                <a:spcPts val="1200"/>
              </a:spcBef>
              <a:spcAft>
                <a:spcPts val="0"/>
              </a:spcAft>
              <a:buNone/>
            </a:pPr>
            <a:endParaRPr sz="3700"/>
          </a:p>
        </p:txBody>
      </p:sp>
      <p:sp>
        <p:nvSpPr>
          <p:cNvPr id="575" name="Google Shape;575;g13615080cd1_0_503"/>
          <p:cNvSpPr txBox="1"/>
          <p:nvPr/>
        </p:nvSpPr>
        <p:spPr>
          <a:xfrm>
            <a:off x="6195250" y="2578950"/>
            <a:ext cx="8298900" cy="23982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a) -11</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b) -9</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c) 11</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d) 10</a:t>
            </a:r>
            <a:endParaRPr sz="1800">
              <a:solidFill>
                <a:schemeClr val="dk1"/>
              </a:solidFill>
              <a:latin typeface="Calibri"/>
              <a:ea typeface="Calibri"/>
              <a:cs typeface="Calibri"/>
              <a:sym typeface="Calibri"/>
            </a:endParaRPr>
          </a:p>
          <a:p>
            <a:pPr marL="0" lvl="0" indent="0" algn="l" rtl="0">
              <a:spcBef>
                <a:spcPts val="1200"/>
              </a:spcBef>
              <a:spcAft>
                <a:spcPts val="0"/>
              </a:spcAft>
              <a:buNone/>
            </a:pPr>
            <a:endParaRPr sz="2100">
              <a:latin typeface="Calibri"/>
              <a:ea typeface="Calibri"/>
              <a:cs typeface="Calibri"/>
              <a:sym typeface="Calibri"/>
            </a:endParaRPr>
          </a:p>
        </p:txBody>
      </p:sp>
      <p:pic>
        <p:nvPicPr>
          <p:cNvPr id="576" name="Google Shape;576;g13615080cd1_0_503"/>
          <p:cNvPicPr preferRelativeResize="0"/>
          <p:nvPr/>
        </p:nvPicPr>
        <p:blipFill rotWithShape="1">
          <a:blip r:embed="rId3">
            <a:alphaModFix/>
          </a:blip>
          <a:srcRect/>
          <a:stretch/>
        </p:blipFill>
        <p:spPr>
          <a:xfrm>
            <a:off x="6096002" y="34289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76"/>
                                        </p:tgtEl>
                                        <p:attrNameLst>
                                          <p:attrName>style.visibility</p:attrName>
                                        </p:attrNameLst>
                                      </p:cBhvr>
                                      <p:to>
                                        <p:strVal val="visible"/>
                                      </p:to>
                                    </p:set>
                                    <p:animEffect transition="in" filter="fade">
                                      <p:cBhvr>
                                        <p:cTn id="7" dur="1000"/>
                                        <p:tgtEl>
                                          <p:spTgt spid="5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g13615080cd1_0_509"/>
          <p:cNvSpPr txBox="1">
            <a:spLocks noGrp="1"/>
          </p:cNvSpPr>
          <p:nvPr>
            <p:ph idx="1"/>
          </p:nvPr>
        </p:nvSpPr>
        <p:spPr>
          <a:xfrm>
            <a:off x="216125" y="432225"/>
            <a:ext cx="11137800" cy="57447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a:t>66. What will be the output of the following pseudocode for a= 5 , b=3 ?</a:t>
            </a:r>
            <a:endParaRPr sz="1900"/>
          </a:p>
          <a:p>
            <a:pPr marL="0" lvl="0" indent="0" algn="l" rtl="0">
              <a:lnSpc>
                <a:spcPct val="115000"/>
              </a:lnSpc>
              <a:spcBef>
                <a:spcPts val="1200"/>
              </a:spcBef>
              <a:spcAft>
                <a:spcPts val="0"/>
              </a:spcAft>
              <a:buClr>
                <a:schemeClr val="dk1"/>
              </a:buClr>
              <a:buSzPts val="1100"/>
              <a:buFont typeface="Arial"/>
              <a:buNone/>
            </a:pPr>
            <a:r>
              <a:rPr lang="en-US" sz="1900"/>
              <a:t>Integer funn( integer a, integer b)</a:t>
            </a:r>
            <a:endParaRPr sz="1900"/>
          </a:p>
          <a:p>
            <a:pPr marL="0" lvl="0" indent="0" algn="l" rtl="0">
              <a:lnSpc>
                <a:spcPct val="115000"/>
              </a:lnSpc>
              <a:spcBef>
                <a:spcPts val="1200"/>
              </a:spcBef>
              <a:spcAft>
                <a:spcPts val="0"/>
              </a:spcAft>
              <a:buClr>
                <a:schemeClr val="dk1"/>
              </a:buClr>
              <a:buSzPts val="1100"/>
              <a:buFont typeface="Arial"/>
              <a:buNone/>
            </a:pPr>
            <a:r>
              <a:rPr lang="en-US" sz="1900"/>
              <a:t>if( a &gt; b)</a:t>
            </a:r>
            <a:endParaRPr sz="1900"/>
          </a:p>
          <a:p>
            <a:pPr marL="0" lvl="0" indent="0" algn="l" rtl="0">
              <a:lnSpc>
                <a:spcPct val="115000"/>
              </a:lnSpc>
              <a:spcBef>
                <a:spcPts val="1200"/>
              </a:spcBef>
              <a:spcAft>
                <a:spcPts val="0"/>
              </a:spcAft>
              <a:buClr>
                <a:schemeClr val="dk1"/>
              </a:buClr>
              <a:buSzPts val="1100"/>
              <a:buFont typeface="Arial"/>
              <a:buNone/>
            </a:pPr>
            <a:r>
              <a:rPr lang="en-US" sz="1900"/>
              <a:t>return b + funn ( b,a)</a:t>
            </a:r>
            <a:endParaRPr sz="1900"/>
          </a:p>
          <a:p>
            <a:pPr marL="0" lvl="0" indent="0" algn="l" rtl="0">
              <a:lnSpc>
                <a:spcPct val="115000"/>
              </a:lnSpc>
              <a:spcBef>
                <a:spcPts val="1200"/>
              </a:spcBef>
              <a:spcAft>
                <a:spcPts val="0"/>
              </a:spcAft>
              <a:buClr>
                <a:schemeClr val="dk1"/>
              </a:buClr>
              <a:buSzPts val="1100"/>
              <a:buFont typeface="Arial"/>
              <a:buNone/>
            </a:pPr>
            <a:r>
              <a:rPr lang="en-US" sz="1900"/>
              <a:t>end if</a:t>
            </a:r>
            <a:endParaRPr sz="1900"/>
          </a:p>
          <a:p>
            <a:pPr marL="0" lvl="0" indent="0" algn="l" rtl="0">
              <a:lnSpc>
                <a:spcPct val="115000"/>
              </a:lnSpc>
              <a:spcBef>
                <a:spcPts val="1200"/>
              </a:spcBef>
              <a:spcAft>
                <a:spcPts val="0"/>
              </a:spcAft>
              <a:buClr>
                <a:schemeClr val="dk1"/>
              </a:buClr>
              <a:buSzPts val="1100"/>
              <a:buFont typeface="Arial"/>
              <a:buNone/>
            </a:pPr>
            <a:r>
              <a:rPr lang="en-US" sz="1900"/>
              <a:t>if ( a &lt; b)</a:t>
            </a:r>
            <a:endParaRPr sz="1900"/>
          </a:p>
          <a:p>
            <a:pPr marL="0" lvl="0" indent="0" algn="l" rtl="0">
              <a:lnSpc>
                <a:spcPct val="115000"/>
              </a:lnSpc>
              <a:spcBef>
                <a:spcPts val="1200"/>
              </a:spcBef>
              <a:spcAft>
                <a:spcPts val="0"/>
              </a:spcAft>
              <a:buClr>
                <a:schemeClr val="dk1"/>
              </a:buClr>
              <a:buSzPts val="1100"/>
              <a:buFont typeface="Arial"/>
              <a:buNone/>
            </a:pPr>
            <a:r>
              <a:rPr lang="en-US" sz="1900"/>
              <a:t>return a + b</a:t>
            </a:r>
            <a:endParaRPr sz="1900"/>
          </a:p>
          <a:p>
            <a:pPr marL="0" lvl="0" indent="0" algn="l" rtl="0">
              <a:lnSpc>
                <a:spcPct val="115000"/>
              </a:lnSpc>
              <a:spcBef>
                <a:spcPts val="1200"/>
              </a:spcBef>
              <a:spcAft>
                <a:spcPts val="0"/>
              </a:spcAft>
              <a:buClr>
                <a:schemeClr val="dk1"/>
              </a:buClr>
              <a:buSzPts val="1100"/>
              <a:buFont typeface="Arial"/>
              <a:buNone/>
            </a:pPr>
            <a:r>
              <a:rPr lang="en-US" sz="1900"/>
              <a:t>end if</a:t>
            </a:r>
            <a:endParaRPr sz="1900"/>
          </a:p>
          <a:p>
            <a:pPr marL="0" lvl="0" indent="0" algn="l" rtl="0">
              <a:lnSpc>
                <a:spcPct val="115000"/>
              </a:lnSpc>
              <a:spcBef>
                <a:spcPts val="1200"/>
              </a:spcBef>
              <a:spcAft>
                <a:spcPts val="0"/>
              </a:spcAft>
              <a:buClr>
                <a:schemeClr val="dk1"/>
              </a:buClr>
              <a:buSzPts val="1100"/>
              <a:buFont typeface="Arial"/>
              <a:buNone/>
            </a:pPr>
            <a:r>
              <a:rPr lang="en-US" sz="1900"/>
              <a:t>end function funn ( )</a:t>
            </a:r>
            <a:endParaRPr sz="1900"/>
          </a:p>
          <a:p>
            <a:pPr marL="457200" lvl="0" indent="-228600" algn="l" rtl="0">
              <a:lnSpc>
                <a:spcPct val="115000"/>
              </a:lnSpc>
              <a:spcBef>
                <a:spcPts val="1200"/>
              </a:spcBef>
              <a:spcAft>
                <a:spcPts val="0"/>
              </a:spcAft>
              <a:buClr>
                <a:schemeClr val="dk1"/>
              </a:buClr>
              <a:buSzPts val="1100"/>
              <a:buFont typeface="Arial"/>
              <a:buNone/>
            </a:pPr>
            <a:r>
              <a:rPr lang="en-US" sz="1900"/>
              <a:t>a) 11</a:t>
            </a:r>
            <a:endParaRPr sz="1900"/>
          </a:p>
          <a:p>
            <a:pPr marL="457200" lvl="0" indent="-228600" algn="l" rtl="0">
              <a:lnSpc>
                <a:spcPct val="115000"/>
              </a:lnSpc>
              <a:spcBef>
                <a:spcPts val="1200"/>
              </a:spcBef>
              <a:spcAft>
                <a:spcPts val="0"/>
              </a:spcAft>
              <a:buClr>
                <a:schemeClr val="dk1"/>
              </a:buClr>
              <a:buSzPts val="1100"/>
              <a:buFont typeface="Arial"/>
              <a:buNone/>
            </a:pPr>
            <a:r>
              <a:rPr lang="en-US" sz="1900"/>
              <a:t>b) 12</a:t>
            </a:r>
            <a:endParaRPr sz="1900"/>
          </a:p>
          <a:p>
            <a:pPr marL="457200" lvl="0" indent="-228600" algn="l" rtl="0">
              <a:lnSpc>
                <a:spcPct val="115000"/>
              </a:lnSpc>
              <a:spcBef>
                <a:spcPts val="1200"/>
              </a:spcBef>
              <a:spcAft>
                <a:spcPts val="0"/>
              </a:spcAft>
              <a:buClr>
                <a:schemeClr val="dk1"/>
              </a:buClr>
              <a:buSzPts val="1100"/>
              <a:buFont typeface="Arial"/>
              <a:buNone/>
            </a:pPr>
            <a:r>
              <a:rPr lang="en-US" sz="1900"/>
              <a:t>c) 8</a:t>
            </a:r>
            <a:endParaRPr sz="1900"/>
          </a:p>
          <a:p>
            <a:pPr marL="457200" lvl="0" indent="-228600" algn="l" rtl="0">
              <a:lnSpc>
                <a:spcPct val="115000"/>
              </a:lnSpc>
              <a:spcBef>
                <a:spcPts val="1200"/>
              </a:spcBef>
              <a:spcAft>
                <a:spcPts val="0"/>
              </a:spcAft>
              <a:buClr>
                <a:schemeClr val="dk1"/>
              </a:buClr>
              <a:buSzPts val="1100"/>
              <a:buFont typeface="Arial"/>
              <a:buNone/>
            </a:pPr>
            <a:r>
              <a:rPr lang="en-US" sz="1900"/>
              <a:t>d) 9</a:t>
            </a:r>
            <a:endParaRPr sz="1900"/>
          </a:p>
          <a:p>
            <a:pPr marL="0" lvl="0" indent="0" algn="l" rtl="0">
              <a:spcBef>
                <a:spcPts val="1200"/>
              </a:spcBef>
              <a:spcAft>
                <a:spcPts val="0"/>
              </a:spcAft>
              <a:buNone/>
            </a:pPr>
            <a:endParaRPr sz="3600"/>
          </a:p>
        </p:txBody>
      </p:sp>
      <p:pic>
        <p:nvPicPr>
          <p:cNvPr id="583" name="Google Shape;583;g13615080cd1_0_509"/>
          <p:cNvPicPr preferRelativeResize="0"/>
          <p:nvPr/>
        </p:nvPicPr>
        <p:blipFill rotWithShape="1">
          <a:blip r:embed="rId3">
            <a:alphaModFix/>
          </a:blip>
          <a:srcRect/>
          <a:stretch/>
        </p:blipFill>
        <p:spPr>
          <a:xfrm>
            <a:off x="994452" y="46833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3"/>
                                        </p:tgtEl>
                                        <p:attrNameLst>
                                          <p:attrName>style.visibility</p:attrName>
                                        </p:attrNameLst>
                                      </p:cBhvr>
                                      <p:to>
                                        <p:strVal val="visible"/>
                                      </p:to>
                                    </p:set>
                                    <p:animEffect transition="in" filter="fade">
                                      <p:cBhvr>
                                        <p:cTn id="7" dur="1000"/>
                                        <p:tgtEl>
                                          <p:spTgt spid="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g13615080cd1_0_515"/>
          <p:cNvSpPr txBox="1">
            <a:spLocks noGrp="1"/>
          </p:cNvSpPr>
          <p:nvPr>
            <p:ph idx="1"/>
          </p:nvPr>
        </p:nvSpPr>
        <p:spPr>
          <a:xfrm>
            <a:off x="158475" y="316975"/>
            <a:ext cx="11195400" cy="58599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en-US" sz="1900"/>
              <a:t>67. What will be the output of the following pseudocode?</a:t>
            </a:r>
            <a:endParaRPr sz="1900"/>
          </a:p>
          <a:p>
            <a:pPr marL="0" lvl="0" indent="0" algn="l" rtl="0">
              <a:lnSpc>
                <a:spcPct val="115000"/>
              </a:lnSpc>
              <a:spcBef>
                <a:spcPts val="1200"/>
              </a:spcBef>
              <a:spcAft>
                <a:spcPts val="0"/>
              </a:spcAft>
              <a:buClr>
                <a:schemeClr val="dk1"/>
              </a:buClr>
              <a:buSzPts val="1100"/>
              <a:buFont typeface="Arial"/>
              <a:buNone/>
            </a:pPr>
            <a:r>
              <a:rPr lang="en-US" sz="1900"/>
              <a:t>Integer p, q, r</a:t>
            </a:r>
            <a:endParaRPr sz="1900"/>
          </a:p>
          <a:p>
            <a:pPr marL="0" lvl="0" indent="0" algn="l" rtl="0">
              <a:lnSpc>
                <a:spcPct val="115000"/>
              </a:lnSpc>
              <a:spcBef>
                <a:spcPts val="1200"/>
              </a:spcBef>
              <a:spcAft>
                <a:spcPts val="0"/>
              </a:spcAft>
              <a:buClr>
                <a:schemeClr val="dk1"/>
              </a:buClr>
              <a:buSzPts val="1100"/>
              <a:buFont typeface="Arial"/>
              <a:buNone/>
            </a:pPr>
            <a:r>
              <a:rPr lang="en-US" sz="1900"/>
              <a:t>set p= 1, q= 1, r= 2</a:t>
            </a:r>
            <a:endParaRPr sz="1900"/>
          </a:p>
          <a:p>
            <a:pPr marL="0" lvl="0" indent="0" algn="l" rtl="0">
              <a:lnSpc>
                <a:spcPct val="115000"/>
              </a:lnSpc>
              <a:spcBef>
                <a:spcPts val="1200"/>
              </a:spcBef>
              <a:spcAft>
                <a:spcPts val="0"/>
              </a:spcAft>
              <a:buClr>
                <a:schemeClr val="dk1"/>
              </a:buClr>
              <a:buSzPts val="1100"/>
              <a:buFont typeface="Arial"/>
              <a:buNone/>
            </a:pPr>
            <a:r>
              <a:rPr lang="en-US" sz="1900"/>
              <a:t>if (q ^ ( r &amp; p)&gt; p)</a:t>
            </a:r>
            <a:endParaRPr sz="1900"/>
          </a:p>
          <a:p>
            <a:pPr marL="0" lvl="0" indent="0" algn="l" rtl="0">
              <a:lnSpc>
                <a:spcPct val="115000"/>
              </a:lnSpc>
              <a:spcBef>
                <a:spcPts val="1200"/>
              </a:spcBef>
              <a:spcAft>
                <a:spcPts val="0"/>
              </a:spcAft>
              <a:buClr>
                <a:schemeClr val="dk1"/>
              </a:buClr>
              <a:buSzPts val="1100"/>
              <a:buFont typeface="Arial"/>
              <a:buNone/>
            </a:pPr>
            <a:r>
              <a:rPr lang="en-US" sz="1900"/>
              <a:t>p= 0</a:t>
            </a:r>
            <a:endParaRPr sz="1900"/>
          </a:p>
          <a:p>
            <a:pPr marL="0" lvl="0" indent="0" algn="l" rtl="0">
              <a:lnSpc>
                <a:spcPct val="115000"/>
              </a:lnSpc>
              <a:spcBef>
                <a:spcPts val="1200"/>
              </a:spcBef>
              <a:spcAft>
                <a:spcPts val="0"/>
              </a:spcAft>
              <a:buClr>
                <a:schemeClr val="dk1"/>
              </a:buClr>
              <a:buSzPts val="1100"/>
              <a:buFont typeface="Arial"/>
              <a:buNone/>
            </a:pPr>
            <a:r>
              <a:rPr lang="en-US" sz="1900"/>
              <a:t>else</a:t>
            </a:r>
            <a:endParaRPr sz="1900"/>
          </a:p>
          <a:p>
            <a:pPr marL="0" lvl="0" indent="0" algn="l" rtl="0">
              <a:lnSpc>
                <a:spcPct val="115000"/>
              </a:lnSpc>
              <a:spcBef>
                <a:spcPts val="1200"/>
              </a:spcBef>
              <a:spcAft>
                <a:spcPts val="0"/>
              </a:spcAft>
              <a:buClr>
                <a:schemeClr val="dk1"/>
              </a:buClr>
              <a:buSzPts val="1100"/>
              <a:buFont typeface="Arial"/>
              <a:buNone/>
            </a:pPr>
            <a:r>
              <a:rPr lang="en-US" sz="1900"/>
              <a:t>p= 1</a:t>
            </a:r>
            <a:endParaRPr sz="1900"/>
          </a:p>
          <a:p>
            <a:pPr marL="0" lvl="0" indent="0" algn="l" rtl="0">
              <a:lnSpc>
                <a:spcPct val="115000"/>
              </a:lnSpc>
              <a:spcBef>
                <a:spcPts val="1200"/>
              </a:spcBef>
              <a:spcAft>
                <a:spcPts val="0"/>
              </a:spcAft>
              <a:buClr>
                <a:schemeClr val="dk1"/>
              </a:buClr>
              <a:buSzPts val="1100"/>
              <a:buFont typeface="Arial"/>
              <a:buNone/>
            </a:pPr>
            <a:r>
              <a:rPr lang="en-US" sz="1900"/>
              <a:t>q= 3</a:t>
            </a:r>
            <a:endParaRPr sz="1900"/>
          </a:p>
          <a:p>
            <a:pPr marL="0" lvl="0" indent="0" algn="l" rtl="0">
              <a:lnSpc>
                <a:spcPct val="115000"/>
              </a:lnSpc>
              <a:spcBef>
                <a:spcPts val="1200"/>
              </a:spcBef>
              <a:spcAft>
                <a:spcPts val="0"/>
              </a:spcAft>
              <a:buClr>
                <a:schemeClr val="dk1"/>
              </a:buClr>
              <a:buSzPts val="1100"/>
              <a:buFont typeface="Arial"/>
              <a:buNone/>
            </a:pPr>
            <a:r>
              <a:rPr lang="en-US" sz="1900"/>
              <a:t>end if</a:t>
            </a:r>
            <a:endParaRPr sz="1900"/>
          </a:p>
          <a:p>
            <a:pPr marL="0" lvl="0" indent="0" algn="l" rtl="0">
              <a:lnSpc>
                <a:spcPct val="115000"/>
              </a:lnSpc>
              <a:spcBef>
                <a:spcPts val="1200"/>
              </a:spcBef>
              <a:spcAft>
                <a:spcPts val="0"/>
              </a:spcAft>
              <a:buClr>
                <a:schemeClr val="dk1"/>
              </a:buClr>
              <a:buSzPts val="1100"/>
              <a:buFont typeface="Arial"/>
              <a:buNone/>
            </a:pPr>
            <a:r>
              <a:rPr lang="en-US" sz="1900"/>
              <a:t>print p + q + r</a:t>
            </a:r>
            <a:endParaRPr sz="1900"/>
          </a:p>
          <a:p>
            <a:pPr marL="0" lvl="0" indent="0" algn="l" rtl="0">
              <a:spcBef>
                <a:spcPts val="1200"/>
              </a:spcBef>
              <a:spcAft>
                <a:spcPts val="0"/>
              </a:spcAft>
              <a:buNone/>
            </a:pPr>
            <a:endParaRPr sz="3600"/>
          </a:p>
        </p:txBody>
      </p:sp>
      <p:sp>
        <p:nvSpPr>
          <p:cNvPr id="590" name="Google Shape;590;g13615080cd1_0_515"/>
          <p:cNvSpPr txBox="1"/>
          <p:nvPr/>
        </p:nvSpPr>
        <p:spPr>
          <a:xfrm>
            <a:off x="5186725" y="2406075"/>
            <a:ext cx="8298900" cy="23982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a) 4</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b) 3</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c) 2</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d) 8</a:t>
            </a:r>
            <a:endParaRPr sz="1800">
              <a:solidFill>
                <a:schemeClr val="dk1"/>
              </a:solidFill>
              <a:latin typeface="Calibri"/>
              <a:ea typeface="Calibri"/>
              <a:cs typeface="Calibri"/>
              <a:sym typeface="Calibri"/>
            </a:endParaRPr>
          </a:p>
          <a:p>
            <a:pPr marL="0" lvl="0" indent="0" algn="l" rtl="0">
              <a:spcBef>
                <a:spcPts val="1200"/>
              </a:spcBef>
              <a:spcAft>
                <a:spcPts val="0"/>
              </a:spcAft>
              <a:buNone/>
            </a:pPr>
            <a:endParaRPr sz="2100">
              <a:latin typeface="Calibri"/>
              <a:ea typeface="Calibri"/>
              <a:cs typeface="Calibri"/>
              <a:sym typeface="Calibri"/>
            </a:endParaRPr>
          </a:p>
        </p:txBody>
      </p:sp>
      <p:pic>
        <p:nvPicPr>
          <p:cNvPr id="591" name="Google Shape;591;g13615080cd1_0_515"/>
          <p:cNvPicPr preferRelativeResize="0"/>
          <p:nvPr/>
        </p:nvPicPr>
        <p:blipFill rotWithShape="1">
          <a:blip r:embed="rId3">
            <a:alphaModFix/>
          </a:blip>
          <a:srcRect/>
          <a:stretch/>
        </p:blipFill>
        <p:spPr>
          <a:xfrm>
            <a:off x="4999752" y="27383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1"/>
                                        </p:tgtEl>
                                        <p:attrNameLst>
                                          <p:attrName>style.visibility</p:attrName>
                                        </p:attrNameLst>
                                      </p:cBhvr>
                                      <p:to>
                                        <p:strVal val="visible"/>
                                      </p:to>
                                    </p:set>
                                    <p:animEffect transition="in" filter="fade">
                                      <p:cBhvr>
                                        <p:cTn id="7" dur="1000"/>
                                        <p:tgtEl>
                                          <p:spTgt spid="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g13615080cd1_0_521"/>
          <p:cNvSpPr txBox="1">
            <a:spLocks noGrp="1"/>
          </p:cNvSpPr>
          <p:nvPr>
            <p:ph idx="1"/>
          </p:nvPr>
        </p:nvSpPr>
        <p:spPr>
          <a:xfrm>
            <a:off x="201700" y="374600"/>
            <a:ext cx="11152200" cy="58023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a:t>68. What will be the output of the following pseudocode?</a:t>
            </a:r>
            <a:endParaRPr sz="1900"/>
          </a:p>
          <a:p>
            <a:pPr marL="0" lvl="0" indent="0" algn="l" rtl="0">
              <a:lnSpc>
                <a:spcPct val="115000"/>
              </a:lnSpc>
              <a:spcBef>
                <a:spcPts val="1200"/>
              </a:spcBef>
              <a:spcAft>
                <a:spcPts val="0"/>
              </a:spcAft>
              <a:buClr>
                <a:schemeClr val="dk1"/>
              </a:buClr>
              <a:buSzPts val="1100"/>
              <a:buFont typeface="Arial"/>
              <a:buNone/>
            </a:pPr>
            <a:r>
              <a:rPr lang="en-US" sz="1900"/>
              <a:t>Integer a, b, c</a:t>
            </a:r>
            <a:endParaRPr sz="1900"/>
          </a:p>
          <a:p>
            <a:pPr marL="0" lvl="0" indent="0" algn="l" rtl="0">
              <a:lnSpc>
                <a:spcPct val="115000"/>
              </a:lnSpc>
              <a:spcBef>
                <a:spcPts val="1200"/>
              </a:spcBef>
              <a:spcAft>
                <a:spcPts val="0"/>
              </a:spcAft>
              <a:buClr>
                <a:schemeClr val="dk1"/>
              </a:buClr>
              <a:buSzPts val="1100"/>
              <a:buFont typeface="Arial"/>
              <a:buNone/>
            </a:pPr>
            <a:r>
              <a:rPr lang="en-US" sz="1900"/>
              <a:t>set a=12, b=13</a:t>
            </a:r>
            <a:endParaRPr sz="1900"/>
          </a:p>
          <a:p>
            <a:pPr marL="0" lvl="0" indent="0" algn="l" rtl="0">
              <a:lnSpc>
                <a:spcPct val="115000"/>
              </a:lnSpc>
              <a:spcBef>
                <a:spcPts val="1200"/>
              </a:spcBef>
              <a:spcAft>
                <a:spcPts val="0"/>
              </a:spcAft>
              <a:buClr>
                <a:schemeClr val="dk1"/>
              </a:buClr>
              <a:buSzPts val="1100"/>
              <a:buFont typeface="Arial"/>
              <a:buNone/>
            </a:pPr>
            <a:r>
              <a:rPr lang="en-US" sz="1900"/>
              <a:t>for (each c from 5 to 7)</a:t>
            </a:r>
            <a:endParaRPr sz="1900"/>
          </a:p>
          <a:p>
            <a:pPr marL="0" lvl="0" indent="0" algn="l" rtl="0">
              <a:lnSpc>
                <a:spcPct val="115000"/>
              </a:lnSpc>
              <a:spcBef>
                <a:spcPts val="1200"/>
              </a:spcBef>
              <a:spcAft>
                <a:spcPts val="0"/>
              </a:spcAft>
              <a:buClr>
                <a:schemeClr val="dk1"/>
              </a:buClr>
              <a:buSzPts val="1100"/>
              <a:buFont typeface="Arial"/>
              <a:buNone/>
            </a:pPr>
            <a:r>
              <a:rPr lang="en-US" sz="1900"/>
              <a:t>if ( a&gt; c)</a:t>
            </a:r>
            <a:endParaRPr sz="1900"/>
          </a:p>
          <a:p>
            <a:pPr marL="0" lvl="0" indent="0" algn="l" rtl="0">
              <a:lnSpc>
                <a:spcPct val="115000"/>
              </a:lnSpc>
              <a:spcBef>
                <a:spcPts val="1200"/>
              </a:spcBef>
              <a:spcAft>
                <a:spcPts val="0"/>
              </a:spcAft>
              <a:buClr>
                <a:schemeClr val="dk1"/>
              </a:buClr>
              <a:buSzPts val="1100"/>
              <a:buFont typeface="Arial"/>
              <a:buNone/>
            </a:pPr>
            <a:r>
              <a:rPr lang="en-US" sz="1900"/>
              <a:t>b=10</a:t>
            </a:r>
            <a:endParaRPr sz="1900"/>
          </a:p>
          <a:p>
            <a:pPr marL="0" lvl="0" indent="0" algn="l" rtl="0">
              <a:lnSpc>
                <a:spcPct val="115000"/>
              </a:lnSpc>
              <a:spcBef>
                <a:spcPts val="1200"/>
              </a:spcBef>
              <a:spcAft>
                <a:spcPts val="0"/>
              </a:spcAft>
              <a:buClr>
                <a:schemeClr val="dk1"/>
              </a:buClr>
              <a:buSzPts val="1100"/>
              <a:buFont typeface="Arial"/>
              <a:buNone/>
            </a:pPr>
            <a:r>
              <a:rPr lang="en-US" sz="1900"/>
              <a:t>else</a:t>
            </a:r>
            <a:endParaRPr sz="1900"/>
          </a:p>
          <a:p>
            <a:pPr marL="0" lvl="0" indent="0" algn="l" rtl="0">
              <a:lnSpc>
                <a:spcPct val="115000"/>
              </a:lnSpc>
              <a:spcBef>
                <a:spcPts val="1200"/>
              </a:spcBef>
              <a:spcAft>
                <a:spcPts val="0"/>
              </a:spcAft>
              <a:buClr>
                <a:schemeClr val="dk1"/>
              </a:buClr>
              <a:buSzPts val="1100"/>
              <a:buFont typeface="Arial"/>
              <a:buNone/>
            </a:pPr>
            <a:r>
              <a:rPr lang="en-US" sz="1900"/>
              <a:t>Jump out of the loop</a:t>
            </a:r>
            <a:endParaRPr sz="1900"/>
          </a:p>
          <a:p>
            <a:pPr marL="0" lvl="0" indent="0" algn="l" rtl="0">
              <a:lnSpc>
                <a:spcPct val="115000"/>
              </a:lnSpc>
              <a:spcBef>
                <a:spcPts val="1200"/>
              </a:spcBef>
              <a:spcAft>
                <a:spcPts val="0"/>
              </a:spcAft>
              <a:buClr>
                <a:schemeClr val="dk1"/>
              </a:buClr>
              <a:buSzPts val="1100"/>
              <a:buFont typeface="Arial"/>
              <a:buNone/>
            </a:pPr>
            <a:r>
              <a:rPr lang="en-US" sz="1900"/>
              <a:t>end if</a:t>
            </a:r>
            <a:endParaRPr sz="1900"/>
          </a:p>
          <a:p>
            <a:pPr marL="0" lvl="0" indent="0" algn="l" rtl="0">
              <a:lnSpc>
                <a:spcPct val="115000"/>
              </a:lnSpc>
              <a:spcBef>
                <a:spcPts val="1200"/>
              </a:spcBef>
              <a:spcAft>
                <a:spcPts val="0"/>
              </a:spcAft>
              <a:buClr>
                <a:schemeClr val="dk1"/>
              </a:buClr>
              <a:buSzPts val="1100"/>
              <a:buFont typeface="Arial"/>
              <a:buNone/>
            </a:pPr>
            <a:r>
              <a:rPr lang="en-US" sz="1900"/>
              <a:t>a = b</a:t>
            </a:r>
            <a:endParaRPr sz="1900"/>
          </a:p>
          <a:p>
            <a:pPr marL="0" lvl="0" indent="0" algn="l" rtl="0">
              <a:lnSpc>
                <a:spcPct val="115000"/>
              </a:lnSpc>
              <a:spcBef>
                <a:spcPts val="1200"/>
              </a:spcBef>
              <a:spcAft>
                <a:spcPts val="0"/>
              </a:spcAft>
              <a:buClr>
                <a:schemeClr val="dk1"/>
              </a:buClr>
              <a:buSzPts val="1100"/>
              <a:buFont typeface="Arial"/>
              <a:buNone/>
            </a:pPr>
            <a:r>
              <a:rPr lang="en-US" sz="1900"/>
              <a:t>end for</a:t>
            </a:r>
            <a:endParaRPr sz="1900"/>
          </a:p>
          <a:p>
            <a:pPr marL="0" lvl="0" indent="0" algn="l" rtl="0">
              <a:lnSpc>
                <a:spcPct val="115000"/>
              </a:lnSpc>
              <a:spcBef>
                <a:spcPts val="1200"/>
              </a:spcBef>
              <a:spcAft>
                <a:spcPts val="0"/>
              </a:spcAft>
              <a:buClr>
                <a:schemeClr val="dk1"/>
              </a:buClr>
              <a:buSzPts val="1100"/>
              <a:buFont typeface="Arial"/>
              <a:buNone/>
            </a:pPr>
            <a:r>
              <a:rPr lang="en-US" sz="1900"/>
              <a:t>print a + b</a:t>
            </a:r>
            <a:endParaRPr sz="1900"/>
          </a:p>
          <a:p>
            <a:pPr marL="0" lvl="0" indent="0" algn="l" rtl="0">
              <a:spcBef>
                <a:spcPts val="1200"/>
              </a:spcBef>
              <a:spcAft>
                <a:spcPts val="0"/>
              </a:spcAft>
              <a:buNone/>
            </a:pPr>
            <a:endParaRPr sz="3600"/>
          </a:p>
        </p:txBody>
      </p:sp>
      <p:sp>
        <p:nvSpPr>
          <p:cNvPr id="598" name="Google Shape;598;g13615080cd1_0_521"/>
          <p:cNvSpPr txBox="1"/>
          <p:nvPr/>
        </p:nvSpPr>
        <p:spPr>
          <a:xfrm>
            <a:off x="4797725" y="2060275"/>
            <a:ext cx="8298900" cy="23982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a) 22</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b) 20</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c) 3</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d) 30</a:t>
            </a:r>
            <a:endParaRPr sz="1800">
              <a:solidFill>
                <a:schemeClr val="dk1"/>
              </a:solidFill>
              <a:latin typeface="Calibri"/>
              <a:ea typeface="Calibri"/>
              <a:cs typeface="Calibri"/>
              <a:sym typeface="Calibri"/>
            </a:endParaRPr>
          </a:p>
          <a:p>
            <a:pPr marL="0" lvl="0" indent="0" algn="l" rtl="0">
              <a:spcBef>
                <a:spcPts val="1200"/>
              </a:spcBef>
              <a:spcAft>
                <a:spcPts val="0"/>
              </a:spcAft>
              <a:buNone/>
            </a:pPr>
            <a:endParaRPr sz="2100">
              <a:latin typeface="Calibri"/>
              <a:ea typeface="Calibri"/>
              <a:cs typeface="Calibri"/>
              <a:sym typeface="Calibri"/>
            </a:endParaRPr>
          </a:p>
        </p:txBody>
      </p:sp>
      <p:pic>
        <p:nvPicPr>
          <p:cNvPr id="599" name="Google Shape;599;g13615080cd1_0_521"/>
          <p:cNvPicPr preferRelativeResize="0"/>
          <p:nvPr/>
        </p:nvPicPr>
        <p:blipFill rotWithShape="1">
          <a:blip r:embed="rId3">
            <a:alphaModFix/>
          </a:blip>
          <a:srcRect/>
          <a:stretch/>
        </p:blipFill>
        <p:spPr>
          <a:xfrm>
            <a:off x="4581927" y="23781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9"/>
                                        </p:tgtEl>
                                        <p:attrNameLst>
                                          <p:attrName>style.visibility</p:attrName>
                                        </p:attrNameLst>
                                      </p:cBhvr>
                                      <p:to>
                                        <p:strVal val="visible"/>
                                      </p:to>
                                    </p:set>
                                    <p:animEffect transition="in" filter="fade">
                                      <p:cBhvr>
                                        <p:cTn id="7" dur="1000"/>
                                        <p:tgtEl>
                                          <p:spTgt spid="5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g13615080cd1_0_527"/>
          <p:cNvSpPr txBox="1">
            <a:spLocks noGrp="1"/>
          </p:cNvSpPr>
          <p:nvPr>
            <p:ph idx="1"/>
          </p:nvPr>
        </p:nvSpPr>
        <p:spPr>
          <a:xfrm>
            <a:off x="144075" y="201700"/>
            <a:ext cx="11699100" cy="6454500"/>
          </a:xfrm>
          <a:prstGeom prst="rect">
            <a:avLst/>
          </a:prstGeom>
        </p:spPr>
        <p:txBody>
          <a:bodyPr spcFirstLastPara="1" wrap="square" lIns="91425" tIns="45700" rIns="91425" bIns="45700" anchor="t" anchorCtr="0">
            <a:noAutofit/>
          </a:bodyPr>
          <a:lstStyle/>
          <a:p>
            <a:pPr marL="0" lvl="0" indent="0" algn="l" rtl="0">
              <a:lnSpc>
                <a:spcPct val="105000"/>
              </a:lnSpc>
              <a:spcBef>
                <a:spcPts val="1200"/>
              </a:spcBef>
              <a:spcAft>
                <a:spcPts val="0"/>
              </a:spcAft>
              <a:buClr>
                <a:schemeClr val="dk1"/>
              </a:buClr>
              <a:buSzPts val="1100"/>
              <a:buFont typeface="Arial"/>
              <a:buNone/>
            </a:pPr>
            <a:r>
              <a:rPr lang="en-US" sz="2000"/>
              <a:t>69. What will be the output of the following pseudocode?</a:t>
            </a:r>
            <a:endParaRPr sz="2000"/>
          </a:p>
          <a:p>
            <a:pPr marL="0" lvl="0" indent="0" algn="l" rtl="0">
              <a:lnSpc>
                <a:spcPct val="105000"/>
              </a:lnSpc>
              <a:spcBef>
                <a:spcPts val="1200"/>
              </a:spcBef>
              <a:spcAft>
                <a:spcPts val="0"/>
              </a:spcAft>
              <a:buClr>
                <a:schemeClr val="dk1"/>
              </a:buClr>
              <a:buSzPts val="1100"/>
              <a:buFont typeface="Arial"/>
              <a:buNone/>
            </a:pPr>
            <a:r>
              <a:rPr lang="en-US" sz="2000"/>
              <a:t>Integer j, m</a:t>
            </a:r>
            <a:endParaRPr sz="2000"/>
          </a:p>
          <a:p>
            <a:pPr marL="0" lvl="0" indent="0" algn="l" rtl="0">
              <a:lnSpc>
                <a:spcPct val="105000"/>
              </a:lnSpc>
              <a:spcBef>
                <a:spcPts val="1200"/>
              </a:spcBef>
              <a:spcAft>
                <a:spcPts val="0"/>
              </a:spcAft>
              <a:buClr>
                <a:schemeClr val="dk1"/>
              </a:buClr>
              <a:buSzPts val="1100"/>
              <a:buFont typeface="Arial"/>
              <a:buNone/>
            </a:pPr>
            <a:r>
              <a:rPr lang="en-US" sz="2000"/>
              <a:t>set m =1</a:t>
            </a:r>
            <a:endParaRPr sz="2000"/>
          </a:p>
          <a:p>
            <a:pPr marL="0" lvl="0" indent="0" algn="l" rtl="0">
              <a:lnSpc>
                <a:spcPct val="105000"/>
              </a:lnSpc>
              <a:spcBef>
                <a:spcPts val="1200"/>
              </a:spcBef>
              <a:spcAft>
                <a:spcPts val="0"/>
              </a:spcAft>
              <a:buClr>
                <a:schemeClr val="dk1"/>
              </a:buClr>
              <a:buSzPts val="1100"/>
              <a:buFont typeface="Arial"/>
              <a:buNone/>
            </a:pPr>
            <a:r>
              <a:rPr lang="en-US" sz="2000"/>
              <a:t>integer a[4] ={ 1, 0, 0, 0}</a:t>
            </a:r>
            <a:endParaRPr sz="2000"/>
          </a:p>
          <a:p>
            <a:pPr marL="0" lvl="0" indent="0" algn="l" rtl="0">
              <a:lnSpc>
                <a:spcPct val="105000"/>
              </a:lnSpc>
              <a:spcBef>
                <a:spcPts val="1200"/>
              </a:spcBef>
              <a:spcAft>
                <a:spcPts val="0"/>
              </a:spcAft>
              <a:buClr>
                <a:schemeClr val="dk1"/>
              </a:buClr>
              <a:buSzPts val="1100"/>
              <a:buFont typeface="Arial"/>
              <a:buNone/>
            </a:pPr>
            <a:r>
              <a:rPr lang="en-US" sz="2000"/>
              <a:t>if (a [0] + a[3] &gt; 0)</a:t>
            </a:r>
            <a:endParaRPr sz="2000"/>
          </a:p>
          <a:p>
            <a:pPr marL="0" lvl="0" indent="0" algn="l" rtl="0">
              <a:lnSpc>
                <a:spcPct val="105000"/>
              </a:lnSpc>
              <a:spcBef>
                <a:spcPts val="1200"/>
              </a:spcBef>
              <a:spcAft>
                <a:spcPts val="0"/>
              </a:spcAft>
              <a:buClr>
                <a:schemeClr val="dk1"/>
              </a:buClr>
              <a:buSzPts val="1100"/>
              <a:buFont typeface="Arial"/>
              <a:buNone/>
            </a:pPr>
            <a:r>
              <a:rPr lang="en-US" sz="2000"/>
              <a:t>for (each j from 1 to 2)</a:t>
            </a:r>
            <a:endParaRPr sz="2000"/>
          </a:p>
          <a:p>
            <a:pPr marL="0" lvl="0" indent="0" algn="l" rtl="0">
              <a:lnSpc>
                <a:spcPct val="105000"/>
              </a:lnSpc>
              <a:spcBef>
                <a:spcPts val="1200"/>
              </a:spcBef>
              <a:spcAft>
                <a:spcPts val="0"/>
              </a:spcAft>
              <a:buClr>
                <a:schemeClr val="dk1"/>
              </a:buClr>
              <a:buSzPts val="1100"/>
              <a:buFont typeface="Arial"/>
              <a:buNone/>
            </a:pPr>
            <a:r>
              <a:rPr lang="en-US" sz="2000"/>
              <a:t>if ( 1&gt; 2)</a:t>
            </a:r>
            <a:endParaRPr sz="2000"/>
          </a:p>
          <a:p>
            <a:pPr marL="0" lvl="0" indent="0" algn="l" rtl="0">
              <a:lnSpc>
                <a:spcPct val="105000"/>
              </a:lnSpc>
              <a:spcBef>
                <a:spcPts val="1200"/>
              </a:spcBef>
              <a:spcAft>
                <a:spcPts val="0"/>
              </a:spcAft>
              <a:buClr>
                <a:schemeClr val="dk1"/>
              </a:buClr>
              <a:buSzPts val="1100"/>
              <a:buFont typeface="Arial"/>
              <a:buNone/>
            </a:pPr>
            <a:r>
              <a:rPr lang="en-US" sz="2000"/>
              <a:t>continue</a:t>
            </a:r>
            <a:endParaRPr sz="2000"/>
          </a:p>
          <a:p>
            <a:pPr marL="0" lvl="0" indent="0" algn="l" rtl="0">
              <a:lnSpc>
                <a:spcPct val="105000"/>
              </a:lnSpc>
              <a:spcBef>
                <a:spcPts val="1200"/>
              </a:spcBef>
              <a:spcAft>
                <a:spcPts val="0"/>
              </a:spcAft>
              <a:buClr>
                <a:schemeClr val="dk1"/>
              </a:buClr>
              <a:buSzPts val="1100"/>
              <a:buFont typeface="Arial"/>
              <a:buNone/>
            </a:pPr>
            <a:r>
              <a:rPr lang="en-US" sz="2000"/>
              <a:t>else</a:t>
            </a:r>
            <a:endParaRPr sz="2000"/>
          </a:p>
          <a:p>
            <a:pPr marL="0" lvl="0" indent="0" algn="l" rtl="0">
              <a:lnSpc>
                <a:spcPct val="105000"/>
              </a:lnSpc>
              <a:spcBef>
                <a:spcPts val="1200"/>
              </a:spcBef>
              <a:spcAft>
                <a:spcPts val="1200"/>
              </a:spcAft>
              <a:buNone/>
            </a:pPr>
            <a:endParaRPr sz="3700"/>
          </a:p>
        </p:txBody>
      </p:sp>
      <p:sp>
        <p:nvSpPr>
          <p:cNvPr id="606" name="Google Shape;606;g13615080cd1_0_527"/>
          <p:cNvSpPr txBox="1"/>
          <p:nvPr/>
        </p:nvSpPr>
        <p:spPr>
          <a:xfrm>
            <a:off x="152700" y="4682775"/>
            <a:ext cx="8298900" cy="23982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a) -3</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b) 15</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c) 4</a:t>
            </a:r>
            <a:endParaRPr sz="18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800">
                <a:solidFill>
                  <a:schemeClr val="dk1"/>
                </a:solidFill>
                <a:latin typeface="Calibri"/>
                <a:ea typeface="Calibri"/>
                <a:cs typeface="Calibri"/>
                <a:sym typeface="Calibri"/>
              </a:rPr>
              <a:t>d) 1</a:t>
            </a:r>
            <a:endParaRPr sz="1800">
              <a:solidFill>
                <a:schemeClr val="dk1"/>
              </a:solidFill>
              <a:latin typeface="Calibri"/>
              <a:ea typeface="Calibri"/>
              <a:cs typeface="Calibri"/>
              <a:sym typeface="Calibri"/>
            </a:endParaRPr>
          </a:p>
          <a:p>
            <a:pPr marL="0" lvl="0" indent="0" algn="l" rtl="0">
              <a:spcBef>
                <a:spcPts val="1200"/>
              </a:spcBef>
              <a:spcAft>
                <a:spcPts val="0"/>
              </a:spcAft>
              <a:buNone/>
            </a:pPr>
            <a:endParaRPr sz="2100">
              <a:latin typeface="Calibri"/>
              <a:ea typeface="Calibri"/>
              <a:cs typeface="Calibri"/>
              <a:sym typeface="Calibri"/>
            </a:endParaRPr>
          </a:p>
        </p:txBody>
      </p:sp>
      <p:sp>
        <p:nvSpPr>
          <p:cNvPr id="607" name="Google Shape;607;g13615080cd1_0_527"/>
          <p:cNvSpPr txBox="1"/>
          <p:nvPr/>
        </p:nvSpPr>
        <p:spPr>
          <a:xfrm>
            <a:off x="3662075" y="872900"/>
            <a:ext cx="8298900" cy="3355500"/>
          </a:xfrm>
          <a:prstGeom prst="rect">
            <a:avLst/>
          </a:prstGeom>
          <a:noFill/>
          <a:ln>
            <a:noFill/>
          </a:ln>
        </p:spPr>
        <p:txBody>
          <a:bodyPr spcFirstLastPara="1" wrap="square" lIns="91425" tIns="91425" rIns="91425" bIns="91425" anchor="t" anchorCtr="0">
            <a:spAutoFit/>
          </a:bodyPr>
          <a:lstStyle/>
          <a:p>
            <a:pPr marL="0" lvl="0" indent="0" algn="l" rtl="0">
              <a:lnSpc>
                <a:spcPct val="10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if (a[j] &gt; 2)</a:t>
            </a:r>
            <a:endParaRPr sz="2000">
              <a:solidFill>
                <a:schemeClr val="dk1"/>
              </a:solidFill>
              <a:latin typeface="Calibri"/>
              <a:ea typeface="Calibri"/>
              <a:cs typeface="Calibri"/>
              <a:sym typeface="Calibri"/>
            </a:endParaRPr>
          </a:p>
          <a:p>
            <a:pPr marL="0" lvl="0" indent="0" algn="l" rtl="0">
              <a:lnSpc>
                <a:spcPct val="10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m= 2</a:t>
            </a:r>
            <a:endParaRPr sz="2000">
              <a:solidFill>
                <a:schemeClr val="dk1"/>
              </a:solidFill>
              <a:latin typeface="Calibri"/>
              <a:ea typeface="Calibri"/>
              <a:cs typeface="Calibri"/>
              <a:sym typeface="Calibri"/>
            </a:endParaRPr>
          </a:p>
          <a:p>
            <a:pPr marL="0" lvl="0" indent="0" algn="l" rtl="0">
              <a:lnSpc>
                <a:spcPct val="10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end if</a:t>
            </a:r>
            <a:endParaRPr sz="2000">
              <a:solidFill>
                <a:schemeClr val="dk1"/>
              </a:solidFill>
              <a:latin typeface="Calibri"/>
              <a:ea typeface="Calibri"/>
              <a:cs typeface="Calibri"/>
              <a:sym typeface="Calibri"/>
            </a:endParaRPr>
          </a:p>
          <a:p>
            <a:pPr marL="0" lvl="0" indent="0" algn="l" rtl="0">
              <a:lnSpc>
                <a:spcPct val="10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end if</a:t>
            </a:r>
            <a:endParaRPr sz="2000">
              <a:solidFill>
                <a:schemeClr val="dk1"/>
              </a:solidFill>
              <a:latin typeface="Calibri"/>
              <a:ea typeface="Calibri"/>
              <a:cs typeface="Calibri"/>
              <a:sym typeface="Calibri"/>
            </a:endParaRPr>
          </a:p>
          <a:p>
            <a:pPr marL="0" lvl="0" indent="0" algn="l" rtl="0">
              <a:lnSpc>
                <a:spcPct val="10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end for</a:t>
            </a:r>
            <a:endParaRPr sz="2000">
              <a:solidFill>
                <a:schemeClr val="dk1"/>
              </a:solidFill>
              <a:latin typeface="Calibri"/>
              <a:ea typeface="Calibri"/>
              <a:cs typeface="Calibri"/>
              <a:sym typeface="Calibri"/>
            </a:endParaRPr>
          </a:p>
          <a:p>
            <a:pPr marL="0" lvl="0" indent="0" algn="l" rtl="0">
              <a:lnSpc>
                <a:spcPct val="10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end if</a:t>
            </a:r>
            <a:endParaRPr sz="2000">
              <a:solidFill>
                <a:schemeClr val="dk1"/>
              </a:solidFill>
              <a:latin typeface="Calibri"/>
              <a:ea typeface="Calibri"/>
              <a:cs typeface="Calibri"/>
              <a:sym typeface="Calibri"/>
            </a:endParaRPr>
          </a:p>
          <a:p>
            <a:pPr marL="0" lvl="0" indent="0" algn="l" rtl="0">
              <a:lnSpc>
                <a:spcPct val="105000"/>
              </a:lnSpc>
              <a:spcBef>
                <a:spcPts val="1200"/>
              </a:spcBef>
              <a:spcAft>
                <a:spcPts val="1200"/>
              </a:spcAft>
              <a:buClr>
                <a:schemeClr val="dk1"/>
              </a:buClr>
              <a:buSzPts val="1100"/>
              <a:buFont typeface="Arial"/>
              <a:buNone/>
            </a:pPr>
            <a:r>
              <a:rPr lang="en-US" sz="2000">
                <a:solidFill>
                  <a:schemeClr val="dk1"/>
                </a:solidFill>
                <a:latin typeface="Calibri"/>
                <a:ea typeface="Calibri"/>
                <a:cs typeface="Calibri"/>
                <a:sym typeface="Calibri"/>
              </a:rPr>
              <a:t>print m</a:t>
            </a:r>
            <a:endParaRPr sz="1900">
              <a:latin typeface="Calibri"/>
              <a:ea typeface="Calibri"/>
              <a:cs typeface="Calibri"/>
              <a:sym typeface="Calibri"/>
            </a:endParaRPr>
          </a:p>
        </p:txBody>
      </p:sp>
      <p:pic>
        <p:nvPicPr>
          <p:cNvPr id="608" name="Google Shape;608;g13615080cd1_0_527"/>
          <p:cNvPicPr preferRelativeResize="0"/>
          <p:nvPr/>
        </p:nvPicPr>
        <p:blipFill rotWithShape="1">
          <a:blip r:embed="rId3">
            <a:alphaModFix/>
          </a:blip>
          <a:srcRect/>
          <a:stretch/>
        </p:blipFill>
        <p:spPr>
          <a:xfrm>
            <a:off x="792727" y="59800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8"/>
                                        </p:tgtEl>
                                        <p:attrNameLst>
                                          <p:attrName>style.visibility</p:attrName>
                                        </p:attrNameLst>
                                      </p:cBhvr>
                                      <p:to>
                                        <p:strVal val="visible"/>
                                      </p:to>
                                    </p:set>
                                    <p:animEffect transition="in" filter="fade">
                                      <p:cBhvr>
                                        <p:cTn id="7" dur="1000"/>
                                        <p:tgtEl>
                                          <p:spTgt spid="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g13615080cd1_0_533"/>
          <p:cNvSpPr txBox="1">
            <a:spLocks noGrp="1"/>
          </p:cNvSpPr>
          <p:nvPr>
            <p:ph idx="1"/>
          </p:nvPr>
        </p:nvSpPr>
        <p:spPr>
          <a:xfrm>
            <a:off x="288150" y="432225"/>
            <a:ext cx="11065800" cy="57447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a:t>70. What will be the output of the following pseudocode?</a:t>
            </a:r>
            <a:endParaRPr sz="2000"/>
          </a:p>
          <a:p>
            <a:pPr marL="0" lvl="0" indent="0" algn="l" rtl="0">
              <a:lnSpc>
                <a:spcPct val="115000"/>
              </a:lnSpc>
              <a:spcBef>
                <a:spcPts val="1200"/>
              </a:spcBef>
              <a:spcAft>
                <a:spcPts val="0"/>
              </a:spcAft>
              <a:buClr>
                <a:schemeClr val="dk1"/>
              </a:buClr>
              <a:buSzPts val="1100"/>
              <a:buFont typeface="Arial"/>
              <a:buNone/>
            </a:pPr>
            <a:r>
              <a:rPr lang="en-US" sz="2000"/>
              <a:t>Integer p, q,r</a:t>
            </a:r>
            <a:endParaRPr sz="2000"/>
          </a:p>
          <a:p>
            <a:pPr marL="0" lvl="0" indent="0" algn="l" rtl="0">
              <a:lnSpc>
                <a:spcPct val="115000"/>
              </a:lnSpc>
              <a:spcBef>
                <a:spcPts val="1200"/>
              </a:spcBef>
              <a:spcAft>
                <a:spcPts val="0"/>
              </a:spcAft>
              <a:buClr>
                <a:schemeClr val="dk1"/>
              </a:buClr>
              <a:buSzPts val="1100"/>
              <a:buFont typeface="Arial"/>
              <a:buNone/>
            </a:pPr>
            <a:r>
              <a:rPr lang="en-US" sz="2000"/>
              <a:t>set p=6, q= 9, r= 7</a:t>
            </a:r>
            <a:endParaRPr sz="2000"/>
          </a:p>
          <a:p>
            <a:pPr marL="0" lvl="0" indent="0" algn="l" rtl="0">
              <a:lnSpc>
                <a:spcPct val="115000"/>
              </a:lnSpc>
              <a:spcBef>
                <a:spcPts val="1200"/>
              </a:spcBef>
              <a:spcAft>
                <a:spcPts val="0"/>
              </a:spcAft>
              <a:buClr>
                <a:schemeClr val="dk1"/>
              </a:buClr>
              <a:buSzPts val="1100"/>
              <a:buFont typeface="Arial"/>
              <a:buNone/>
            </a:pPr>
            <a:r>
              <a:rPr lang="en-US" sz="2000"/>
              <a:t>if ( q&lt; r OR ( r&amp; p) &lt; ( q^ r))</a:t>
            </a:r>
            <a:endParaRPr sz="2000"/>
          </a:p>
          <a:p>
            <a:pPr marL="0" lvl="0" indent="0" algn="l" rtl="0">
              <a:lnSpc>
                <a:spcPct val="115000"/>
              </a:lnSpc>
              <a:spcBef>
                <a:spcPts val="1200"/>
              </a:spcBef>
              <a:spcAft>
                <a:spcPts val="0"/>
              </a:spcAft>
              <a:buClr>
                <a:schemeClr val="dk1"/>
              </a:buClr>
              <a:buSzPts val="1100"/>
              <a:buFont typeface="Arial"/>
              <a:buNone/>
            </a:pPr>
            <a:r>
              <a:rPr lang="en-US" sz="2000"/>
              <a:t>r=3</a:t>
            </a:r>
            <a:endParaRPr sz="2000"/>
          </a:p>
          <a:p>
            <a:pPr marL="0" lvl="0" indent="0" algn="l" rtl="0">
              <a:lnSpc>
                <a:spcPct val="115000"/>
              </a:lnSpc>
              <a:spcBef>
                <a:spcPts val="1200"/>
              </a:spcBef>
              <a:spcAft>
                <a:spcPts val="0"/>
              </a:spcAft>
              <a:buClr>
                <a:schemeClr val="dk1"/>
              </a:buClr>
              <a:buSzPts val="1100"/>
              <a:buFont typeface="Arial"/>
              <a:buNone/>
            </a:pPr>
            <a:r>
              <a:rPr lang="en-US" sz="2000"/>
              <a:t>q= (q + 9)+ r</a:t>
            </a:r>
            <a:endParaRPr sz="2000"/>
          </a:p>
          <a:p>
            <a:pPr marL="0" lvl="0" indent="0" algn="l" rtl="0">
              <a:lnSpc>
                <a:spcPct val="115000"/>
              </a:lnSpc>
              <a:spcBef>
                <a:spcPts val="1200"/>
              </a:spcBef>
              <a:spcAft>
                <a:spcPts val="0"/>
              </a:spcAft>
              <a:buClr>
                <a:schemeClr val="dk1"/>
              </a:buClr>
              <a:buSzPts val="1100"/>
              <a:buFont typeface="Arial"/>
              <a:buNone/>
            </a:pPr>
            <a:r>
              <a:rPr lang="en-US" sz="2000"/>
              <a:t>end if</a:t>
            </a:r>
            <a:endParaRPr sz="2000"/>
          </a:p>
          <a:p>
            <a:pPr marL="0" lvl="0" indent="0" algn="l" rtl="0">
              <a:lnSpc>
                <a:spcPct val="115000"/>
              </a:lnSpc>
              <a:spcBef>
                <a:spcPts val="1200"/>
              </a:spcBef>
              <a:spcAft>
                <a:spcPts val="0"/>
              </a:spcAft>
              <a:buClr>
                <a:schemeClr val="dk1"/>
              </a:buClr>
              <a:buSzPts val="1100"/>
              <a:buFont typeface="Arial"/>
              <a:buNone/>
            </a:pPr>
            <a:r>
              <a:rPr lang="en-US" sz="2000"/>
              <a:t>print p + q + r</a:t>
            </a:r>
            <a:endParaRPr sz="2000"/>
          </a:p>
          <a:p>
            <a:pPr marL="457200" lvl="0" indent="-228600" algn="l" rtl="0">
              <a:lnSpc>
                <a:spcPct val="115000"/>
              </a:lnSpc>
              <a:spcBef>
                <a:spcPts val="1200"/>
              </a:spcBef>
              <a:spcAft>
                <a:spcPts val="0"/>
              </a:spcAft>
              <a:buClr>
                <a:schemeClr val="dk1"/>
              </a:buClr>
              <a:buSzPts val="1100"/>
              <a:buFont typeface="Arial"/>
              <a:buNone/>
            </a:pPr>
            <a:r>
              <a:rPr lang="en-US" sz="2000"/>
              <a:t>a) 35</a:t>
            </a:r>
            <a:endParaRPr sz="2000"/>
          </a:p>
          <a:p>
            <a:pPr marL="457200" lvl="0" indent="-228600" algn="l" rtl="0">
              <a:lnSpc>
                <a:spcPct val="115000"/>
              </a:lnSpc>
              <a:spcBef>
                <a:spcPts val="1200"/>
              </a:spcBef>
              <a:spcAft>
                <a:spcPts val="0"/>
              </a:spcAft>
              <a:buClr>
                <a:schemeClr val="dk1"/>
              </a:buClr>
              <a:buSzPts val="1100"/>
              <a:buFont typeface="Arial"/>
              <a:buNone/>
            </a:pPr>
            <a:r>
              <a:rPr lang="en-US" sz="2000"/>
              <a:t>b) 44</a:t>
            </a:r>
            <a:endParaRPr sz="2000"/>
          </a:p>
          <a:p>
            <a:pPr marL="457200" lvl="0" indent="-228600" algn="l" rtl="0">
              <a:lnSpc>
                <a:spcPct val="115000"/>
              </a:lnSpc>
              <a:spcBef>
                <a:spcPts val="1200"/>
              </a:spcBef>
              <a:spcAft>
                <a:spcPts val="0"/>
              </a:spcAft>
              <a:buClr>
                <a:schemeClr val="dk1"/>
              </a:buClr>
              <a:buSzPts val="1100"/>
              <a:buFont typeface="Arial"/>
              <a:buNone/>
            </a:pPr>
            <a:r>
              <a:rPr lang="en-US" sz="2000"/>
              <a:t>c) 12</a:t>
            </a:r>
            <a:endParaRPr sz="2000"/>
          </a:p>
          <a:p>
            <a:pPr marL="457200" lvl="0" indent="-228600" algn="l" rtl="0">
              <a:lnSpc>
                <a:spcPct val="115000"/>
              </a:lnSpc>
              <a:spcBef>
                <a:spcPts val="1200"/>
              </a:spcBef>
              <a:spcAft>
                <a:spcPts val="0"/>
              </a:spcAft>
              <a:buClr>
                <a:schemeClr val="dk1"/>
              </a:buClr>
              <a:buSzPts val="1100"/>
              <a:buFont typeface="Arial"/>
              <a:buNone/>
            </a:pPr>
            <a:r>
              <a:rPr lang="en-US" sz="2000"/>
              <a:t>d) 30</a:t>
            </a:r>
            <a:endParaRPr sz="2000"/>
          </a:p>
          <a:p>
            <a:pPr marL="0" lvl="0" indent="0" algn="l" rtl="0">
              <a:spcBef>
                <a:spcPts val="1200"/>
              </a:spcBef>
              <a:spcAft>
                <a:spcPts val="0"/>
              </a:spcAft>
              <a:buNone/>
            </a:pPr>
            <a:endParaRPr sz="3700"/>
          </a:p>
        </p:txBody>
      </p:sp>
      <p:pic>
        <p:nvPicPr>
          <p:cNvPr id="615" name="Google Shape;615;g13615080cd1_0_533"/>
          <p:cNvPicPr preferRelativeResize="0"/>
          <p:nvPr/>
        </p:nvPicPr>
        <p:blipFill rotWithShape="1">
          <a:blip r:embed="rId3">
            <a:alphaModFix/>
          </a:blip>
          <a:srcRect/>
          <a:stretch/>
        </p:blipFill>
        <p:spPr>
          <a:xfrm>
            <a:off x="1066477" y="59080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5"/>
                                        </p:tgtEl>
                                        <p:attrNameLst>
                                          <p:attrName>style.visibility</p:attrName>
                                        </p:attrNameLst>
                                      </p:cBhvr>
                                      <p:to>
                                        <p:strVal val="visible"/>
                                      </p:to>
                                    </p:set>
                                    <p:animEffect transition="in" filter="fade">
                                      <p:cBhvr>
                                        <p:cTn id="7" dur="1000"/>
                                        <p:tgtEl>
                                          <p:spTgt spid="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g13615080cd1_0_539"/>
          <p:cNvSpPr txBox="1">
            <a:spLocks noGrp="1"/>
          </p:cNvSpPr>
          <p:nvPr>
            <p:ph idx="1"/>
          </p:nvPr>
        </p:nvSpPr>
        <p:spPr>
          <a:xfrm>
            <a:off x="201700" y="374600"/>
            <a:ext cx="11152200" cy="58023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a:t>71. What will be the output of the following pseudocode?</a:t>
            </a:r>
            <a:endParaRPr sz="2000"/>
          </a:p>
          <a:p>
            <a:pPr marL="0" lvl="0" indent="0" algn="l" rtl="0">
              <a:lnSpc>
                <a:spcPct val="115000"/>
              </a:lnSpc>
              <a:spcBef>
                <a:spcPts val="1200"/>
              </a:spcBef>
              <a:spcAft>
                <a:spcPts val="0"/>
              </a:spcAft>
              <a:buClr>
                <a:schemeClr val="dk1"/>
              </a:buClr>
              <a:buSzPts val="1100"/>
              <a:buFont typeface="Arial"/>
              <a:buNone/>
            </a:pPr>
            <a:r>
              <a:rPr lang="en-US" sz="2000"/>
              <a:t>Integer j, m</a:t>
            </a:r>
            <a:endParaRPr sz="2000"/>
          </a:p>
          <a:p>
            <a:pPr marL="0" lvl="0" indent="0" algn="l" rtl="0">
              <a:lnSpc>
                <a:spcPct val="115000"/>
              </a:lnSpc>
              <a:spcBef>
                <a:spcPts val="1200"/>
              </a:spcBef>
              <a:spcAft>
                <a:spcPts val="0"/>
              </a:spcAft>
              <a:buClr>
                <a:schemeClr val="dk1"/>
              </a:buClr>
              <a:buSzPts val="1100"/>
              <a:buFont typeface="Arial"/>
              <a:buNone/>
            </a:pPr>
            <a:r>
              <a:rPr lang="en-US" sz="2000"/>
              <a:t>set m = 1</a:t>
            </a:r>
            <a:endParaRPr sz="2000"/>
          </a:p>
          <a:p>
            <a:pPr marL="0" lvl="0" indent="0" algn="l" rtl="0">
              <a:lnSpc>
                <a:spcPct val="115000"/>
              </a:lnSpc>
              <a:spcBef>
                <a:spcPts val="1200"/>
              </a:spcBef>
              <a:spcAft>
                <a:spcPts val="0"/>
              </a:spcAft>
              <a:buClr>
                <a:schemeClr val="dk1"/>
              </a:buClr>
              <a:buSzPts val="1100"/>
              <a:buFont typeface="Arial"/>
              <a:buNone/>
            </a:pPr>
            <a:r>
              <a:rPr lang="en-US" sz="2000"/>
              <a:t>integer a[4]= { 1,11, 21, 12}</a:t>
            </a:r>
            <a:endParaRPr sz="2000"/>
          </a:p>
          <a:p>
            <a:pPr marL="0" lvl="0" indent="0" algn="l" rtl="0">
              <a:lnSpc>
                <a:spcPct val="115000"/>
              </a:lnSpc>
              <a:spcBef>
                <a:spcPts val="1200"/>
              </a:spcBef>
              <a:spcAft>
                <a:spcPts val="0"/>
              </a:spcAft>
              <a:buClr>
                <a:schemeClr val="dk1"/>
              </a:buClr>
              <a:buSzPts val="1100"/>
              <a:buFont typeface="Arial"/>
              <a:buNone/>
            </a:pPr>
            <a:r>
              <a:rPr lang="en-US" sz="2000"/>
              <a:t>for (each j from 0 to 3)</a:t>
            </a:r>
            <a:endParaRPr sz="2000"/>
          </a:p>
          <a:p>
            <a:pPr marL="0" lvl="0" indent="0" algn="l" rtl="0">
              <a:lnSpc>
                <a:spcPct val="115000"/>
              </a:lnSpc>
              <a:spcBef>
                <a:spcPts val="1200"/>
              </a:spcBef>
              <a:spcAft>
                <a:spcPts val="0"/>
              </a:spcAft>
              <a:buClr>
                <a:schemeClr val="dk1"/>
              </a:buClr>
              <a:buSzPts val="1100"/>
              <a:buFont typeface="Arial"/>
              <a:buNone/>
            </a:pPr>
            <a:r>
              <a:rPr lang="en-US" sz="2000"/>
              <a:t>if (j -1 &gt; a[j] + 3)</a:t>
            </a:r>
            <a:endParaRPr sz="2000"/>
          </a:p>
          <a:p>
            <a:pPr marL="0" lvl="0" indent="0" algn="l" rtl="0">
              <a:lnSpc>
                <a:spcPct val="115000"/>
              </a:lnSpc>
              <a:spcBef>
                <a:spcPts val="1200"/>
              </a:spcBef>
              <a:spcAft>
                <a:spcPts val="0"/>
              </a:spcAft>
              <a:buClr>
                <a:schemeClr val="dk1"/>
              </a:buClr>
              <a:buSzPts val="1100"/>
              <a:buFont typeface="Arial"/>
              <a:buNone/>
            </a:pPr>
            <a:r>
              <a:rPr lang="en-US" sz="2000"/>
              <a:t>jump out of the loop</a:t>
            </a:r>
            <a:endParaRPr sz="2000"/>
          </a:p>
          <a:p>
            <a:pPr marL="0" lvl="0" indent="0" algn="l" rtl="0">
              <a:lnSpc>
                <a:spcPct val="115000"/>
              </a:lnSpc>
              <a:spcBef>
                <a:spcPts val="1200"/>
              </a:spcBef>
              <a:spcAft>
                <a:spcPts val="0"/>
              </a:spcAft>
              <a:buClr>
                <a:schemeClr val="dk1"/>
              </a:buClr>
              <a:buSzPts val="1100"/>
              <a:buFont typeface="Arial"/>
              <a:buNone/>
            </a:pPr>
            <a:r>
              <a:rPr lang="en-US" sz="2000"/>
              <a:t>end if</a:t>
            </a:r>
            <a:endParaRPr sz="2000"/>
          </a:p>
          <a:p>
            <a:pPr marL="0" lvl="0" indent="0" algn="l" rtl="0">
              <a:lnSpc>
                <a:spcPct val="115000"/>
              </a:lnSpc>
              <a:spcBef>
                <a:spcPts val="1200"/>
              </a:spcBef>
              <a:spcAft>
                <a:spcPts val="0"/>
              </a:spcAft>
              <a:buClr>
                <a:schemeClr val="dk1"/>
              </a:buClr>
              <a:buSzPts val="1100"/>
              <a:buFont typeface="Arial"/>
              <a:buNone/>
            </a:pPr>
            <a:r>
              <a:rPr lang="en-US" sz="2000"/>
              <a:t>m = a[j]</a:t>
            </a:r>
            <a:endParaRPr sz="2000"/>
          </a:p>
          <a:p>
            <a:pPr marL="0" lvl="0" indent="0" algn="l" rtl="0">
              <a:lnSpc>
                <a:spcPct val="115000"/>
              </a:lnSpc>
              <a:spcBef>
                <a:spcPts val="1200"/>
              </a:spcBef>
              <a:spcAft>
                <a:spcPts val="0"/>
              </a:spcAft>
              <a:buClr>
                <a:schemeClr val="dk1"/>
              </a:buClr>
              <a:buSzPts val="1100"/>
              <a:buFont typeface="Arial"/>
              <a:buNone/>
            </a:pPr>
            <a:r>
              <a:rPr lang="en-US" sz="2000"/>
              <a:t>end for</a:t>
            </a:r>
            <a:endParaRPr sz="2000"/>
          </a:p>
          <a:p>
            <a:pPr marL="0" lvl="0" indent="0" algn="l" rtl="0">
              <a:lnSpc>
                <a:spcPct val="115000"/>
              </a:lnSpc>
              <a:spcBef>
                <a:spcPts val="1200"/>
              </a:spcBef>
              <a:spcAft>
                <a:spcPts val="0"/>
              </a:spcAft>
              <a:buClr>
                <a:schemeClr val="dk1"/>
              </a:buClr>
              <a:buSzPts val="1100"/>
              <a:buFont typeface="Arial"/>
              <a:buNone/>
            </a:pPr>
            <a:r>
              <a:rPr lang="en-US" sz="2000"/>
              <a:t>print m</a:t>
            </a:r>
            <a:endParaRPr sz="2000"/>
          </a:p>
          <a:p>
            <a:pPr marL="0" lvl="0" indent="0" algn="l" rtl="0">
              <a:spcBef>
                <a:spcPts val="1200"/>
              </a:spcBef>
              <a:spcAft>
                <a:spcPts val="0"/>
              </a:spcAft>
              <a:buNone/>
            </a:pPr>
            <a:endParaRPr sz="3700"/>
          </a:p>
        </p:txBody>
      </p:sp>
      <p:sp>
        <p:nvSpPr>
          <p:cNvPr id="622" name="Google Shape;622;g13615080cd1_0_539"/>
          <p:cNvSpPr txBox="1"/>
          <p:nvPr/>
        </p:nvSpPr>
        <p:spPr>
          <a:xfrm>
            <a:off x="5388425" y="2002650"/>
            <a:ext cx="8298900" cy="24843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a) 10</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b) 12</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c) 16</a:t>
            </a:r>
            <a:endParaRPr sz="19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1900">
                <a:solidFill>
                  <a:schemeClr val="dk1"/>
                </a:solidFill>
                <a:latin typeface="Calibri"/>
                <a:ea typeface="Calibri"/>
                <a:cs typeface="Calibri"/>
                <a:sym typeface="Calibri"/>
              </a:rPr>
              <a:t>d) 18</a:t>
            </a:r>
            <a:endParaRPr sz="1900">
              <a:solidFill>
                <a:schemeClr val="dk1"/>
              </a:solidFill>
              <a:latin typeface="Calibri"/>
              <a:ea typeface="Calibri"/>
              <a:cs typeface="Calibri"/>
              <a:sym typeface="Calibri"/>
            </a:endParaRPr>
          </a:p>
          <a:p>
            <a:pPr marL="0" lvl="0" indent="0" algn="l" rtl="0">
              <a:spcBef>
                <a:spcPts val="1200"/>
              </a:spcBef>
              <a:spcAft>
                <a:spcPts val="0"/>
              </a:spcAft>
              <a:buNone/>
            </a:pPr>
            <a:endParaRPr sz="2200">
              <a:latin typeface="Calibri"/>
              <a:ea typeface="Calibri"/>
              <a:cs typeface="Calibri"/>
              <a:sym typeface="Calibri"/>
            </a:endParaRPr>
          </a:p>
        </p:txBody>
      </p:sp>
      <p:pic>
        <p:nvPicPr>
          <p:cNvPr id="623" name="Google Shape;623;g13615080cd1_0_539"/>
          <p:cNvPicPr preferRelativeResize="0"/>
          <p:nvPr/>
        </p:nvPicPr>
        <p:blipFill rotWithShape="1">
          <a:blip r:embed="rId3">
            <a:alphaModFix/>
          </a:blip>
          <a:srcRect/>
          <a:stretch/>
        </p:blipFill>
        <p:spPr>
          <a:xfrm>
            <a:off x="5230277" y="24069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3"/>
                                        </p:tgtEl>
                                        <p:attrNameLst>
                                          <p:attrName>style.visibility</p:attrName>
                                        </p:attrNameLst>
                                      </p:cBhvr>
                                      <p:to>
                                        <p:strVal val="visible"/>
                                      </p:to>
                                    </p:set>
                                    <p:animEffect transition="in" filter="fade">
                                      <p:cBhvr>
                                        <p:cTn id="7" dur="1000"/>
                                        <p:tgtEl>
                                          <p:spTgt spid="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g13615080cd1_0_545"/>
          <p:cNvSpPr txBox="1">
            <a:spLocks noGrp="1"/>
          </p:cNvSpPr>
          <p:nvPr>
            <p:ph idx="1"/>
          </p:nvPr>
        </p:nvSpPr>
        <p:spPr>
          <a:xfrm>
            <a:off x="172900" y="316975"/>
            <a:ext cx="11181000" cy="58599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a:t>72. What will be the output of the following pseudocode?</a:t>
            </a:r>
            <a:endParaRPr sz="1900"/>
          </a:p>
          <a:p>
            <a:pPr marL="0" lvl="0" indent="0" algn="l" rtl="0">
              <a:lnSpc>
                <a:spcPct val="115000"/>
              </a:lnSpc>
              <a:spcBef>
                <a:spcPts val="1200"/>
              </a:spcBef>
              <a:spcAft>
                <a:spcPts val="0"/>
              </a:spcAft>
              <a:buClr>
                <a:schemeClr val="dk1"/>
              </a:buClr>
              <a:buSzPts val="1100"/>
              <a:buFont typeface="Arial"/>
              <a:buNone/>
            </a:pPr>
            <a:r>
              <a:rPr lang="en-US" sz="1900"/>
              <a:t>integer a, b, c</a:t>
            </a:r>
            <a:endParaRPr sz="1900"/>
          </a:p>
          <a:p>
            <a:pPr marL="0" lvl="0" indent="0" algn="l" rtl="0">
              <a:lnSpc>
                <a:spcPct val="115000"/>
              </a:lnSpc>
              <a:spcBef>
                <a:spcPts val="1200"/>
              </a:spcBef>
              <a:spcAft>
                <a:spcPts val="0"/>
              </a:spcAft>
              <a:buClr>
                <a:schemeClr val="dk1"/>
              </a:buClr>
              <a:buSzPts val="1100"/>
              <a:buFont typeface="Arial"/>
              <a:buNone/>
            </a:pPr>
            <a:r>
              <a:rPr lang="en-US" sz="1900"/>
              <a:t>set a=1, b= 3, c= 2</a:t>
            </a:r>
            <a:endParaRPr sz="1900"/>
          </a:p>
          <a:p>
            <a:pPr marL="0" lvl="0" indent="0" algn="l" rtl="0">
              <a:lnSpc>
                <a:spcPct val="115000"/>
              </a:lnSpc>
              <a:spcBef>
                <a:spcPts val="1200"/>
              </a:spcBef>
              <a:spcAft>
                <a:spcPts val="0"/>
              </a:spcAft>
              <a:buClr>
                <a:schemeClr val="dk1"/>
              </a:buClr>
              <a:buSzPts val="1100"/>
              <a:buFont typeface="Arial"/>
              <a:buNone/>
            </a:pPr>
            <a:r>
              <a:rPr lang="en-US" sz="1900"/>
              <a:t>if (( a&amp;b) &amp;&amp; (b&amp;c) &amp;&amp; (c&amp;a))</a:t>
            </a:r>
            <a:endParaRPr sz="1900"/>
          </a:p>
          <a:p>
            <a:pPr marL="0" lvl="0" indent="0" algn="l" rtl="0">
              <a:lnSpc>
                <a:spcPct val="115000"/>
              </a:lnSpc>
              <a:spcBef>
                <a:spcPts val="1200"/>
              </a:spcBef>
              <a:spcAft>
                <a:spcPts val="0"/>
              </a:spcAft>
              <a:buClr>
                <a:schemeClr val="dk1"/>
              </a:buClr>
              <a:buSzPts val="1100"/>
              <a:buFont typeface="Arial"/>
              <a:buNone/>
            </a:pPr>
            <a:r>
              <a:rPr lang="en-US" sz="1900"/>
              <a:t>a = a&amp;b</a:t>
            </a:r>
            <a:endParaRPr sz="1900"/>
          </a:p>
          <a:p>
            <a:pPr marL="0" lvl="0" indent="0" algn="l" rtl="0">
              <a:lnSpc>
                <a:spcPct val="115000"/>
              </a:lnSpc>
              <a:spcBef>
                <a:spcPts val="1200"/>
              </a:spcBef>
              <a:spcAft>
                <a:spcPts val="0"/>
              </a:spcAft>
              <a:buClr>
                <a:schemeClr val="dk1"/>
              </a:buClr>
              <a:buSzPts val="1100"/>
              <a:buFont typeface="Arial"/>
              <a:buNone/>
            </a:pPr>
            <a:r>
              <a:rPr lang="en-US" sz="1900"/>
              <a:t>else</a:t>
            </a:r>
            <a:endParaRPr sz="1900"/>
          </a:p>
          <a:p>
            <a:pPr marL="0" lvl="0" indent="0" algn="l" rtl="0">
              <a:lnSpc>
                <a:spcPct val="115000"/>
              </a:lnSpc>
              <a:spcBef>
                <a:spcPts val="1200"/>
              </a:spcBef>
              <a:spcAft>
                <a:spcPts val="0"/>
              </a:spcAft>
              <a:buClr>
                <a:schemeClr val="dk1"/>
              </a:buClr>
              <a:buSzPts val="1100"/>
              <a:buFont typeface="Arial"/>
              <a:buNone/>
            </a:pPr>
            <a:r>
              <a:rPr lang="en-US" sz="1900"/>
              <a:t>b= b&amp; a</a:t>
            </a:r>
            <a:endParaRPr sz="1900"/>
          </a:p>
          <a:p>
            <a:pPr marL="0" lvl="0" indent="0" algn="l" rtl="0">
              <a:lnSpc>
                <a:spcPct val="115000"/>
              </a:lnSpc>
              <a:spcBef>
                <a:spcPts val="1200"/>
              </a:spcBef>
              <a:spcAft>
                <a:spcPts val="0"/>
              </a:spcAft>
              <a:buClr>
                <a:schemeClr val="dk1"/>
              </a:buClr>
              <a:buSzPts val="1100"/>
              <a:buFont typeface="Arial"/>
              <a:buNone/>
            </a:pPr>
            <a:r>
              <a:rPr lang="en-US" sz="1900"/>
              <a:t>end if</a:t>
            </a:r>
            <a:endParaRPr sz="1900"/>
          </a:p>
          <a:p>
            <a:pPr marL="0" lvl="0" indent="0" algn="l" rtl="0">
              <a:lnSpc>
                <a:spcPct val="115000"/>
              </a:lnSpc>
              <a:spcBef>
                <a:spcPts val="1200"/>
              </a:spcBef>
              <a:spcAft>
                <a:spcPts val="0"/>
              </a:spcAft>
              <a:buClr>
                <a:schemeClr val="dk1"/>
              </a:buClr>
              <a:buSzPts val="1100"/>
              <a:buFont typeface="Arial"/>
              <a:buNone/>
            </a:pPr>
            <a:r>
              <a:rPr lang="en-US" sz="1900"/>
              <a:t>print a + b + c</a:t>
            </a:r>
            <a:endParaRPr sz="1900"/>
          </a:p>
          <a:p>
            <a:pPr marL="457200" lvl="0" indent="-228600" algn="l" rtl="0">
              <a:lnSpc>
                <a:spcPct val="115000"/>
              </a:lnSpc>
              <a:spcBef>
                <a:spcPts val="1200"/>
              </a:spcBef>
              <a:spcAft>
                <a:spcPts val="0"/>
              </a:spcAft>
              <a:buClr>
                <a:schemeClr val="dk1"/>
              </a:buClr>
              <a:buSzPts val="1100"/>
              <a:buFont typeface="Arial"/>
              <a:buNone/>
            </a:pPr>
            <a:r>
              <a:rPr lang="en-US" sz="1900"/>
              <a:t>a) 3</a:t>
            </a:r>
            <a:endParaRPr sz="1900"/>
          </a:p>
          <a:p>
            <a:pPr marL="457200" lvl="0" indent="-228600" algn="l" rtl="0">
              <a:lnSpc>
                <a:spcPct val="115000"/>
              </a:lnSpc>
              <a:spcBef>
                <a:spcPts val="1200"/>
              </a:spcBef>
              <a:spcAft>
                <a:spcPts val="0"/>
              </a:spcAft>
              <a:buClr>
                <a:schemeClr val="dk1"/>
              </a:buClr>
              <a:buSzPts val="1100"/>
              <a:buFont typeface="Arial"/>
              <a:buNone/>
            </a:pPr>
            <a:r>
              <a:rPr lang="en-US" sz="1900"/>
              <a:t>b) 6</a:t>
            </a:r>
            <a:endParaRPr sz="1900"/>
          </a:p>
          <a:p>
            <a:pPr marL="457200" lvl="0" indent="-228600" algn="l" rtl="0">
              <a:lnSpc>
                <a:spcPct val="115000"/>
              </a:lnSpc>
              <a:spcBef>
                <a:spcPts val="1200"/>
              </a:spcBef>
              <a:spcAft>
                <a:spcPts val="0"/>
              </a:spcAft>
              <a:buClr>
                <a:schemeClr val="dk1"/>
              </a:buClr>
              <a:buSzPts val="1100"/>
              <a:buFont typeface="Arial"/>
              <a:buNone/>
            </a:pPr>
            <a:r>
              <a:rPr lang="en-US" sz="1900"/>
              <a:t>c) 15</a:t>
            </a:r>
            <a:endParaRPr sz="1900"/>
          </a:p>
          <a:p>
            <a:pPr marL="457200" lvl="0" indent="-228600" algn="l" rtl="0">
              <a:lnSpc>
                <a:spcPct val="115000"/>
              </a:lnSpc>
              <a:spcBef>
                <a:spcPts val="1200"/>
              </a:spcBef>
              <a:spcAft>
                <a:spcPts val="0"/>
              </a:spcAft>
              <a:buClr>
                <a:schemeClr val="dk1"/>
              </a:buClr>
              <a:buSzPts val="1100"/>
              <a:buFont typeface="Arial"/>
              <a:buNone/>
            </a:pPr>
            <a:r>
              <a:rPr lang="en-US" sz="1900"/>
              <a:t>d) 4</a:t>
            </a:r>
            <a:endParaRPr sz="1900"/>
          </a:p>
          <a:p>
            <a:pPr marL="0" lvl="0" indent="0" algn="l" rtl="0">
              <a:spcBef>
                <a:spcPts val="1200"/>
              </a:spcBef>
              <a:spcAft>
                <a:spcPts val="0"/>
              </a:spcAft>
              <a:buNone/>
            </a:pPr>
            <a:endParaRPr sz="3600"/>
          </a:p>
        </p:txBody>
      </p:sp>
      <p:pic>
        <p:nvPicPr>
          <p:cNvPr id="630" name="Google Shape;630;g13615080cd1_0_545"/>
          <p:cNvPicPr preferRelativeResize="0"/>
          <p:nvPr/>
        </p:nvPicPr>
        <p:blipFill rotWithShape="1">
          <a:blip r:embed="rId3">
            <a:alphaModFix/>
          </a:blip>
          <a:srcRect/>
          <a:stretch/>
        </p:blipFill>
        <p:spPr>
          <a:xfrm>
            <a:off x="879177" y="60376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0"/>
                                        </p:tgtEl>
                                        <p:attrNameLst>
                                          <p:attrName>style.visibility</p:attrName>
                                        </p:attrNameLst>
                                      </p:cBhvr>
                                      <p:to>
                                        <p:strVal val="visible"/>
                                      </p:to>
                                    </p:set>
                                    <p:animEffect transition="in" filter="fade">
                                      <p:cBhvr>
                                        <p:cTn id="7" dur="1000"/>
                                        <p:tgtEl>
                                          <p:spTgt spid="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g13615080cd1_0_551"/>
          <p:cNvSpPr txBox="1">
            <a:spLocks noGrp="1"/>
          </p:cNvSpPr>
          <p:nvPr>
            <p:ph idx="1"/>
          </p:nvPr>
        </p:nvSpPr>
        <p:spPr>
          <a:xfrm>
            <a:off x="144075" y="403400"/>
            <a:ext cx="11209800" cy="57735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a:t>73. What will be the output of the following pseudocode?</a:t>
            </a:r>
            <a:endParaRPr sz="2000"/>
          </a:p>
          <a:p>
            <a:pPr marL="0" lvl="0" indent="0" algn="l" rtl="0">
              <a:lnSpc>
                <a:spcPct val="115000"/>
              </a:lnSpc>
              <a:spcBef>
                <a:spcPts val="1200"/>
              </a:spcBef>
              <a:spcAft>
                <a:spcPts val="0"/>
              </a:spcAft>
              <a:buClr>
                <a:schemeClr val="dk1"/>
              </a:buClr>
              <a:buSzPts val="1100"/>
              <a:buFont typeface="Arial"/>
              <a:buNone/>
            </a:pPr>
            <a:r>
              <a:rPr lang="en-US" sz="2000"/>
              <a:t>Integer i</a:t>
            </a:r>
            <a:endParaRPr sz="2000"/>
          </a:p>
          <a:p>
            <a:pPr marL="0" lvl="0" indent="0" algn="l" rtl="0">
              <a:lnSpc>
                <a:spcPct val="115000"/>
              </a:lnSpc>
              <a:spcBef>
                <a:spcPts val="1200"/>
              </a:spcBef>
              <a:spcAft>
                <a:spcPts val="0"/>
              </a:spcAft>
              <a:buClr>
                <a:schemeClr val="dk1"/>
              </a:buClr>
              <a:buSzPts val="1100"/>
              <a:buFont typeface="Arial"/>
              <a:buNone/>
            </a:pPr>
            <a:r>
              <a:rPr lang="en-US" sz="2000"/>
              <a:t>Set i = 3</a:t>
            </a:r>
            <a:endParaRPr sz="2000"/>
          </a:p>
          <a:p>
            <a:pPr marL="0" lvl="0" indent="0" algn="l" rtl="0">
              <a:lnSpc>
                <a:spcPct val="115000"/>
              </a:lnSpc>
              <a:spcBef>
                <a:spcPts val="1200"/>
              </a:spcBef>
              <a:spcAft>
                <a:spcPts val="0"/>
              </a:spcAft>
              <a:buClr>
                <a:schemeClr val="dk1"/>
              </a:buClr>
              <a:buSzPts val="1100"/>
              <a:buFont typeface="Arial"/>
              <a:buNone/>
            </a:pPr>
            <a:r>
              <a:rPr lang="en-US" sz="2000"/>
              <a:t>do</a:t>
            </a:r>
            <a:endParaRPr sz="2000"/>
          </a:p>
          <a:p>
            <a:pPr marL="0" lvl="0" indent="0" algn="l" rtl="0">
              <a:lnSpc>
                <a:spcPct val="115000"/>
              </a:lnSpc>
              <a:spcBef>
                <a:spcPts val="1200"/>
              </a:spcBef>
              <a:spcAft>
                <a:spcPts val="0"/>
              </a:spcAft>
              <a:buClr>
                <a:schemeClr val="dk1"/>
              </a:buClr>
              <a:buSzPts val="1100"/>
              <a:buFont typeface="Arial"/>
              <a:buNone/>
            </a:pPr>
            <a:r>
              <a:rPr lang="en-US" sz="2000"/>
              <a:t>print i + 3</a:t>
            </a:r>
            <a:endParaRPr sz="2000"/>
          </a:p>
          <a:p>
            <a:pPr marL="0" lvl="0" indent="0" algn="l" rtl="0">
              <a:lnSpc>
                <a:spcPct val="115000"/>
              </a:lnSpc>
              <a:spcBef>
                <a:spcPts val="1200"/>
              </a:spcBef>
              <a:spcAft>
                <a:spcPts val="0"/>
              </a:spcAft>
              <a:buClr>
                <a:schemeClr val="dk1"/>
              </a:buClr>
              <a:buSzPts val="1100"/>
              <a:buFont typeface="Arial"/>
              <a:buNone/>
            </a:pPr>
            <a:r>
              <a:rPr lang="en-US" sz="2000"/>
              <a:t>i = i - 1</a:t>
            </a:r>
            <a:endParaRPr sz="2000"/>
          </a:p>
          <a:p>
            <a:pPr marL="0" lvl="0" indent="0" algn="l" rtl="0">
              <a:lnSpc>
                <a:spcPct val="115000"/>
              </a:lnSpc>
              <a:spcBef>
                <a:spcPts val="1200"/>
              </a:spcBef>
              <a:spcAft>
                <a:spcPts val="0"/>
              </a:spcAft>
              <a:buClr>
                <a:schemeClr val="dk1"/>
              </a:buClr>
              <a:buSzPts val="1100"/>
              <a:buFont typeface="Arial"/>
              <a:buNone/>
            </a:pPr>
            <a:r>
              <a:rPr lang="en-US" sz="2000"/>
              <a:t>while(i not equals 0)</a:t>
            </a:r>
            <a:endParaRPr sz="2000"/>
          </a:p>
          <a:p>
            <a:pPr marL="0" lvl="0" indent="0" algn="l" rtl="0">
              <a:lnSpc>
                <a:spcPct val="115000"/>
              </a:lnSpc>
              <a:spcBef>
                <a:spcPts val="1200"/>
              </a:spcBef>
              <a:spcAft>
                <a:spcPts val="0"/>
              </a:spcAft>
              <a:buClr>
                <a:schemeClr val="dk1"/>
              </a:buClr>
              <a:buSzPts val="1100"/>
              <a:buFont typeface="Arial"/>
              <a:buNone/>
            </a:pPr>
            <a:r>
              <a:rPr lang="en-US" sz="2000"/>
              <a:t>end while</a:t>
            </a:r>
            <a:endParaRPr sz="2000"/>
          </a:p>
          <a:p>
            <a:pPr marL="457200" lvl="0" indent="-228600" algn="l" rtl="0">
              <a:lnSpc>
                <a:spcPct val="115000"/>
              </a:lnSpc>
              <a:spcBef>
                <a:spcPts val="1200"/>
              </a:spcBef>
              <a:spcAft>
                <a:spcPts val="0"/>
              </a:spcAft>
              <a:buClr>
                <a:schemeClr val="dk1"/>
              </a:buClr>
              <a:buSzPts val="1100"/>
              <a:buFont typeface="Arial"/>
              <a:buNone/>
            </a:pPr>
            <a:r>
              <a:rPr lang="en-US" sz="2000"/>
              <a:t>a) 6 6 6</a:t>
            </a:r>
            <a:endParaRPr sz="2000"/>
          </a:p>
          <a:p>
            <a:pPr marL="457200" lvl="0" indent="-228600" algn="l" rtl="0">
              <a:lnSpc>
                <a:spcPct val="115000"/>
              </a:lnSpc>
              <a:spcBef>
                <a:spcPts val="1200"/>
              </a:spcBef>
              <a:spcAft>
                <a:spcPts val="0"/>
              </a:spcAft>
              <a:buClr>
                <a:schemeClr val="dk1"/>
              </a:buClr>
              <a:buSzPts val="1100"/>
              <a:buFont typeface="Arial"/>
              <a:buNone/>
            </a:pPr>
            <a:r>
              <a:rPr lang="en-US" sz="2000"/>
              <a:t>b) 6 5 6</a:t>
            </a:r>
            <a:endParaRPr sz="2000"/>
          </a:p>
          <a:p>
            <a:pPr marL="457200" lvl="0" indent="-228600" algn="l" rtl="0">
              <a:lnSpc>
                <a:spcPct val="115000"/>
              </a:lnSpc>
              <a:spcBef>
                <a:spcPts val="1200"/>
              </a:spcBef>
              <a:spcAft>
                <a:spcPts val="0"/>
              </a:spcAft>
              <a:buClr>
                <a:schemeClr val="dk1"/>
              </a:buClr>
              <a:buSzPts val="1100"/>
              <a:buFont typeface="Arial"/>
              <a:buNone/>
            </a:pPr>
            <a:r>
              <a:rPr lang="en-US" sz="2000"/>
              <a:t>c) 5 5 5</a:t>
            </a:r>
            <a:endParaRPr sz="2000"/>
          </a:p>
          <a:p>
            <a:pPr marL="457200" lvl="0" indent="-228600" algn="l" rtl="0">
              <a:lnSpc>
                <a:spcPct val="115000"/>
              </a:lnSpc>
              <a:spcBef>
                <a:spcPts val="1200"/>
              </a:spcBef>
              <a:spcAft>
                <a:spcPts val="0"/>
              </a:spcAft>
              <a:buClr>
                <a:schemeClr val="dk1"/>
              </a:buClr>
              <a:buSzPts val="1100"/>
              <a:buFont typeface="Arial"/>
              <a:buNone/>
            </a:pPr>
            <a:r>
              <a:rPr lang="en-US" sz="2000"/>
              <a:t>d) 6 5 4</a:t>
            </a:r>
            <a:endParaRPr sz="2000"/>
          </a:p>
          <a:p>
            <a:pPr marL="0" lvl="0" indent="0" algn="l" rtl="0">
              <a:spcBef>
                <a:spcPts val="1200"/>
              </a:spcBef>
              <a:spcAft>
                <a:spcPts val="0"/>
              </a:spcAft>
              <a:buNone/>
            </a:pPr>
            <a:endParaRPr sz="3700"/>
          </a:p>
        </p:txBody>
      </p:sp>
      <p:pic>
        <p:nvPicPr>
          <p:cNvPr id="637" name="Google Shape;637;g13615080cd1_0_551"/>
          <p:cNvPicPr preferRelativeResize="0"/>
          <p:nvPr/>
        </p:nvPicPr>
        <p:blipFill rotWithShape="1">
          <a:blip r:embed="rId3">
            <a:alphaModFix/>
          </a:blip>
          <a:srcRect/>
          <a:stretch/>
        </p:blipFill>
        <p:spPr>
          <a:xfrm>
            <a:off x="1152927" y="59080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7"/>
                                        </p:tgtEl>
                                        <p:attrNameLst>
                                          <p:attrName>style.visibility</p:attrName>
                                        </p:attrNameLst>
                                      </p:cBhvr>
                                      <p:to>
                                        <p:strVal val="visible"/>
                                      </p:to>
                                    </p:set>
                                    <p:animEffect transition="in" filter="fade">
                                      <p:cBhvr>
                                        <p:cTn id="7" dur="1000"/>
                                        <p:tgtEl>
                                          <p:spTgt spid="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g13615080cd1_0_557"/>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800"/>
              <a:t>74. What will be the output of the following pseudocode for a = 2?</a:t>
            </a:r>
            <a:endParaRPr sz="1800"/>
          </a:p>
          <a:p>
            <a:pPr marL="0" lvl="0" indent="0" algn="l" rtl="0">
              <a:lnSpc>
                <a:spcPct val="115000"/>
              </a:lnSpc>
              <a:spcBef>
                <a:spcPts val="1200"/>
              </a:spcBef>
              <a:spcAft>
                <a:spcPts val="0"/>
              </a:spcAft>
              <a:buClr>
                <a:schemeClr val="dk1"/>
              </a:buClr>
              <a:buSzPts val="1100"/>
              <a:buFont typeface="Arial"/>
              <a:buNone/>
            </a:pPr>
            <a:r>
              <a:rPr lang="en-US" sz="1800"/>
              <a:t>Integer fun(Integer a)</a:t>
            </a:r>
            <a:endParaRPr sz="1800"/>
          </a:p>
          <a:p>
            <a:pPr marL="0" lvl="0" indent="0" algn="l" rtl="0">
              <a:lnSpc>
                <a:spcPct val="115000"/>
              </a:lnSpc>
              <a:spcBef>
                <a:spcPts val="1200"/>
              </a:spcBef>
              <a:spcAft>
                <a:spcPts val="0"/>
              </a:spcAft>
              <a:buClr>
                <a:schemeClr val="dk1"/>
              </a:buClr>
              <a:buSzPts val="1100"/>
              <a:buFont typeface="Arial"/>
              <a:buNone/>
            </a:pPr>
            <a:r>
              <a:rPr lang="en-US" sz="1800"/>
              <a:t> Integer x, y</a:t>
            </a:r>
            <a:endParaRPr sz="1800"/>
          </a:p>
          <a:p>
            <a:pPr marL="0" lvl="0" indent="0" algn="l" rtl="0">
              <a:lnSpc>
                <a:spcPct val="115000"/>
              </a:lnSpc>
              <a:spcBef>
                <a:spcPts val="1200"/>
              </a:spcBef>
              <a:spcAft>
                <a:spcPts val="0"/>
              </a:spcAft>
              <a:buClr>
                <a:schemeClr val="dk1"/>
              </a:buClr>
              <a:buSzPts val="1100"/>
              <a:buFont typeface="Arial"/>
              <a:buNone/>
            </a:pPr>
            <a:r>
              <a:rPr lang="en-US" sz="1800"/>
              <a:t> Set y = 3</a:t>
            </a:r>
            <a:endParaRPr sz="1800"/>
          </a:p>
          <a:p>
            <a:pPr marL="0" lvl="0" indent="0" algn="l" rtl="0">
              <a:lnSpc>
                <a:spcPct val="115000"/>
              </a:lnSpc>
              <a:spcBef>
                <a:spcPts val="1200"/>
              </a:spcBef>
              <a:spcAft>
                <a:spcPts val="0"/>
              </a:spcAft>
              <a:buClr>
                <a:schemeClr val="dk1"/>
              </a:buClr>
              <a:buSzPts val="1100"/>
              <a:buFont typeface="Arial"/>
              <a:buNone/>
            </a:pPr>
            <a:r>
              <a:rPr lang="en-US" sz="1800"/>
              <a:t> for(each x from 0 to y-1)</a:t>
            </a:r>
            <a:endParaRPr sz="1800"/>
          </a:p>
          <a:p>
            <a:pPr marL="0" lvl="0" indent="0" algn="l" rtl="0">
              <a:lnSpc>
                <a:spcPct val="115000"/>
              </a:lnSpc>
              <a:spcBef>
                <a:spcPts val="1200"/>
              </a:spcBef>
              <a:spcAft>
                <a:spcPts val="0"/>
              </a:spcAft>
              <a:buClr>
                <a:schemeClr val="dk1"/>
              </a:buClr>
              <a:buSzPts val="1100"/>
              <a:buFont typeface="Arial"/>
              <a:buNone/>
            </a:pPr>
            <a:r>
              <a:rPr lang="en-US" sz="1800"/>
              <a:t> a = a + y</a:t>
            </a:r>
            <a:endParaRPr sz="1800"/>
          </a:p>
          <a:p>
            <a:pPr marL="0" lvl="0" indent="0" algn="l" rtl="0">
              <a:lnSpc>
                <a:spcPct val="115000"/>
              </a:lnSpc>
              <a:spcBef>
                <a:spcPts val="1200"/>
              </a:spcBef>
              <a:spcAft>
                <a:spcPts val="0"/>
              </a:spcAft>
              <a:buClr>
                <a:schemeClr val="dk1"/>
              </a:buClr>
              <a:buSzPts val="1100"/>
              <a:buFont typeface="Arial"/>
              <a:buNone/>
            </a:pPr>
            <a:r>
              <a:rPr lang="en-US" sz="1800"/>
              <a:t> End for</a:t>
            </a:r>
            <a:endParaRPr sz="1800"/>
          </a:p>
          <a:p>
            <a:pPr marL="0" lvl="0" indent="0" algn="l" rtl="0">
              <a:lnSpc>
                <a:spcPct val="115000"/>
              </a:lnSpc>
              <a:spcBef>
                <a:spcPts val="1200"/>
              </a:spcBef>
              <a:spcAft>
                <a:spcPts val="0"/>
              </a:spcAft>
              <a:buClr>
                <a:schemeClr val="dk1"/>
              </a:buClr>
              <a:buSzPts val="1100"/>
              <a:buFont typeface="Arial"/>
              <a:buNone/>
            </a:pPr>
            <a:r>
              <a:rPr lang="en-US" sz="1800"/>
              <a:t> return a</a:t>
            </a:r>
            <a:endParaRPr sz="1800"/>
          </a:p>
          <a:p>
            <a:pPr marL="0" lvl="0" indent="0" algn="l" rtl="0">
              <a:lnSpc>
                <a:spcPct val="115000"/>
              </a:lnSpc>
              <a:spcBef>
                <a:spcPts val="1200"/>
              </a:spcBef>
              <a:spcAft>
                <a:spcPts val="0"/>
              </a:spcAft>
              <a:buClr>
                <a:schemeClr val="dk1"/>
              </a:buClr>
              <a:buSzPts val="1100"/>
              <a:buFont typeface="Arial"/>
              <a:buNone/>
            </a:pPr>
            <a:r>
              <a:rPr lang="en-US" sz="1800"/>
              <a:t>End function fun()</a:t>
            </a:r>
            <a:endParaRPr sz="1800"/>
          </a:p>
          <a:p>
            <a:pPr marL="457200" lvl="0" indent="-228600" algn="l" rtl="0">
              <a:lnSpc>
                <a:spcPct val="115000"/>
              </a:lnSpc>
              <a:spcBef>
                <a:spcPts val="1200"/>
              </a:spcBef>
              <a:spcAft>
                <a:spcPts val="0"/>
              </a:spcAft>
              <a:buClr>
                <a:schemeClr val="dk1"/>
              </a:buClr>
              <a:buSzPts val="1100"/>
              <a:buFont typeface="Arial"/>
              <a:buNone/>
            </a:pPr>
            <a:r>
              <a:rPr lang="en-US" sz="1800"/>
              <a:t>a) 12</a:t>
            </a:r>
            <a:endParaRPr sz="1800"/>
          </a:p>
          <a:p>
            <a:pPr marL="457200" lvl="0" indent="-228600" algn="l" rtl="0">
              <a:lnSpc>
                <a:spcPct val="115000"/>
              </a:lnSpc>
              <a:spcBef>
                <a:spcPts val="1200"/>
              </a:spcBef>
              <a:spcAft>
                <a:spcPts val="0"/>
              </a:spcAft>
              <a:buClr>
                <a:schemeClr val="dk1"/>
              </a:buClr>
              <a:buSzPts val="1100"/>
              <a:buFont typeface="Arial"/>
              <a:buNone/>
            </a:pPr>
            <a:r>
              <a:rPr lang="en-US" sz="1800"/>
              <a:t>b) 11</a:t>
            </a:r>
            <a:endParaRPr sz="1800"/>
          </a:p>
          <a:p>
            <a:pPr marL="457200" lvl="0" indent="-228600" algn="l" rtl="0">
              <a:lnSpc>
                <a:spcPct val="115000"/>
              </a:lnSpc>
              <a:spcBef>
                <a:spcPts val="1200"/>
              </a:spcBef>
              <a:spcAft>
                <a:spcPts val="0"/>
              </a:spcAft>
              <a:buClr>
                <a:schemeClr val="dk1"/>
              </a:buClr>
              <a:buSzPts val="1100"/>
              <a:buFont typeface="Arial"/>
              <a:buNone/>
            </a:pPr>
            <a:r>
              <a:rPr lang="en-US" sz="1800"/>
              <a:t>c) 10</a:t>
            </a:r>
            <a:endParaRPr sz="1800"/>
          </a:p>
          <a:p>
            <a:pPr marL="457200" lvl="0" indent="-228600" algn="l" rtl="0">
              <a:lnSpc>
                <a:spcPct val="115000"/>
              </a:lnSpc>
              <a:spcBef>
                <a:spcPts val="1200"/>
              </a:spcBef>
              <a:spcAft>
                <a:spcPts val="0"/>
              </a:spcAft>
              <a:buClr>
                <a:schemeClr val="dk1"/>
              </a:buClr>
              <a:buSzPts val="1100"/>
              <a:buFont typeface="Arial"/>
              <a:buNone/>
            </a:pPr>
            <a:r>
              <a:rPr lang="en-US" sz="1800"/>
              <a:t>d) 9</a:t>
            </a:r>
            <a:endParaRPr sz="1800"/>
          </a:p>
          <a:p>
            <a:pPr marL="0" lvl="0" indent="0" algn="l" rtl="0">
              <a:spcBef>
                <a:spcPts val="1200"/>
              </a:spcBef>
              <a:spcAft>
                <a:spcPts val="0"/>
              </a:spcAft>
              <a:buNone/>
            </a:pPr>
            <a:endParaRPr sz="3500"/>
          </a:p>
        </p:txBody>
      </p:sp>
      <p:pic>
        <p:nvPicPr>
          <p:cNvPr id="644" name="Google Shape;644;g13615080cd1_0_557"/>
          <p:cNvPicPr preferRelativeResize="0"/>
          <p:nvPr/>
        </p:nvPicPr>
        <p:blipFill rotWithShape="1">
          <a:blip r:embed="rId3">
            <a:alphaModFix/>
          </a:blip>
          <a:srcRect/>
          <a:stretch/>
        </p:blipFill>
        <p:spPr>
          <a:xfrm>
            <a:off x="945152" y="48377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4"/>
                                        </p:tgtEl>
                                        <p:attrNameLst>
                                          <p:attrName>style.visibility</p:attrName>
                                        </p:attrNameLst>
                                      </p:cBhvr>
                                      <p:to>
                                        <p:strVal val="visible"/>
                                      </p:to>
                                    </p:set>
                                    <p:animEffect transition="in" filter="fade">
                                      <p:cBhvr>
                                        <p:cTn id="7" dur="1000"/>
                                        <p:tgtEl>
                                          <p:spTgt spid="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g13615080cd1_0_563"/>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a:t>75. Consider the following pseudocode:</a:t>
            </a:r>
            <a:endParaRPr sz="2000"/>
          </a:p>
          <a:p>
            <a:pPr marL="0" lvl="0" indent="0" algn="l" rtl="0">
              <a:lnSpc>
                <a:spcPct val="115000"/>
              </a:lnSpc>
              <a:spcBef>
                <a:spcPts val="1200"/>
              </a:spcBef>
              <a:spcAft>
                <a:spcPts val="0"/>
              </a:spcAft>
              <a:buClr>
                <a:schemeClr val="dk1"/>
              </a:buClr>
              <a:buSzPts val="1100"/>
              <a:buFont typeface="Arial"/>
              <a:buNone/>
            </a:pPr>
            <a:r>
              <a:rPr lang="en-US" sz="2000"/>
              <a:t>integer a</a:t>
            </a:r>
            <a:endParaRPr sz="2000"/>
          </a:p>
          <a:p>
            <a:pPr marL="0" lvl="0" indent="0" algn="l" rtl="0">
              <a:lnSpc>
                <a:spcPct val="115000"/>
              </a:lnSpc>
              <a:spcBef>
                <a:spcPts val="1200"/>
              </a:spcBef>
              <a:spcAft>
                <a:spcPts val="0"/>
              </a:spcAft>
              <a:buClr>
                <a:schemeClr val="dk1"/>
              </a:buClr>
              <a:buSzPts val="1100"/>
              <a:buFont typeface="Arial"/>
              <a:buNone/>
            </a:pPr>
            <a:r>
              <a:rPr lang="en-US" sz="2000"/>
              <a:t>set a=13</a:t>
            </a:r>
            <a:endParaRPr sz="2000"/>
          </a:p>
          <a:p>
            <a:pPr marL="0" lvl="0" indent="0" algn="l" rtl="0">
              <a:lnSpc>
                <a:spcPct val="115000"/>
              </a:lnSpc>
              <a:spcBef>
                <a:spcPts val="1200"/>
              </a:spcBef>
              <a:spcAft>
                <a:spcPts val="0"/>
              </a:spcAft>
              <a:buClr>
                <a:schemeClr val="dk1"/>
              </a:buClr>
              <a:buSzPts val="1100"/>
              <a:buFont typeface="Arial"/>
              <a:buNone/>
            </a:pPr>
            <a:r>
              <a:rPr lang="en-US" sz="2000"/>
              <a:t>do</a:t>
            </a:r>
            <a:endParaRPr sz="2000"/>
          </a:p>
          <a:p>
            <a:pPr marL="0" lvl="0" indent="0" algn="l" rtl="0">
              <a:lnSpc>
                <a:spcPct val="115000"/>
              </a:lnSpc>
              <a:spcBef>
                <a:spcPts val="1200"/>
              </a:spcBef>
              <a:spcAft>
                <a:spcPts val="0"/>
              </a:spcAft>
              <a:buClr>
                <a:schemeClr val="dk1"/>
              </a:buClr>
              <a:buSzPts val="1100"/>
              <a:buFont typeface="Arial"/>
              <a:buNone/>
            </a:pPr>
            <a:r>
              <a:rPr lang="en-US" sz="2000"/>
              <a:t>a=a-1</a:t>
            </a:r>
            <a:endParaRPr sz="2000"/>
          </a:p>
          <a:p>
            <a:pPr marL="0" lvl="0" indent="0" algn="l" rtl="0">
              <a:lnSpc>
                <a:spcPct val="115000"/>
              </a:lnSpc>
              <a:spcBef>
                <a:spcPts val="1200"/>
              </a:spcBef>
              <a:spcAft>
                <a:spcPts val="0"/>
              </a:spcAft>
              <a:buClr>
                <a:schemeClr val="dk1"/>
              </a:buClr>
              <a:buSzPts val="1100"/>
              <a:buFont typeface="Arial"/>
              <a:buNone/>
            </a:pPr>
            <a:r>
              <a:rPr lang="en-US" sz="2000"/>
              <a:t>print a</a:t>
            </a:r>
            <a:endParaRPr sz="2000"/>
          </a:p>
          <a:p>
            <a:pPr marL="0" lvl="0" indent="0" algn="l" rtl="0">
              <a:lnSpc>
                <a:spcPct val="115000"/>
              </a:lnSpc>
              <a:spcBef>
                <a:spcPts val="1200"/>
              </a:spcBef>
              <a:spcAft>
                <a:spcPts val="0"/>
              </a:spcAft>
              <a:buClr>
                <a:schemeClr val="dk1"/>
              </a:buClr>
              <a:buSzPts val="1100"/>
              <a:buFont typeface="Arial"/>
              <a:buNone/>
            </a:pPr>
            <a:r>
              <a:rPr lang="en-US" sz="2000"/>
              <a:t>continue with next iteration</a:t>
            </a:r>
            <a:endParaRPr sz="2000"/>
          </a:p>
          <a:p>
            <a:pPr marL="0" lvl="0" indent="0" algn="l" rtl="0">
              <a:lnSpc>
                <a:spcPct val="115000"/>
              </a:lnSpc>
              <a:spcBef>
                <a:spcPts val="1200"/>
              </a:spcBef>
              <a:spcAft>
                <a:spcPts val="0"/>
              </a:spcAft>
              <a:buClr>
                <a:schemeClr val="dk1"/>
              </a:buClr>
              <a:buSzPts val="1100"/>
              <a:buFont typeface="Arial"/>
              <a:buNone/>
            </a:pPr>
            <a:r>
              <a:rPr lang="en-US" sz="2000"/>
              <a:t>print a*17</a:t>
            </a:r>
            <a:endParaRPr sz="2000"/>
          </a:p>
          <a:p>
            <a:pPr marL="0" lvl="0" indent="0" algn="l" rtl="0">
              <a:lnSpc>
                <a:spcPct val="115000"/>
              </a:lnSpc>
              <a:spcBef>
                <a:spcPts val="1200"/>
              </a:spcBef>
              <a:spcAft>
                <a:spcPts val="0"/>
              </a:spcAft>
              <a:buClr>
                <a:schemeClr val="dk1"/>
              </a:buClr>
              <a:buSzPts val="1100"/>
              <a:buFont typeface="Arial"/>
              <a:buNone/>
            </a:pPr>
            <a:r>
              <a:rPr lang="en-US" sz="2000"/>
              <a:t>a= a-1</a:t>
            </a:r>
            <a:endParaRPr sz="2000"/>
          </a:p>
          <a:p>
            <a:pPr marL="0" lvl="0" indent="0" algn="l" rtl="0">
              <a:lnSpc>
                <a:spcPct val="115000"/>
              </a:lnSpc>
              <a:spcBef>
                <a:spcPts val="1200"/>
              </a:spcBef>
              <a:spcAft>
                <a:spcPts val="0"/>
              </a:spcAft>
              <a:buClr>
                <a:schemeClr val="dk1"/>
              </a:buClr>
              <a:buSzPts val="1100"/>
              <a:buFont typeface="Arial"/>
              <a:buNone/>
            </a:pPr>
            <a:r>
              <a:rPr lang="en-US" sz="2000"/>
              <a:t>while(a not equals 2)</a:t>
            </a:r>
            <a:endParaRPr sz="2000"/>
          </a:p>
          <a:p>
            <a:pPr marL="0" lvl="0" indent="0" algn="l" rtl="0">
              <a:lnSpc>
                <a:spcPct val="115000"/>
              </a:lnSpc>
              <a:spcBef>
                <a:spcPts val="1200"/>
              </a:spcBef>
              <a:spcAft>
                <a:spcPts val="0"/>
              </a:spcAft>
              <a:buClr>
                <a:schemeClr val="dk1"/>
              </a:buClr>
              <a:buSzPts val="1100"/>
              <a:buFont typeface="Arial"/>
              <a:buNone/>
            </a:pPr>
            <a:r>
              <a:rPr lang="en-US" sz="2000"/>
              <a:t>end do while</a:t>
            </a:r>
            <a:endParaRPr sz="2000"/>
          </a:p>
          <a:p>
            <a:pPr marL="0" lvl="0" indent="0" algn="l" rtl="0">
              <a:lnSpc>
                <a:spcPct val="115000"/>
              </a:lnSpc>
              <a:spcBef>
                <a:spcPts val="1200"/>
              </a:spcBef>
              <a:spcAft>
                <a:spcPts val="0"/>
              </a:spcAft>
              <a:buClr>
                <a:schemeClr val="dk1"/>
              </a:buClr>
              <a:buSzPts val="1100"/>
              <a:buFont typeface="Arial"/>
              <a:buNone/>
            </a:pPr>
            <a:r>
              <a:rPr lang="en-US" sz="2000"/>
              <a:t>print a*a/6</a:t>
            </a:r>
            <a:endParaRPr sz="2000"/>
          </a:p>
          <a:p>
            <a:pPr marL="0" lvl="0" indent="0" algn="l" rtl="0">
              <a:spcBef>
                <a:spcPts val="1200"/>
              </a:spcBef>
              <a:spcAft>
                <a:spcPts val="0"/>
              </a:spcAft>
              <a:buNone/>
            </a:pPr>
            <a:endParaRPr sz="3700"/>
          </a:p>
        </p:txBody>
      </p:sp>
      <p:sp>
        <p:nvSpPr>
          <p:cNvPr id="651" name="Google Shape;651;g13615080cd1_0_563"/>
          <p:cNvSpPr txBox="1"/>
          <p:nvPr/>
        </p:nvSpPr>
        <p:spPr>
          <a:xfrm>
            <a:off x="4855350" y="1267875"/>
            <a:ext cx="8298900" cy="3078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Which of the following options is correct?</a:t>
            </a:r>
            <a:endParaRPr sz="20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a) It will print the reverse number from 12 to 0</a:t>
            </a:r>
            <a:endParaRPr sz="20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b) It will print the reverse number from 12 to 0 except 2</a:t>
            </a:r>
            <a:endParaRPr sz="2000">
              <a:solidFill>
                <a:schemeClr val="dk1"/>
              </a:solidFill>
              <a:latin typeface="Calibri"/>
              <a:ea typeface="Calibri"/>
              <a:cs typeface="Calibri"/>
              <a:sym typeface="Calibri"/>
            </a:endParaRPr>
          </a:p>
          <a:p>
            <a:pPr marL="457200" lvl="0" indent="-22860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c) It will print the reverse number from 12 to 0 except 11</a:t>
            </a:r>
            <a:endParaRPr sz="20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    d) It will print the reverse number from 12 to 0 except 1</a:t>
            </a:r>
            <a:endParaRPr sz="2000">
              <a:solidFill>
                <a:schemeClr val="dk1"/>
              </a:solidFill>
              <a:latin typeface="Calibri"/>
              <a:ea typeface="Calibri"/>
              <a:cs typeface="Calibri"/>
              <a:sym typeface="Calibri"/>
            </a:endParaRPr>
          </a:p>
          <a:p>
            <a:pPr marL="0" lvl="0" indent="0" algn="l" rtl="0">
              <a:spcBef>
                <a:spcPts val="1200"/>
              </a:spcBef>
              <a:spcAft>
                <a:spcPts val="0"/>
              </a:spcAft>
              <a:buNone/>
            </a:pPr>
            <a:endParaRPr sz="2300">
              <a:latin typeface="Calibri"/>
              <a:ea typeface="Calibri"/>
              <a:cs typeface="Calibri"/>
              <a:sym typeface="Calibri"/>
            </a:endParaRPr>
          </a:p>
        </p:txBody>
      </p:sp>
      <p:pic>
        <p:nvPicPr>
          <p:cNvPr id="652" name="Google Shape;652;g13615080cd1_0_563"/>
          <p:cNvPicPr preferRelativeResize="0"/>
          <p:nvPr/>
        </p:nvPicPr>
        <p:blipFill rotWithShape="1">
          <a:blip r:embed="rId3">
            <a:alphaModFix/>
          </a:blip>
          <a:srcRect/>
          <a:stretch/>
        </p:blipFill>
        <p:spPr>
          <a:xfrm>
            <a:off x="4754502" y="31356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2"/>
                                        </p:tgtEl>
                                        <p:attrNameLst>
                                          <p:attrName>style.visibility</p:attrName>
                                        </p:attrNameLst>
                                      </p:cBhvr>
                                      <p:to>
                                        <p:strVal val="visible"/>
                                      </p:to>
                                    </p:set>
                                    <p:animEffect transition="in" filter="fade">
                                      <p:cBhvr>
                                        <p:cTn id="7" dur="1000"/>
                                        <p:tgtEl>
                                          <p:spTgt spid="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g13a937d13f5_0_0"/>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Clr>
                <a:schemeClr val="dk1"/>
              </a:buClr>
              <a:buSzPts val="1100"/>
              <a:buFont typeface="Arial"/>
              <a:buNone/>
            </a:pPr>
            <a:r>
              <a:rPr lang="en-US" sz="2600"/>
              <a:t>What will be the output of the following pseudocode?</a:t>
            </a:r>
            <a:endParaRPr sz="2600"/>
          </a:p>
          <a:p>
            <a:pPr marL="0" lvl="0" indent="0" algn="l" rtl="0">
              <a:spcBef>
                <a:spcPts val="1000"/>
              </a:spcBef>
              <a:spcAft>
                <a:spcPts val="0"/>
              </a:spcAft>
              <a:buClr>
                <a:schemeClr val="dk1"/>
              </a:buClr>
              <a:buSzPts val="1100"/>
              <a:buFont typeface="Arial"/>
              <a:buNone/>
            </a:pPr>
            <a:r>
              <a:rPr lang="en-US" sz="2600"/>
              <a:t>integer i, j</a:t>
            </a:r>
            <a:endParaRPr sz="2600"/>
          </a:p>
          <a:p>
            <a:pPr marL="0" lvl="0" indent="0" algn="l" rtl="0">
              <a:spcBef>
                <a:spcPts val="1000"/>
              </a:spcBef>
              <a:spcAft>
                <a:spcPts val="0"/>
              </a:spcAft>
              <a:buClr>
                <a:schemeClr val="dk1"/>
              </a:buClr>
              <a:buSzPts val="1100"/>
              <a:buFont typeface="Arial"/>
              <a:buNone/>
            </a:pPr>
            <a:r>
              <a:rPr lang="en-US" sz="2600"/>
              <a:t>set i=3, j=5</a:t>
            </a:r>
            <a:endParaRPr sz="2600"/>
          </a:p>
          <a:p>
            <a:pPr marL="0" lvl="0" indent="0" algn="l" rtl="0">
              <a:spcBef>
                <a:spcPts val="1000"/>
              </a:spcBef>
              <a:spcAft>
                <a:spcPts val="0"/>
              </a:spcAft>
              <a:buClr>
                <a:schemeClr val="dk1"/>
              </a:buClr>
              <a:buSzPts val="1100"/>
              <a:buFont typeface="Arial"/>
              <a:buNone/>
            </a:pPr>
            <a:r>
              <a:rPr lang="en-US" sz="2600"/>
              <a:t>while(i&gt;0) //line</a:t>
            </a:r>
            <a:endParaRPr sz="2600"/>
          </a:p>
          <a:p>
            <a:pPr marL="0" lvl="0" indent="0" algn="l" rtl="0">
              <a:spcBef>
                <a:spcPts val="1000"/>
              </a:spcBef>
              <a:spcAft>
                <a:spcPts val="0"/>
              </a:spcAft>
              <a:buClr>
                <a:schemeClr val="dk1"/>
              </a:buClr>
              <a:buSzPts val="1100"/>
              <a:buFont typeface="Arial"/>
              <a:buNone/>
            </a:pPr>
            <a:r>
              <a:rPr lang="en-US" sz="2600"/>
              <a:t>i=i-1</a:t>
            </a:r>
            <a:endParaRPr sz="2600"/>
          </a:p>
          <a:p>
            <a:pPr marL="0" lvl="0" indent="0" algn="l" rtl="0">
              <a:spcBef>
                <a:spcPts val="1000"/>
              </a:spcBef>
              <a:spcAft>
                <a:spcPts val="0"/>
              </a:spcAft>
              <a:buClr>
                <a:schemeClr val="dk1"/>
              </a:buClr>
              <a:buSzPts val="1100"/>
              <a:buFont typeface="Arial"/>
              <a:buNone/>
            </a:pPr>
            <a:r>
              <a:rPr lang="en-US" sz="2600"/>
              <a:t>while(j&lt;6)</a:t>
            </a:r>
            <a:endParaRPr sz="2600"/>
          </a:p>
          <a:p>
            <a:pPr marL="0" lvl="0" indent="0" algn="l" rtl="0">
              <a:spcBef>
                <a:spcPts val="1000"/>
              </a:spcBef>
              <a:spcAft>
                <a:spcPts val="0"/>
              </a:spcAft>
              <a:buClr>
                <a:schemeClr val="dk1"/>
              </a:buClr>
              <a:buSzPts val="1100"/>
              <a:buFont typeface="Arial"/>
              <a:buNone/>
            </a:pPr>
            <a:r>
              <a:rPr lang="en-US" sz="2600"/>
              <a:t>print "Hello"</a:t>
            </a:r>
            <a:endParaRPr sz="2600"/>
          </a:p>
          <a:p>
            <a:pPr marL="0" lvl="0" indent="0" algn="l" rtl="0">
              <a:spcBef>
                <a:spcPts val="1000"/>
              </a:spcBef>
              <a:spcAft>
                <a:spcPts val="0"/>
              </a:spcAft>
              <a:buClr>
                <a:schemeClr val="dk1"/>
              </a:buClr>
              <a:buSzPts val="1100"/>
              <a:buFont typeface="Arial"/>
              <a:buNone/>
            </a:pPr>
            <a:r>
              <a:rPr lang="en-US" sz="2600"/>
              <a:t>j=J+1</a:t>
            </a:r>
            <a:endParaRPr sz="2600"/>
          </a:p>
          <a:p>
            <a:pPr marL="0" lvl="0" indent="0" algn="l" rtl="0">
              <a:spcBef>
                <a:spcPts val="1000"/>
              </a:spcBef>
              <a:spcAft>
                <a:spcPts val="0"/>
              </a:spcAft>
              <a:buClr>
                <a:schemeClr val="dk1"/>
              </a:buClr>
              <a:buSzPts val="1100"/>
              <a:buFont typeface="Arial"/>
              <a:buNone/>
            </a:pPr>
            <a:r>
              <a:rPr lang="en-US" sz="2600"/>
              <a:t>Go to line</a:t>
            </a:r>
            <a:endParaRPr sz="2600"/>
          </a:p>
          <a:p>
            <a:pPr marL="0" lvl="0" indent="0" algn="l" rtl="0">
              <a:spcBef>
                <a:spcPts val="1000"/>
              </a:spcBef>
              <a:spcAft>
                <a:spcPts val="0"/>
              </a:spcAft>
              <a:buClr>
                <a:schemeClr val="dk1"/>
              </a:buClr>
              <a:buSzPts val="1100"/>
              <a:buFont typeface="Arial"/>
              <a:buNone/>
            </a:pPr>
            <a:r>
              <a:rPr lang="en-US" sz="2600"/>
              <a:t>end while</a:t>
            </a:r>
            <a:endParaRPr sz="2600"/>
          </a:p>
          <a:p>
            <a:pPr marL="0" lvl="0" indent="0" algn="l" rtl="0">
              <a:spcBef>
                <a:spcPts val="1000"/>
              </a:spcBef>
              <a:spcAft>
                <a:spcPts val="0"/>
              </a:spcAft>
              <a:buNone/>
            </a:pPr>
            <a:r>
              <a:rPr lang="en-US" sz="2600"/>
              <a:t>end while</a:t>
            </a:r>
            <a:endParaRPr sz="2600"/>
          </a:p>
        </p:txBody>
      </p:sp>
      <p:sp>
        <p:nvSpPr>
          <p:cNvPr id="659" name="Google Shape;659;g13a937d13f5_0_0"/>
          <p:cNvSpPr txBox="1"/>
          <p:nvPr/>
        </p:nvSpPr>
        <p:spPr>
          <a:xfrm>
            <a:off x="4855350" y="1267875"/>
            <a:ext cx="8298900" cy="1554600"/>
          </a:xfrm>
          <a:prstGeom prst="rect">
            <a:avLst/>
          </a:prstGeom>
          <a:noFill/>
          <a:ln>
            <a:noFill/>
          </a:ln>
        </p:spPr>
        <p:txBody>
          <a:bodyPr spcFirstLastPara="1" wrap="square" lIns="91425" tIns="91425" rIns="91425" bIns="91425" anchor="t" anchorCtr="0">
            <a:spAutoFit/>
          </a:bodyPr>
          <a:lstStyle/>
          <a:p>
            <a:pPr marL="457200" lvl="0" indent="-355600" algn="l" rtl="0">
              <a:lnSpc>
                <a:spcPct val="115000"/>
              </a:lnSpc>
              <a:spcBef>
                <a:spcPts val="120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It will print Hello two times</a:t>
            </a:r>
            <a:endParaRPr sz="200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It will print Hello one time</a:t>
            </a:r>
            <a:endParaRPr sz="200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It will print Hello four times</a:t>
            </a:r>
            <a:endParaRPr sz="200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It will print Hello three times</a:t>
            </a:r>
            <a:endParaRPr sz="2000">
              <a:solidFill>
                <a:schemeClr val="dk1"/>
              </a:solidFill>
              <a:latin typeface="Calibri"/>
              <a:ea typeface="Calibri"/>
              <a:cs typeface="Calibri"/>
              <a:sym typeface="Calibri"/>
            </a:endParaRPr>
          </a:p>
        </p:txBody>
      </p:sp>
      <p:pic>
        <p:nvPicPr>
          <p:cNvPr id="660" name="Google Shape;660;g13a937d13f5_0_0"/>
          <p:cNvPicPr preferRelativeResize="0"/>
          <p:nvPr/>
        </p:nvPicPr>
        <p:blipFill rotWithShape="1">
          <a:blip r:embed="rId3">
            <a:alphaModFix/>
          </a:blip>
          <a:srcRect/>
          <a:stretch/>
        </p:blipFill>
        <p:spPr>
          <a:xfrm>
            <a:off x="7583427" y="14946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0"/>
                                        </p:tgtEl>
                                        <p:attrNameLst>
                                          <p:attrName>style.visibility</p:attrName>
                                        </p:attrNameLst>
                                      </p:cBhvr>
                                      <p:to>
                                        <p:strVal val="visible"/>
                                      </p:to>
                                    </p:set>
                                    <p:animEffect transition="in" filter="fade">
                                      <p:cBhvr>
                                        <p:cTn id="7" dur="1000"/>
                                        <p:tgtEl>
                                          <p:spTgt spid="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g13a937d13f5_0_9"/>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p,q,r</a:t>
            </a:r>
            <a:endParaRPr sz="2600"/>
          </a:p>
          <a:p>
            <a:pPr marL="0" lvl="0" indent="0" algn="l" rtl="0">
              <a:spcBef>
                <a:spcPts val="1000"/>
              </a:spcBef>
              <a:spcAft>
                <a:spcPts val="0"/>
              </a:spcAft>
              <a:buNone/>
            </a:pPr>
            <a:r>
              <a:rPr lang="en-US" sz="2600"/>
              <a:t>set p=15,q=3</a:t>
            </a:r>
            <a:endParaRPr sz="2600"/>
          </a:p>
          <a:p>
            <a:pPr marL="0" lvl="0" indent="0" algn="l" rtl="0">
              <a:spcBef>
                <a:spcPts val="1000"/>
              </a:spcBef>
              <a:spcAft>
                <a:spcPts val="0"/>
              </a:spcAft>
              <a:buNone/>
            </a:pPr>
            <a:r>
              <a:rPr lang="en-US" sz="2600"/>
              <a:t>r=p/q</a:t>
            </a:r>
            <a:endParaRPr sz="2600"/>
          </a:p>
          <a:p>
            <a:pPr marL="0" lvl="0" indent="0" algn="l" rtl="0">
              <a:spcBef>
                <a:spcPts val="1000"/>
              </a:spcBef>
              <a:spcAft>
                <a:spcPts val="0"/>
              </a:spcAft>
              <a:buNone/>
            </a:pPr>
            <a:r>
              <a:rPr lang="en-US" sz="2600"/>
              <a:t>q= p mod r</a:t>
            </a:r>
            <a:endParaRPr sz="2600"/>
          </a:p>
          <a:p>
            <a:pPr marL="0" lvl="0" indent="0" algn="l" rtl="0">
              <a:spcBef>
                <a:spcPts val="1000"/>
              </a:spcBef>
              <a:spcAft>
                <a:spcPts val="0"/>
              </a:spcAft>
              <a:buNone/>
            </a:pPr>
            <a:r>
              <a:rPr lang="en-US" sz="2600"/>
              <a:t>p=(p+ q+ r)/5</a:t>
            </a:r>
            <a:endParaRPr sz="2600"/>
          </a:p>
          <a:p>
            <a:pPr marL="0" lvl="0" indent="0" algn="l" rtl="0">
              <a:spcBef>
                <a:spcPts val="1000"/>
              </a:spcBef>
              <a:spcAft>
                <a:spcPts val="0"/>
              </a:spcAft>
              <a:buNone/>
            </a:pPr>
            <a:r>
              <a:rPr lang="en-US" sz="2600"/>
              <a:t>print p, q, and r</a:t>
            </a:r>
            <a:endParaRPr sz="2600"/>
          </a:p>
        </p:txBody>
      </p:sp>
      <p:sp>
        <p:nvSpPr>
          <p:cNvPr id="667" name="Google Shape;667;g13a937d13f5_0_9"/>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15 3 5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4 0 5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4 5 5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15 3 3</a:t>
            </a:r>
            <a:endParaRPr sz="2600">
              <a:solidFill>
                <a:schemeClr val="dk1"/>
              </a:solidFill>
              <a:latin typeface="Calibri"/>
              <a:ea typeface="Calibri"/>
              <a:cs typeface="Calibri"/>
              <a:sym typeface="Calibri"/>
            </a:endParaRPr>
          </a:p>
        </p:txBody>
      </p:sp>
      <p:pic>
        <p:nvPicPr>
          <p:cNvPr id="668" name="Google Shape;668;g13a937d13f5_0_9"/>
          <p:cNvPicPr preferRelativeResize="0"/>
          <p:nvPr/>
        </p:nvPicPr>
        <p:blipFill rotWithShape="1">
          <a:blip r:embed="rId3">
            <a:alphaModFix/>
          </a:blip>
          <a:srcRect/>
          <a:stretch/>
        </p:blipFill>
        <p:spPr>
          <a:xfrm>
            <a:off x="5819552" y="16048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8"/>
                                        </p:tgtEl>
                                        <p:attrNameLst>
                                          <p:attrName>style.visibility</p:attrName>
                                        </p:attrNameLst>
                                      </p:cBhvr>
                                      <p:to>
                                        <p:strVal val="visible"/>
                                      </p:to>
                                    </p:set>
                                    <p:animEffect transition="in" filter="fade">
                                      <p:cBhvr>
                                        <p:cTn id="7" dur="1000"/>
                                        <p:tgtEl>
                                          <p:spTgt spid="6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g13a937d13f5_0_16"/>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 for a=7, b=4?</a:t>
            </a:r>
            <a:endParaRPr sz="2600"/>
          </a:p>
          <a:p>
            <a:pPr marL="0" lvl="0" indent="0" algn="l" rtl="0">
              <a:spcBef>
                <a:spcPts val="1000"/>
              </a:spcBef>
              <a:spcAft>
                <a:spcPts val="0"/>
              </a:spcAft>
              <a:buNone/>
            </a:pPr>
            <a:r>
              <a:rPr lang="en-US" sz="2600"/>
              <a:t>integer funn(integer a, integer b)</a:t>
            </a:r>
            <a:endParaRPr sz="2600"/>
          </a:p>
          <a:p>
            <a:pPr marL="0" lvl="0" indent="0" algn="l" rtl="0">
              <a:spcBef>
                <a:spcPts val="1000"/>
              </a:spcBef>
              <a:spcAft>
                <a:spcPts val="0"/>
              </a:spcAft>
              <a:buNone/>
            </a:pPr>
            <a:r>
              <a:rPr lang="en-US" sz="2600"/>
              <a:t>if (a&gt;1 &amp;&amp; b&gt;1)</a:t>
            </a:r>
            <a:endParaRPr sz="2600"/>
          </a:p>
          <a:p>
            <a:pPr marL="0" lvl="0" indent="0" algn="l" rtl="0">
              <a:spcBef>
                <a:spcPts val="1000"/>
              </a:spcBef>
              <a:spcAft>
                <a:spcPts val="0"/>
              </a:spcAft>
              <a:buNone/>
            </a:pPr>
            <a:r>
              <a:rPr lang="en-US" sz="2600"/>
              <a:t>return a+ funn(b - a, a-b)+b</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if(a)</a:t>
            </a:r>
            <a:endParaRPr sz="2600"/>
          </a:p>
          <a:p>
            <a:pPr marL="0" lvl="0" indent="0" algn="l" rtl="0">
              <a:spcBef>
                <a:spcPts val="1000"/>
              </a:spcBef>
              <a:spcAft>
                <a:spcPts val="0"/>
              </a:spcAft>
              <a:buNone/>
            </a:pPr>
            <a:r>
              <a:rPr lang="en-US" sz="2600"/>
              <a:t>return b</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return 10</a:t>
            </a:r>
            <a:endParaRPr sz="2600"/>
          </a:p>
          <a:p>
            <a:pPr marL="0" lvl="0" indent="0" algn="l" rtl="0">
              <a:spcBef>
                <a:spcPts val="1000"/>
              </a:spcBef>
              <a:spcAft>
                <a:spcPts val="0"/>
              </a:spcAft>
              <a:buNone/>
            </a:pPr>
            <a:r>
              <a:rPr lang="en-US" sz="2600"/>
              <a:t>end function funn()</a:t>
            </a:r>
            <a:endParaRPr sz="2600"/>
          </a:p>
        </p:txBody>
      </p:sp>
      <p:sp>
        <p:nvSpPr>
          <p:cNvPr id="675" name="Google Shape;675;g13a937d13f5_0_16"/>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27</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19</a:t>
            </a:r>
            <a:endParaRPr sz="2600">
              <a:solidFill>
                <a:schemeClr val="dk1"/>
              </a:solidFill>
              <a:latin typeface="Calibri"/>
              <a:ea typeface="Calibri"/>
              <a:cs typeface="Calibri"/>
              <a:sym typeface="Calibri"/>
            </a:endParaRPr>
          </a:p>
        </p:txBody>
      </p:sp>
      <p:pic>
        <p:nvPicPr>
          <p:cNvPr id="676" name="Google Shape;676;g13a937d13f5_0_16"/>
          <p:cNvPicPr preferRelativeResize="0"/>
          <p:nvPr/>
        </p:nvPicPr>
        <p:blipFill rotWithShape="1">
          <a:blip r:embed="rId3">
            <a:alphaModFix/>
          </a:blip>
          <a:srcRect/>
          <a:stretch/>
        </p:blipFill>
        <p:spPr>
          <a:xfrm>
            <a:off x="5472527" y="20702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6"/>
                                        </p:tgtEl>
                                        <p:attrNameLst>
                                          <p:attrName>style.visibility</p:attrName>
                                        </p:attrNameLst>
                                      </p:cBhvr>
                                      <p:to>
                                        <p:strVal val="visible"/>
                                      </p:to>
                                    </p:set>
                                    <p:animEffect transition="in" filter="fade">
                                      <p:cBhvr>
                                        <p:cTn id="7" dur="1000"/>
                                        <p:tgtEl>
                                          <p:spTgt spid="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g13a937d13f5_0_23"/>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 for n=35?</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fun1(integer n)</a:t>
            </a:r>
            <a:endParaRPr sz="2600"/>
          </a:p>
          <a:p>
            <a:pPr marL="0" lvl="0" indent="0" algn="l" rtl="0">
              <a:spcBef>
                <a:spcPts val="1000"/>
              </a:spcBef>
              <a:spcAft>
                <a:spcPts val="0"/>
              </a:spcAft>
              <a:buNone/>
            </a:pPr>
            <a:r>
              <a:rPr lang="en-US" sz="2600"/>
              <a:t>if (n&gt;5)</a:t>
            </a:r>
            <a:endParaRPr sz="2600"/>
          </a:p>
          <a:p>
            <a:pPr marL="0" lvl="0" indent="0" algn="l" rtl="0">
              <a:spcBef>
                <a:spcPts val="1000"/>
              </a:spcBef>
              <a:spcAft>
                <a:spcPts val="0"/>
              </a:spcAft>
              <a:buNone/>
            </a:pPr>
            <a:r>
              <a:rPr lang="en-US" sz="2600"/>
              <a:t>fun1(n-5)</a:t>
            </a:r>
            <a:endParaRPr sz="2600"/>
          </a:p>
          <a:p>
            <a:pPr marL="0" lvl="0" indent="0" algn="l" rtl="0">
              <a:spcBef>
                <a:spcPts val="1000"/>
              </a:spcBef>
              <a:spcAft>
                <a:spcPts val="0"/>
              </a:spcAft>
              <a:buNone/>
            </a:pPr>
            <a:r>
              <a:rPr lang="en-US" sz="2600"/>
              <a:t>print n</a:t>
            </a:r>
            <a:endParaRPr sz="2600"/>
          </a:p>
          <a:p>
            <a:pPr marL="0" lvl="0" indent="0" algn="l" rtl="0">
              <a:spcBef>
                <a:spcPts val="1000"/>
              </a:spcBef>
              <a:spcAft>
                <a:spcPts val="0"/>
              </a:spcAft>
              <a:buNone/>
            </a:pPr>
            <a:r>
              <a:rPr lang="en-US" sz="2600"/>
              <a:t>fun1(n/5)</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end function fun1()</a:t>
            </a:r>
            <a:endParaRPr sz="2600"/>
          </a:p>
        </p:txBody>
      </p:sp>
      <p:sp>
        <p:nvSpPr>
          <p:cNvPr id="683" name="Google Shape;683;g13a937d13f5_0_23"/>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10 15 20 25 30 6 35 7</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20 25 30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10 15 20 25 30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35 7</a:t>
            </a:r>
            <a:endParaRPr sz="2600">
              <a:solidFill>
                <a:schemeClr val="dk1"/>
              </a:solidFill>
              <a:latin typeface="Calibri"/>
              <a:ea typeface="Calibri"/>
              <a:cs typeface="Calibri"/>
              <a:sym typeface="Calibri"/>
            </a:endParaRPr>
          </a:p>
        </p:txBody>
      </p:sp>
      <p:pic>
        <p:nvPicPr>
          <p:cNvPr id="684" name="Google Shape;684;g13a937d13f5_0_23"/>
          <p:cNvPicPr preferRelativeResize="0"/>
          <p:nvPr/>
        </p:nvPicPr>
        <p:blipFill rotWithShape="1">
          <a:blip r:embed="rId3">
            <a:alphaModFix/>
          </a:blip>
          <a:srcRect/>
          <a:stretch/>
        </p:blipFill>
        <p:spPr>
          <a:xfrm>
            <a:off x="7852852" y="11272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84"/>
                                        </p:tgtEl>
                                        <p:attrNameLst>
                                          <p:attrName>style.visibility</p:attrName>
                                        </p:attrNameLst>
                                      </p:cBhvr>
                                      <p:to>
                                        <p:strVal val="visible"/>
                                      </p:to>
                                    </p:set>
                                    <p:animEffect transition="in" filter="fade">
                                      <p:cBhvr>
                                        <p:cTn id="7" dur="1000"/>
                                        <p:tgtEl>
                                          <p:spTgt spid="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g13a937d13f5_0_30"/>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r>
              <a:rPr lang="en-US" sz="2600"/>
              <a:t>integer x, y, z,j</a:t>
            </a:r>
            <a:endParaRPr sz="2600"/>
          </a:p>
          <a:p>
            <a:pPr marL="0" lvl="0" indent="0" algn="l" rtl="0">
              <a:spcBef>
                <a:spcPts val="1000"/>
              </a:spcBef>
              <a:spcAft>
                <a:spcPts val="0"/>
              </a:spcAft>
              <a:buNone/>
            </a:pPr>
            <a:r>
              <a:rPr lang="en-US" sz="2600"/>
              <a:t>set x=7, y=9</a:t>
            </a:r>
            <a:endParaRPr sz="2600"/>
          </a:p>
          <a:p>
            <a:pPr marL="0" lvl="0" indent="0" algn="l" rtl="0">
              <a:spcBef>
                <a:spcPts val="1000"/>
              </a:spcBef>
              <a:spcAft>
                <a:spcPts val="0"/>
              </a:spcAft>
              <a:buNone/>
            </a:pPr>
            <a:r>
              <a:rPr lang="en-US" sz="2600"/>
              <a:t>z= x+y</a:t>
            </a:r>
            <a:endParaRPr sz="2600"/>
          </a:p>
          <a:p>
            <a:pPr marL="0" lvl="0" indent="0" algn="l" rtl="0">
              <a:spcBef>
                <a:spcPts val="1000"/>
              </a:spcBef>
              <a:spcAft>
                <a:spcPts val="0"/>
              </a:spcAft>
              <a:buNone/>
            </a:pPr>
            <a:r>
              <a:rPr lang="en-US" sz="2600"/>
              <a:t>y = z mod x</a:t>
            </a:r>
            <a:endParaRPr sz="2600"/>
          </a:p>
          <a:p>
            <a:pPr marL="0" lvl="0" indent="0" algn="l" rtl="0">
              <a:spcBef>
                <a:spcPts val="1000"/>
              </a:spcBef>
              <a:spcAft>
                <a:spcPts val="0"/>
              </a:spcAft>
              <a:buNone/>
            </a:pPr>
            <a:r>
              <a:rPr lang="en-US" sz="2600"/>
              <a:t>x= x+y</a:t>
            </a:r>
            <a:endParaRPr sz="2600"/>
          </a:p>
          <a:p>
            <a:pPr marL="0" lvl="0" indent="0" algn="l" rtl="0">
              <a:spcBef>
                <a:spcPts val="1000"/>
              </a:spcBef>
              <a:spcAft>
                <a:spcPts val="0"/>
              </a:spcAft>
              <a:buNone/>
            </a:pPr>
            <a:r>
              <a:rPr lang="en-US" sz="2600"/>
              <a:t>y =x + z</a:t>
            </a:r>
            <a:endParaRPr sz="2600"/>
          </a:p>
          <a:p>
            <a:pPr marL="0" lvl="0" indent="0" algn="l" rtl="0">
              <a:spcBef>
                <a:spcPts val="1000"/>
              </a:spcBef>
              <a:spcAft>
                <a:spcPts val="0"/>
              </a:spcAft>
              <a:buNone/>
            </a:pPr>
            <a:r>
              <a:rPr lang="en-US" sz="2600"/>
              <a:t>for (each j from 3 to 4)</a:t>
            </a:r>
            <a:endParaRPr sz="2600"/>
          </a:p>
          <a:p>
            <a:pPr marL="0" lvl="0" indent="0" algn="l" rtl="0">
              <a:spcBef>
                <a:spcPts val="1000"/>
              </a:spcBef>
              <a:spcAft>
                <a:spcPts val="0"/>
              </a:spcAft>
              <a:buNone/>
            </a:pPr>
            <a:r>
              <a:rPr lang="en-US" sz="2600"/>
              <a:t>y= y-j</a:t>
            </a:r>
            <a:endParaRPr sz="2600"/>
          </a:p>
          <a:p>
            <a:pPr marL="0" lvl="0" indent="0" algn="l" rtl="0">
              <a:spcBef>
                <a:spcPts val="1000"/>
              </a:spcBef>
              <a:spcAft>
                <a:spcPts val="0"/>
              </a:spcAft>
              <a:buNone/>
            </a:pPr>
            <a:r>
              <a:rPr lang="en-US" sz="2600"/>
              <a:t>end for</a:t>
            </a:r>
            <a:endParaRPr sz="2600"/>
          </a:p>
          <a:p>
            <a:pPr marL="0" lvl="0" indent="0" algn="l" rtl="0">
              <a:spcBef>
                <a:spcPts val="1000"/>
              </a:spcBef>
              <a:spcAft>
                <a:spcPts val="0"/>
              </a:spcAft>
              <a:buNone/>
            </a:pPr>
            <a:r>
              <a:rPr lang="en-US" sz="2600"/>
              <a:t>print y</a:t>
            </a:r>
            <a:endParaRPr sz="2600"/>
          </a:p>
        </p:txBody>
      </p:sp>
      <p:sp>
        <p:nvSpPr>
          <p:cNvPr id="691" name="Google Shape;691;g13a937d13f5_0_30"/>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13</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8</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18</a:t>
            </a:r>
            <a:endParaRPr sz="2600">
              <a:solidFill>
                <a:schemeClr val="dk1"/>
              </a:solidFill>
              <a:latin typeface="Calibri"/>
              <a:ea typeface="Calibri"/>
              <a:cs typeface="Calibri"/>
              <a:sym typeface="Calibri"/>
            </a:endParaRPr>
          </a:p>
        </p:txBody>
      </p:sp>
      <p:pic>
        <p:nvPicPr>
          <p:cNvPr id="692" name="Google Shape;692;g13a937d13f5_0_30"/>
          <p:cNvPicPr preferRelativeResize="0"/>
          <p:nvPr/>
        </p:nvPicPr>
        <p:blipFill rotWithShape="1">
          <a:blip r:embed="rId3">
            <a:alphaModFix/>
          </a:blip>
          <a:srcRect/>
          <a:stretch/>
        </p:blipFill>
        <p:spPr>
          <a:xfrm>
            <a:off x="5472527" y="25356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92"/>
                                        </p:tgtEl>
                                        <p:attrNameLst>
                                          <p:attrName>style.visibility</p:attrName>
                                        </p:attrNameLst>
                                      </p:cBhvr>
                                      <p:to>
                                        <p:strVal val="visible"/>
                                      </p:to>
                                    </p:set>
                                    <p:animEffect transition="in" filter="fade">
                                      <p:cBhvr>
                                        <p:cTn id="7" dur="1000"/>
                                        <p:tgtEl>
                                          <p:spTgt spid="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13a937d13f5_0_37"/>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 for a=4, b=2?</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funn(integer a, integer b)</a:t>
            </a:r>
            <a:endParaRPr sz="2600"/>
          </a:p>
          <a:p>
            <a:pPr marL="0" lvl="0" indent="0" algn="l" rtl="0">
              <a:spcBef>
                <a:spcPts val="1000"/>
              </a:spcBef>
              <a:spcAft>
                <a:spcPts val="0"/>
              </a:spcAft>
              <a:buNone/>
            </a:pPr>
            <a:r>
              <a:rPr lang="en-US" sz="2600"/>
              <a:t>if (b&gt;a &amp;&amp; a&gt;0)</a:t>
            </a:r>
            <a:endParaRPr sz="2600"/>
          </a:p>
          <a:p>
            <a:pPr marL="0" lvl="0" indent="0" algn="l" rtl="0">
              <a:spcBef>
                <a:spcPts val="1000"/>
              </a:spcBef>
              <a:spcAft>
                <a:spcPts val="0"/>
              </a:spcAft>
              <a:buNone/>
            </a:pPr>
            <a:r>
              <a:rPr lang="en-US" sz="2600"/>
              <a:t>return funn(b - 2, a - 2)</a:t>
            </a:r>
            <a:endParaRPr sz="2600"/>
          </a:p>
          <a:p>
            <a:pPr marL="0" lvl="0" indent="0" algn="l" rtl="0">
              <a:spcBef>
                <a:spcPts val="1000"/>
              </a:spcBef>
              <a:spcAft>
                <a:spcPts val="0"/>
              </a:spcAft>
              <a:buNone/>
            </a:pPr>
            <a:r>
              <a:rPr lang="en-US" sz="2600"/>
              <a:t>else</a:t>
            </a:r>
            <a:endParaRPr sz="2600"/>
          </a:p>
          <a:p>
            <a:pPr marL="0" lvl="0" indent="0" algn="l" rtl="0">
              <a:spcBef>
                <a:spcPts val="1000"/>
              </a:spcBef>
              <a:spcAft>
                <a:spcPts val="0"/>
              </a:spcAft>
              <a:buNone/>
            </a:pPr>
            <a:r>
              <a:rPr lang="en-US" sz="2600"/>
              <a:t>return b - a</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return 1</a:t>
            </a:r>
            <a:endParaRPr sz="2600"/>
          </a:p>
          <a:p>
            <a:pPr marL="0" lvl="0" indent="0" algn="l" rtl="0">
              <a:spcBef>
                <a:spcPts val="1000"/>
              </a:spcBef>
              <a:spcAft>
                <a:spcPts val="0"/>
              </a:spcAft>
              <a:buNone/>
            </a:pPr>
            <a:r>
              <a:rPr lang="en-US" sz="2600"/>
              <a:t>end function funn ()</a:t>
            </a:r>
            <a:endParaRPr sz="2600"/>
          </a:p>
        </p:txBody>
      </p:sp>
      <p:sp>
        <p:nvSpPr>
          <p:cNvPr id="699" name="Google Shape;699;g13a937d13f5_0_37"/>
          <p:cNvSpPr txBox="1"/>
          <p:nvPr/>
        </p:nvSpPr>
        <p:spPr>
          <a:xfrm>
            <a:off x="4855350" y="1267875"/>
            <a:ext cx="8298900" cy="1554600"/>
          </a:xfrm>
          <a:prstGeom prst="rect">
            <a:avLst/>
          </a:prstGeom>
          <a:noFill/>
          <a:ln>
            <a:noFill/>
          </a:ln>
        </p:spPr>
        <p:txBody>
          <a:bodyPr spcFirstLastPara="1" wrap="square" lIns="91425" tIns="91425" rIns="91425" bIns="91425" anchor="t" anchorCtr="0">
            <a:spAutoFit/>
          </a:bodyPr>
          <a:lstStyle/>
          <a:p>
            <a:pPr marL="457200" lvl="0" indent="-355600" algn="l" rtl="0">
              <a:lnSpc>
                <a:spcPct val="115000"/>
              </a:lnSpc>
              <a:spcBef>
                <a:spcPts val="120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5</a:t>
            </a:r>
            <a:endParaRPr sz="200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0</a:t>
            </a:r>
            <a:endParaRPr sz="200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-4</a:t>
            </a:r>
            <a:endParaRPr sz="200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-2</a:t>
            </a:r>
            <a:endParaRPr sz="2000">
              <a:solidFill>
                <a:schemeClr val="dk1"/>
              </a:solidFill>
              <a:latin typeface="Calibri"/>
              <a:ea typeface="Calibri"/>
              <a:cs typeface="Calibri"/>
              <a:sym typeface="Calibri"/>
            </a:endParaRPr>
          </a:p>
        </p:txBody>
      </p:sp>
      <p:pic>
        <p:nvPicPr>
          <p:cNvPr id="700" name="Google Shape;700;g13a937d13f5_0_37"/>
          <p:cNvPicPr preferRelativeResize="0"/>
          <p:nvPr/>
        </p:nvPicPr>
        <p:blipFill rotWithShape="1">
          <a:blip r:embed="rId3">
            <a:alphaModFix/>
          </a:blip>
          <a:srcRect/>
          <a:stretch/>
        </p:blipFill>
        <p:spPr>
          <a:xfrm>
            <a:off x="5379077" y="21559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0"/>
                                        </p:tgtEl>
                                        <p:attrNameLst>
                                          <p:attrName>style.visibility</p:attrName>
                                        </p:attrNameLst>
                                      </p:cBhvr>
                                      <p:to>
                                        <p:strVal val="visible"/>
                                      </p:to>
                                    </p:set>
                                    <p:animEffect transition="in" filter="fade">
                                      <p:cBhvr>
                                        <p:cTn id="7" dur="1000"/>
                                        <p:tgtEl>
                                          <p:spTgt spid="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g13a937d13f5_0_44"/>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consider the pseudocode mention below.For how many times the while loop will occur?</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a</a:t>
            </a:r>
            <a:endParaRPr sz="2600"/>
          </a:p>
          <a:p>
            <a:pPr marL="0" lvl="0" indent="0" algn="l" rtl="0">
              <a:spcBef>
                <a:spcPts val="1000"/>
              </a:spcBef>
              <a:spcAft>
                <a:spcPts val="0"/>
              </a:spcAft>
              <a:buNone/>
            </a:pPr>
            <a:r>
              <a:rPr lang="en-US" sz="2600"/>
              <a:t>set a=1</a:t>
            </a:r>
            <a:endParaRPr sz="2600"/>
          </a:p>
          <a:p>
            <a:pPr marL="0" lvl="0" indent="0" algn="l" rtl="0">
              <a:spcBef>
                <a:spcPts val="1000"/>
              </a:spcBef>
              <a:spcAft>
                <a:spcPts val="0"/>
              </a:spcAft>
              <a:buNone/>
            </a:pPr>
            <a:r>
              <a:rPr lang="en-US" sz="2600"/>
              <a:t>while(a&lt;5)</a:t>
            </a:r>
            <a:endParaRPr sz="2600"/>
          </a:p>
          <a:p>
            <a:pPr marL="0" lvl="0" indent="0" algn="l" rtl="0">
              <a:spcBef>
                <a:spcPts val="1000"/>
              </a:spcBef>
              <a:spcAft>
                <a:spcPts val="0"/>
              </a:spcAft>
              <a:buNone/>
            </a:pPr>
            <a:r>
              <a:rPr lang="en-US" sz="2600"/>
              <a:t>a= a+2</a:t>
            </a:r>
            <a:endParaRPr sz="2600"/>
          </a:p>
          <a:p>
            <a:pPr marL="0" lvl="0" indent="0" algn="l" rtl="0">
              <a:spcBef>
                <a:spcPts val="1000"/>
              </a:spcBef>
              <a:spcAft>
                <a:spcPts val="0"/>
              </a:spcAft>
              <a:buNone/>
            </a:pPr>
            <a:r>
              <a:rPr lang="en-US" sz="2600"/>
              <a:t>end while</a:t>
            </a:r>
            <a:endParaRPr sz="2600"/>
          </a:p>
          <a:p>
            <a:pPr marL="0" lvl="0" indent="0" algn="l" rtl="0">
              <a:spcBef>
                <a:spcPts val="1000"/>
              </a:spcBef>
              <a:spcAft>
                <a:spcPts val="0"/>
              </a:spcAft>
              <a:buNone/>
            </a:pPr>
            <a:r>
              <a:rPr lang="en-US" sz="2600"/>
              <a:t>print a</a:t>
            </a:r>
            <a:endParaRPr sz="2600"/>
          </a:p>
        </p:txBody>
      </p:sp>
      <p:sp>
        <p:nvSpPr>
          <p:cNvPr id="707" name="Google Shape;707;g13a937d13f5_0_44"/>
          <p:cNvSpPr txBox="1"/>
          <p:nvPr/>
        </p:nvSpPr>
        <p:spPr>
          <a:xfrm>
            <a:off x="4855350" y="1267875"/>
            <a:ext cx="8298900" cy="1554600"/>
          </a:xfrm>
          <a:prstGeom prst="rect">
            <a:avLst/>
          </a:prstGeom>
          <a:noFill/>
          <a:ln>
            <a:noFill/>
          </a:ln>
        </p:spPr>
        <p:txBody>
          <a:bodyPr spcFirstLastPara="1" wrap="square" lIns="91425" tIns="91425" rIns="91425" bIns="91425" anchor="t" anchorCtr="0">
            <a:spAutoFit/>
          </a:bodyPr>
          <a:lstStyle/>
          <a:p>
            <a:pPr marL="457200" lvl="0" indent="-355600" algn="l" rtl="0">
              <a:lnSpc>
                <a:spcPct val="115000"/>
              </a:lnSpc>
              <a:spcBef>
                <a:spcPts val="120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4</a:t>
            </a:r>
            <a:endParaRPr sz="200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3</a:t>
            </a:r>
            <a:endParaRPr sz="200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2</a:t>
            </a:r>
            <a:endParaRPr sz="200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5</a:t>
            </a:r>
            <a:endParaRPr sz="2000">
              <a:solidFill>
                <a:schemeClr val="dk1"/>
              </a:solidFill>
              <a:latin typeface="Calibri"/>
              <a:ea typeface="Calibri"/>
              <a:cs typeface="Calibri"/>
              <a:sym typeface="Calibri"/>
            </a:endParaRPr>
          </a:p>
        </p:txBody>
      </p:sp>
      <p:pic>
        <p:nvPicPr>
          <p:cNvPr id="708" name="Google Shape;708;g13a937d13f5_0_44"/>
          <p:cNvPicPr preferRelativeResize="0"/>
          <p:nvPr/>
        </p:nvPicPr>
        <p:blipFill rotWithShape="1">
          <a:blip r:embed="rId3">
            <a:alphaModFix/>
          </a:blip>
          <a:srcRect/>
          <a:stretch/>
        </p:blipFill>
        <p:spPr>
          <a:xfrm>
            <a:off x="5379052" y="20702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8"/>
                                        </p:tgtEl>
                                        <p:attrNameLst>
                                          <p:attrName>style.visibility</p:attrName>
                                        </p:attrNameLst>
                                      </p:cBhvr>
                                      <p:to>
                                        <p:strVal val="visible"/>
                                      </p:to>
                                    </p:set>
                                    <p:animEffect transition="in" filter="fade">
                                      <p:cBhvr>
                                        <p:cTn id="7" dur="1000"/>
                                        <p:tgtEl>
                                          <p:spTgt spid="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13a937d13f5_0_51"/>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 for p=3, q=7?</a:t>
            </a:r>
            <a:endParaRPr sz="2600"/>
          </a:p>
          <a:p>
            <a:pPr marL="0" lvl="0" indent="0" algn="l" rtl="0">
              <a:spcBef>
                <a:spcPts val="1000"/>
              </a:spcBef>
              <a:spcAft>
                <a:spcPts val="0"/>
              </a:spcAft>
              <a:buNone/>
            </a:pPr>
            <a:r>
              <a:rPr lang="en-US" sz="2600"/>
              <a:t>integer function funn(integer p, integer q)</a:t>
            </a:r>
            <a:endParaRPr sz="2600"/>
          </a:p>
          <a:p>
            <a:pPr marL="0" lvl="0" indent="0" algn="l" rtl="0">
              <a:spcBef>
                <a:spcPts val="1000"/>
              </a:spcBef>
              <a:spcAft>
                <a:spcPts val="0"/>
              </a:spcAft>
              <a:buNone/>
            </a:pPr>
            <a:r>
              <a:rPr lang="en-US" sz="2600"/>
              <a:t>integer r</a:t>
            </a:r>
            <a:endParaRPr sz="2600"/>
          </a:p>
          <a:p>
            <a:pPr marL="0" lvl="0" indent="0" algn="l" rtl="0">
              <a:spcBef>
                <a:spcPts val="1000"/>
              </a:spcBef>
              <a:spcAft>
                <a:spcPts val="0"/>
              </a:spcAft>
              <a:buNone/>
            </a:pPr>
            <a:r>
              <a:rPr lang="en-US" sz="2600"/>
              <a:t>set r=p</a:t>
            </a:r>
            <a:endParaRPr sz="2600"/>
          </a:p>
          <a:p>
            <a:pPr marL="0" lvl="0" indent="0" algn="l" rtl="0">
              <a:spcBef>
                <a:spcPts val="1000"/>
              </a:spcBef>
              <a:spcAft>
                <a:spcPts val="0"/>
              </a:spcAft>
              <a:buNone/>
            </a:pPr>
            <a:r>
              <a:rPr lang="en-US" sz="2600"/>
              <a:t>p=q</a:t>
            </a:r>
            <a:endParaRPr sz="2600"/>
          </a:p>
          <a:p>
            <a:pPr marL="0" lvl="0" indent="0" algn="l" rtl="0">
              <a:spcBef>
                <a:spcPts val="1000"/>
              </a:spcBef>
              <a:spcAft>
                <a:spcPts val="0"/>
              </a:spcAft>
              <a:buNone/>
            </a:pPr>
            <a:r>
              <a:rPr lang="en-US" sz="2600"/>
              <a:t>r=p</a:t>
            </a:r>
            <a:endParaRPr sz="2600"/>
          </a:p>
          <a:p>
            <a:pPr marL="0" lvl="0" indent="0" algn="l" rtl="0">
              <a:spcBef>
                <a:spcPts val="1000"/>
              </a:spcBef>
              <a:spcAft>
                <a:spcPts val="0"/>
              </a:spcAft>
              <a:buNone/>
            </a:pPr>
            <a:r>
              <a:rPr lang="en-US" sz="2600"/>
              <a:t>q=r</a:t>
            </a:r>
            <a:endParaRPr sz="2600"/>
          </a:p>
          <a:p>
            <a:pPr marL="0" lvl="0" indent="0" algn="l" rtl="0">
              <a:spcBef>
                <a:spcPts val="1000"/>
              </a:spcBef>
              <a:spcAft>
                <a:spcPts val="0"/>
              </a:spcAft>
              <a:buNone/>
            </a:pPr>
            <a:r>
              <a:rPr lang="en-US" sz="2600"/>
              <a:t>p=r</a:t>
            </a:r>
            <a:endParaRPr sz="2600"/>
          </a:p>
          <a:p>
            <a:pPr marL="0" lvl="0" indent="0" algn="l" rtl="0">
              <a:spcBef>
                <a:spcPts val="1000"/>
              </a:spcBef>
              <a:spcAft>
                <a:spcPts val="0"/>
              </a:spcAft>
              <a:buNone/>
            </a:pPr>
            <a:r>
              <a:rPr lang="en-US" sz="2600"/>
              <a:t>return p+q</a:t>
            </a:r>
            <a:endParaRPr sz="2600"/>
          </a:p>
          <a:p>
            <a:pPr marL="0" lvl="0" indent="0" algn="l" rtl="0">
              <a:spcBef>
                <a:spcPts val="1000"/>
              </a:spcBef>
              <a:spcAft>
                <a:spcPts val="0"/>
              </a:spcAft>
              <a:buNone/>
            </a:pPr>
            <a:r>
              <a:rPr lang="en-US" sz="2600"/>
              <a:t>end function funn ()</a:t>
            </a:r>
            <a:endParaRPr sz="2600"/>
          </a:p>
        </p:txBody>
      </p:sp>
      <p:sp>
        <p:nvSpPr>
          <p:cNvPr id="715" name="Google Shape;715;g13a937d13f5_0_51"/>
          <p:cNvSpPr txBox="1"/>
          <p:nvPr/>
        </p:nvSpPr>
        <p:spPr>
          <a:xfrm>
            <a:off x="4855350" y="1267875"/>
            <a:ext cx="8298900" cy="1554600"/>
          </a:xfrm>
          <a:prstGeom prst="rect">
            <a:avLst/>
          </a:prstGeom>
          <a:noFill/>
          <a:ln>
            <a:noFill/>
          </a:ln>
        </p:spPr>
        <p:txBody>
          <a:bodyPr spcFirstLastPara="1" wrap="square" lIns="91425" tIns="91425" rIns="91425" bIns="91425" anchor="t" anchorCtr="0">
            <a:spAutoFit/>
          </a:bodyPr>
          <a:lstStyle/>
          <a:p>
            <a:pPr marL="457200" lvl="0" indent="-355600" algn="l" rtl="0">
              <a:lnSpc>
                <a:spcPct val="115000"/>
              </a:lnSpc>
              <a:spcBef>
                <a:spcPts val="120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14</a:t>
            </a:r>
            <a:endParaRPr sz="200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23</a:t>
            </a:r>
            <a:endParaRPr sz="200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15</a:t>
            </a:r>
            <a:endParaRPr sz="200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7</a:t>
            </a:r>
            <a:endParaRPr sz="2000">
              <a:solidFill>
                <a:schemeClr val="dk1"/>
              </a:solidFill>
              <a:latin typeface="Calibri"/>
              <a:ea typeface="Calibri"/>
              <a:cs typeface="Calibri"/>
              <a:sym typeface="Calibri"/>
            </a:endParaRPr>
          </a:p>
        </p:txBody>
      </p:sp>
      <p:pic>
        <p:nvPicPr>
          <p:cNvPr id="716" name="Google Shape;716;g13a937d13f5_0_51"/>
          <p:cNvPicPr preferRelativeResize="0"/>
          <p:nvPr/>
        </p:nvPicPr>
        <p:blipFill rotWithShape="1">
          <a:blip r:embed="rId3">
            <a:alphaModFix/>
          </a:blip>
          <a:srcRect/>
          <a:stretch/>
        </p:blipFill>
        <p:spPr>
          <a:xfrm>
            <a:off x="5472527" y="10538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6"/>
                                        </p:tgtEl>
                                        <p:attrNameLst>
                                          <p:attrName>style.visibility</p:attrName>
                                        </p:attrNameLst>
                                      </p:cBhvr>
                                      <p:to>
                                        <p:strVal val="visible"/>
                                      </p:to>
                                    </p:set>
                                    <p:animEffect transition="in" filter="fade">
                                      <p:cBhvr>
                                        <p:cTn id="7" dur="1000"/>
                                        <p:tgtEl>
                                          <p:spTgt spid="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g13a937d13f5_0_58"/>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 for x=45?</a:t>
            </a:r>
            <a:endParaRPr sz="2600"/>
          </a:p>
          <a:p>
            <a:pPr marL="0" lvl="0" indent="0" algn="l" rtl="0">
              <a:spcBef>
                <a:spcPts val="1000"/>
              </a:spcBef>
              <a:spcAft>
                <a:spcPts val="0"/>
              </a:spcAft>
              <a:buNone/>
            </a:pPr>
            <a:r>
              <a:rPr lang="en-US" sz="2600"/>
              <a:t>integer fun(integer x)</a:t>
            </a:r>
            <a:endParaRPr sz="2600"/>
          </a:p>
          <a:p>
            <a:pPr marL="0" lvl="0" indent="0" algn="l" rtl="0">
              <a:spcBef>
                <a:spcPts val="1000"/>
              </a:spcBef>
              <a:spcAft>
                <a:spcPts val="0"/>
              </a:spcAft>
              <a:buNone/>
            </a:pPr>
            <a:r>
              <a:rPr lang="en-US" sz="2600"/>
              <a:t>if((x MOD 6) MOD 2&gt; 0)</a:t>
            </a:r>
            <a:endParaRPr sz="2600"/>
          </a:p>
          <a:p>
            <a:pPr marL="0" lvl="0" indent="0" algn="l" rtl="0">
              <a:spcBef>
                <a:spcPts val="1000"/>
              </a:spcBef>
              <a:spcAft>
                <a:spcPts val="0"/>
              </a:spcAft>
              <a:buNone/>
            </a:pPr>
            <a:r>
              <a:rPr lang="en-US" sz="2600"/>
              <a:t>return x/9</a:t>
            </a:r>
            <a:endParaRPr sz="2600"/>
          </a:p>
          <a:p>
            <a:pPr marL="0" lvl="0" indent="0" algn="l" rtl="0">
              <a:spcBef>
                <a:spcPts val="1000"/>
              </a:spcBef>
              <a:spcAft>
                <a:spcPts val="0"/>
              </a:spcAft>
              <a:buNone/>
            </a:pPr>
            <a:r>
              <a:rPr lang="en-US" sz="2600"/>
              <a:t>else</a:t>
            </a:r>
            <a:endParaRPr sz="2600"/>
          </a:p>
          <a:p>
            <a:pPr marL="0" lvl="0" indent="0" algn="l" rtl="0">
              <a:spcBef>
                <a:spcPts val="1000"/>
              </a:spcBef>
              <a:spcAft>
                <a:spcPts val="0"/>
              </a:spcAft>
              <a:buNone/>
            </a:pPr>
            <a:r>
              <a:rPr lang="en-US" sz="2600"/>
              <a:t>return fun(x/9)</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end function fun()</a:t>
            </a:r>
            <a:endParaRPr sz="2600"/>
          </a:p>
          <a:p>
            <a:pPr marL="0" lvl="0" indent="0" algn="l" rtl="0">
              <a:spcBef>
                <a:spcPts val="1000"/>
              </a:spcBef>
              <a:spcAft>
                <a:spcPts val="0"/>
              </a:spcAft>
              <a:buNone/>
            </a:pPr>
            <a:r>
              <a:rPr lang="en-US" sz="2600"/>
              <a:t>[Note: MOD finds the remainder after the division of one number by another. For example, the expression "5 MOD" would  </a:t>
            </a:r>
            <a:endParaRPr sz="2600"/>
          </a:p>
          <a:p>
            <a:pPr marL="0" lvl="0" indent="0" algn="l" rtl="0">
              <a:spcBef>
                <a:spcPts val="1000"/>
              </a:spcBef>
              <a:spcAft>
                <a:spcPts val="0"/>
              </a:spcAft>
              <a:buNone/>
            </a:pPr>
            <a:r>
              <a:rPr lang="en-US" sz="2600"/>
              <a:t>evaluate to 1 because 2 leaves a quotient of 2 and a remainder 1]</a:t>
            </a:r>
            <a:endParaRPr sz="2600"/>
          </a:p>
        </p:txBody>
      </p:sp>
      <p:sp>
        <p:nvSpPr>
          <p:cNvPr id="723" name="Google Shape;723;g13a937d13f5_0_58"/>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infinite loop</a:t>
            </a:r>
            <a:endParaRPr sz="2600">
              <a:solidFill>
                <a:schemeClr val="dk1"/>
              </a:solidFill>
              <a:latin typeface="Calibri"/>
              <a:ea typeface="Calibri"/>
              <a:cs typeface="Calibri"/>
              <a:sym typeface="Calibri"/>
            </a:endParaRPr>
          </a:p>
        </p:txBody>
      </p:sp>
      <p:pic>
        <p:nvPicPr>
          <p:cNvPr id="724" name="Google Shape;724;g13a937d13f5_0_58"/>
          <p:cNvPicPr preferRelativeResize="0"/>
          <p:nvPr/>
        </p:nvPicPr>
        <p:blipFill rotWithShape="1">
          <a:blip r:embed="rId3">
            <a:alphaModFix/>
          </a:blip>
          <a:srcRect/>
          <a:stretch/>
        </p:blipFill>
        <p:spPr>
          <a:xfrm>
            <a:off x="5317827" y="16171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4"/>
                                        </p:tgtEl>
                                        <p:attrNameLst>
                                          <p:attrName>style.visibility</p:attrName>
                                        </p:attrNameLst>
                                      </p:cBhvr>
                                      <p:to>
                                        <p:strVal val="visible"/>
                                      </p:to>
                                    </p:set>
                                    <p:animEffect transition="in" filter="fade">
                                      <p:cBhvr>
                                        <p:cTn id="7" dur="1000"/>
                                        <p:tgtEl>
                                          <p:spTgt spid="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g13a937d13f5_0_65"/>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 for i=12?</a:t>
            </a:r>
            <a:endParaRPr sz="2600"/>
          </a:p>
          <a:p>
            <a:pPr marL="0" lvl="0" indent="0" algn="l" rtl="0">
              <a:spcBef>
                <a:spcPts val="1000"/>
              </a:spcBef>
              <a:spcAft>
                <a:spcPts val="0"/>
              </a:spcAft>
              <a:buNone/>
            </a:pPr>
            <a:r>
              <a:rPr lang="en-US" sz="2600"/>
              <a:t>integer fun (integer i)</a:t>
            </a:r>
            <a:endParaRPr sz="2600"/>
          </a:p>
          <a:p>
            <a:pPr marL="0" lvl="0" indent="0" algn="l" rtl="0">
              <a:spcBef>
                <a:spcPts val="1000"/>
              </a:spcBef>
              <a:spcAft>
                <a:spcPts val="0"/>
              </a:spcAft>
              <a:buNone/>
            </a:pPr>
            <a:r>
              <a:rPr lang="en-US" sz="2600"/>
              <a:t>if ((i/2)&lt;(i MOD 2))</a:t>
            </a:r>
            <a:endParaRPr sz="2600"/>
          </a:p>
          <a:p>
            <a:pPr marL="0" lvl="0" indent="0" algn="l" rtl="0">
              <a:spcBef>
                <a:spcPts val="1000"/>
              </a:spcBef>
              <a:spcAft>
                <a:spcPts val="0"/>
              </a:spcAft>
              <a:buNone/>
            </a:pPr>
            <a:r>
              <a:rPr lang="en-US" sz="2600"/>
              <a:t>return i+1</a:t>
            </a:r>
            <a:endParaRPr sz="2600"/>
          </a:p>
          <a:p>
            <a:pPr marL="0" lvl="0" indent="0" algn="l" rtl="0">
              <a:spcBef>
                <a:spcPts val="1000"/>
              </a:spcBef>
              <a:spcAft>
                <a:spcPts val="0"/>
              </a:spcAft>
              <a:buNone/>
            </a:pPr>
            <a:r>
              <a:rPr lang="en-US" sz="2600"/>
              <a:t>else</a:t>
            </a:r>
            <a:endParaRPr sz="2600"/>
          </a:p>
          <a:p>
            <a:pPr marL="0" lvl="0" indent="0" algn="l" rtl="0">
              <a:spcBef>
                <a:spcPts val="1000"/>
              </a:spcBef>
              <a:spcAft>
                <a:spcPts val="0"/>
              </a:spcAft>
              <a:buNone/>
            </a:pPr>
            <a:r>
              <a:rPr lang="en-US" sz="2600"/>
              <a:t>return fun(fun( i -6))</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end function fun ()</a:t>
            </a:r>
            <a:endParaRPr sz="2600"/>
          </a:p>
          <a:p>
            <a:pPr marL="0" lvl="0" indent="0" algn="l" rtl="0">
              <a:spcBef>
                <a:spcPts val="1000"/>
              </a:spcBef>
              <a:spcAft>
                <a:spcPts val="0"/>
              </a:spcAft>
              <a:buNone/>
            </a:pPr>
            <a:r>
              <a:rPr lang="en-US" sz="2600"/>
              <a:t>[Note: MOD finds the remainder after the division of one number by another. For example, the expression "5 MOD" would  </a:t>
            </a:r>
            <a:endParaRPr sz="2600"/>
          </a:p>
          <a:p>
            <a:pPr marL="0" lvl="0" indent="0" algn="l" rtl="0">
              <a:spcBef>
                <a:spcPts val="1000"/>
              </a:spcBef>
              <a:spcAft>
                <a:spcPts val="0"/>
              </a:spcAft>
              <a:buNone/>
            </a:pPr>
            <a:r>
              <a:rPr lang="en-US" sz="2600"/>
              <a:t>evaluate to 1 because 2 leaves a quotient of 2 and a remainder 1]</a:t>
            </a:r>
            <a:endParaRPr sz="2600"/>
          </a:p>
        </p:txBody>
      </p:sp>
      <p:sp>
        <p:nvSpPr>
          <p:cNvPr id="731" name="Google Shape;731;g13a937d13f5_0_65"/>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-7</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13</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a:t>
            </a:r>
            <a:endParaRPr sz="2600">
              <a:solidFill>
                <a:schemeClr val="dk1"/>
              </a:solidFill>
              <a:latin typeface="Calibri"/>
              <a:ea typeface="Calibri"/>
              <a:cs typeface="Calibri"/>
              <a:sym typeface="Calibri"/>
            </a:endParaRPr>
          </a:p>
        </p:txBody>
      </p:sp>
      <p:pic>
        <p:nvPicPr>
          <p:cNvPr id="732" name="Google Shape;732;g13a937d13f5_0_65"/>
          <p:cNvPicPr preferRelativeResize="0"/>
          <p:nvPr/>
        </p:nvPicPr>
        <p:blipFill rotWithShape="1">
          <a:blip r:embed="rId3">
            <a:alphaModFix/>
          </a:blip>
          <a:srcRect/>
          <a:stretch/>
        </p:blipFill>
        <p:spPr>
          <a:xfrm>
            <a:off x="5391327" y="15803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2"/>
                                        </p:tgtEl>
                                        <p:attrNameLst>
                                          <p:attrName>style.visibility</p:attrName>
                                        </p:attrNameLst>
                                      </p:cBhvr>
                                      <p:to>
                                        <p:strVal val="visible"/>
                                      </p:to>
                                    </p:set>
                                    <p:animEffect transition="in" filter="fade">
                                      <p:cBhvr>
                                        <p:cTn id="7" dur="1000"/>
                                        <p:tgtEl>
                                          <p:spTgt spid="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g13a937d13f5_0_72"/>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 for a=9, b = 7?</a:t>
            </a:r>
            <a:endParaRPr sz="2600"/>
          </a:p>
          <a:p>
            <a:pPr marL="0" lvl="0" indent="0" algn="l" rtl="0">
              <a:spcBef>
                <a:spcPts val="1000"/>
              </a:spcBef>
              <a:spcAft>
                <a:spcPts val="0"/>
              </a:spcAft>
              <a:buNone/>
            </a:pPr>
            <a:r>
              <a:rPr lang="en-US" sz="2600"/>
              <a:t>integer funn(integer a, integer b)</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c</a:t>
            </a:r>
            <a:endParaRPr sz="2600"/>
          </a:p>
          <a:p>
            <a:pPr marL="0" lvl="0" indent="0" algn="l" rtl="0">
              <a:spcBef>
                <a:spcPts val="1000"/>
              </a:spcBef>
              <a:spcAft>
                <a:spcPts val="0"/>
              </a:spcAft>
              <a:buNone/>
            </a:pPr>
            <a:r>
              <a:rPr lang="en-US" sz="2600"/>
              <a:t>set c=2</a:t>
            </a:r>
            <a:endParaRPr sz="2600"/>
          </a:p>
          <a:p>
            <a:pPr marL="0" lvl="0" indent="0" algn="l" rtl="0">
              <a:spcBef>
                <a:spcPts val="1000"/>
              </a:spcBef>
              <a:spcAft>
                <a:spcPts val="0"/>
              </a:spcAft>
              <a:buNone/>
            </a:pPr>
            <a:r>
              <a:rPr lang="en-US" sz="2600"/>
              <a:t>b= b MOD c</a:t>
            </a:r>
            <a:endParaRPr sz="2600"/>
          </a:p>
          <a:p>
            <a:pPr marL="0" lvl="0" indent="0" algn="l" rtl="0">
              <a:spcBef>
                <a:spcPts val="1000"/>
              </a:spcBef>
              <a:spcAft>
                <a:spcPts val="0"/>
              </a:spcAft>
              <a:buNone/>
            </a:pPr>
            <a:r>
              <a:rPr lang="en-US" sz="2600"/>
              <a:t>a= a MOD c</a:t>
            </a:r>
            <a:endParaRPr sz="2600"/>
          </a:p>
          <a:p>
            <a:pPr marL="0" lvl="0" indent="0" algn="l" rtl="0">
              <a:spcBef>
                <a:spcPts val="1000"/>
              </a:spcBef>
              <a:spcAft>
                <a:spcPts val="0"/>
              </a:spcAft>
              <a:buNone/>
            </a:pPr>
            <a:r>
              <a:rPr lang="en-US" sz="2600"/>
              <a:t>return a+b</a:t>
            </a:r>
            <a:endParaRPr sz="2600"/>
          </a:p>
          <a:p>
            <a:pPr marL="0" lvl="0" indent="0" algn="l" rtl="0">
              <a:spcBef>
                <a:spcPts val="1000"/>
              </a:spcBef>
              <a:spcAft>
                <a:spcPts val="0"/>
              </a:spcAft>
              <a:buNone/>
            </a:pPr>
            <a:r>
              <a:rPr lang="en-US" sz="2600"/>
              <a:t>end function funn( )</a:t>
            </a:r>
            <a:endParaRPr sz="2600"/>
          </a:p>
        </p:txBody>
      </p:sp>
      <p:sp>
        <p:nvSpPr>
          <p:cNvPr id="739" name="Google Shape;739;g13a937d13f5_0_72"/>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17</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a:t>
            </a:r>
            <a:endParaRPr sz="2600">
              <a:solidFill>
                <a:schemeClr val="dk1"/>
              </a:solidFill>
              <a:latin typeface="Calibri"/>
              <a:ea typeface="Calibri"/>
              <a:cs typeface="Calibri"/>
              <a:sym typeface="Calibri"/>
            </a:endParaRPr>
          </a:p>
        </p:txBody>
      </p:sp>
      <p:pic>
        <p:nvPicPr>
          <p:cNvPr id="740" name="Google Shape;740;g13a937d13f5_0_72"/>
          <p:cNvPicPr preferRelativeResize="0"/>
          <p:nvPr/>
        </p:nvPicPr>
        <p:blipFill rotWithShape="1">
          <a:blip r:embed="rId3">
            <a:alphaModFix/>
          </a:blip>
          <a:srcRect/>
          <a:stretch/>
        </p:blipFill>
        <p:spPr>
          <a:xfrm>
            <a:off x="5379077" y="25233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0"/>
                                        </p:tgtEl>
                                        <p:attrNameLst>
                                          <p:attrName>style.visibility</p:attrName>
                                        </p:attrNameLst>
                                      </p:cBhvr>
                                      <p:to>
                                        <p:strVal val="visible"/>
                                      </p:to>
                                    </p:set>
                                    <p:animEffect transition="in" filter="fade">
                                      <p:cBhvr>
                                        <p:cTn id="7" dur="1000"/>
                                        <p:tgtEl>
                                          <p:spTgt spid="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13a937d13f5_0_79"/>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char str[20]</a:t>
            </a:r>
            <a:endParaRPr sz="2600"/>
          </a:p>
          <a:p>
            <a:pPr marL="0" lvl="0" indent="0" algn="l" rtl="0">
              <a:spcBef>
                <a:spcPts val="1000"/>
              </a:spcBef>
              <a:spcAft>
                <a:spcPts val="0"/>
              </a:spcAft>
              <a:buNone/>
            </a:pPr>
            <a:r>
              <a:rPr lang="en-US" sz="2600"/>
              <a:t>integer s</a:t>
            </a:r>
            <a:endParaRPr sz="2600"/>
          </a:p>
          <a:p>
            <a:pPr marL="0" lvl="0" indent="0" algn="l" rtl="0">
              <a:spcBef>
                <a:spcPts val="1000"/>
              </a:spcBef>
              <a:spcAft>
                <a:spcPts val="0"/>
              </a:spcAft>
              <a:buNone/>
            </a:pPr>
            <a:r>
              <a:rPr lang="en-US" sz="2600"/>
              <a:t>set str ="ABCDEFGH"</a:t>
            </a:r>
            <a:endParaRPr sz="2600"/>
          </a:p>
          <a:p>
            <a:pPr marL="0" lvl="0" indent="0" algn="l" rtl="0">
              <a:spcBef>
                <a:spcPts val="1000"/>
              </a:spcBef>
              <a:spcAft>
                <a:spcPts val="0"/>
              </a:spcAft>
              <a:buNone/>
            </a:pPr>
            <a:r>
              <a:rPr lang="en-US" sz="2600"/>
              <a:t>s=string_length(str)</a:t>
            </a:r>
            <a:endParaRPr sz="2600"/>
          </a:p>
          <a:p>
            <a:pPr marL="0" lvl="0" indent="0" algn="l" rtl="0">
              <a:spcBef>
                <a:spcPts val="1000"/>
              </a:spcBef>
              <a:spcAft>
                <a:spcPts val="0"/>
              </a:spcAft>
              <a:buNone/>
            </a:pPr>
            <a:r>
              <a:rPr lang="en-US" sz="2600"/>
              <a:t>str[5]=NULL</a:t>
            </a:r>
            <a:endParaRPr sz="2600"/>
          </a:p>
          <a:p>
            <a:pPr marL="0" lvl="0" indent="0" algn="l" rtl="0">
              <a:spcBef>
                <a:spcPts val="1000"/>
              </a:spcBef>
              <a:spcAft>
                <a:spcPts val="0"/>
              </a:spcAft>
              <a:buNone/>
            </a:pPr>
            <a:r>
              <a:rPr lang="en-US" sz="2600"/>
              <a:t>s=strlen(str)</a:t>
            </a:r>
            <a:endParaRPr sz="2600"/>
          </a:p>
          <a:p>
            <a:pPr marL="0" lvl="0" indent="0" algn="l" rtl="0">
              <a:spcBef>
                <a:spcPts val="1000"/>
              </a:spcBef>
              <a:spcAft>
                <a:spcPts val="0"/>
              </a:spcAft>
              <a:buNone/>
            </a:pPr>
            <a:r>
              <a:rPr lang="en-US" sz="2600"/>
              <a:t>print s</a:t>
            </a:r>
            <a:endParaRPr sz="2600"/>
          </a:p>
        </p:txBody>
      </p:sp>
      <p:sp>
        <p:nvSpPr>
          <p:cNvPr id="747" name="Google Shape;747;g13a937d13f5_0_79"/>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none of the mentioned options</a:t>
            </a:r>
            <a:endParaRPr sz="2600">
              <a:solidFill>
                <a:schemeClr val="dk1"/>
              </a:solidFill>
              <a:latin typeface="Calibri"/>
              <a:ea typeface="Calibri"/>
              <a:cs typeface="Calibri"/>
              <a:sym typeface="Calibri"/>
            </a:endParaRPr>
          </a:p>
        </p:txBody>
      </p:sp>
      <p:pic>
        <p:nvPicPr>
          <p:cNvPr id="748" name="Google Shape;748;g13a937d13f5_0_79"/>
          <p:cNvPicPr preferRelativeResize="0"/>
          <p:nvPr/>
        </p:nvPicPr>
        <p:blipFill rotWithShape="1">
          <a:blip r:embed="rId3">
            <a:alphaModFix/>
          </a:blip>
          <a:srcRect/>
          <a:stretch/>
        </p:blipFill>
        <p:spPr>
          <a:xfrm>
            <a:off x="5268852" y="21314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8"/>
                                        </p:tgtEl>
                                        <p:attrNameLst>
                                          <p:attrName>style.visibility</p:attrName>
                                        </p:attrNameLst>
                                      </p:cBhvr>
                                      <p:to>
                                        <p:strVal val="visible"/>
                                      </p:to>
                                    </p:set>
                                    <p:animEffect transition="in" filter="fade">
                                      <p:cBhvr>
                                        <p:cTn id="7" dur="1000"/>
                                        <p:tgtEl>
                                          <p:spTgt spid="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g13a937d13f5_0_86"/>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integer a,b,c</a:t>
            </a:r>
            <a:endParaRPr sz="2600"/>
          </a:p>
          <a:p>
            <a:pPr marL="0" lvl="0" indent="0" algn="l" rtl="0">
              <a:spcBef>
                <a:spcPts val="1000"/>
              </a:spcBef>
              <a:spcAft>
                <a:spcPts val="0"/>
              </a:spcAft>
              <a:buNone/>
            </a:pPr>
            <a:r>
              <a:rPr lang="en-US" sz="2600"/>
              <a:t>set a=3, b=2, c=0</a:t>
            </a:r>
            <a:endParaRPr sz="2600"/>
          </a:p>
          <a:p>
            <a:pPr marL="0" lvl="0" indent="0" algn="l" rtl="0">
              <a:spcBef>
                <a:spcPts val="1000"/>
              </a:spcBef>
              <a:spcAft>
                <a:spcPts val="0"/>
              </a:spcAft>
              <a:buNone/>
            </a:pPr>
            <a:r>
              <a:rPr lang="en-US" sz="2600"/>
              <a:t>while(1)</a:t>
            </a:r>
            <a:endParaRPr sz="2600"/>
          </a:p>
          <a:p>
            <a:pPr marL="0" lvl="0" indent="0" algn="l" rtl="0">
              <a:spcBef>
                <a:spcPts val="1000"/>
              </a:spcBef>
              <a:spcAft>
                <a:spcPts val="0"/>
              </a:spcAft>
              <a:buNone/>
            </a:pPr>
            <a:r>
              <a:rPr lang="en-US" sz="2600"/>
              <a:t>c=a+b</a:t>
            </a:r>
            <a:endParaRPr sz="2600"/>
          </a:p>
          <a:p>
            <a:pPr marL="0" lvl="0" indent="0" algn="l" rtl="0">
              <a:spcBef>
                <a:spcPts val="1000"/>
              </a:spcBef>
              <a:spcAft>
                <a:spcPts val="0"/>
              </a:spcAft>
              <a:buNone/>
            </a:pPr>
            <a:r>
              <a:rPr lang="en-US" sz="2600"/>
              <a:t>a=a+c</a:t>
            </a:r>
            <a:endParaRPr sz="2600"/>
          </a:p>
          <a:p>
            <a:pPr marL="0" lvl="0" indent="0" algn="l" rtl="0">
              <a:spcBef>
                <a:spcPts val="1000"/>
              </a:spcBef>
              <a:spcAft>
                <a:spcPts val="0"/>
              </a:spcAft>
              <a:buNone/>
            </a:pPr>
            <a:r>
              <a:rPr lang="en-US" sz="2600"/>
              <a:t>if(a&gt;30)</a:t>
            </a:r>
            <a:endParaRPr sz="2600"/>
          </a:p>
          <a:p>
            <a:pPr marL="0" lvl="0" indent="0" algn="l" rtl="0">
              <a:spcBef>
                <a:spcPts val="1000"/>
              </a:spcBef>
              <a:spcAft>
                <a:spcPts val="0"/>
              </a:spcAft>
              <a:buNone/>
            </a:pPr>
            <a:r>
              <a:rPr lang="en-US" sz="2600"/>
              <a:t>jump out of the loop</a:t>
            </a:r>
            <a:endParaRPr sz="2600"/>
          </a:p>
          <a:p>
            <a:pPr marL="0" lvl="0" indent="0" algn="l" rtl="0">
              <a:spcBef>
                <a:spcPts val="1000"/>
              </a:spcBef>
              <a:spcAft>
                <a:spcPts val="0"/>
              </a:spcAft>
              <a:buNone/>
            </a:pPr>
            <a:r>
              <a:rPr lang="en-US" sz="2600"/>
              <a:t>else</a:t>
            </a:r>
            <a:endParaRPr sz="2600"/>
          </a:p>
          <a:p>
            <a:pPr marL="0" lvl="0" indent="0" algn="l" rtl="0">
              <a:spcBef>
                <a:spcPts val="1000"/>
              </a:spcBef>
              <a:spcAft>
                <a:spcPts val="0"/>
              </a:spcAft>
              <a:buNone/>
            </a:pPr>
            <a:r>
              <a:rPr lang="en-US" sz="2600"/>
              <a:t>b=b+a</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print b</a:t>
            </a:r>
            <a:endParaRPr sz="2600"/>
          </a:p>
          <a:p>
            <a:pPr marL="0" lvl="0" indent="0" algn="l" rtl="0">
              <a:spcBef>
                <a:spcPts val="1000"/>
              </a:spcBef>
              <a:spcAft>
                <a:spcPts val="0"/>
              </a:spcAft>
              <a:buNone/>
            </a:pPr>
            <a:r>
              <a:rPr lang="en-US" sz="2600"/>
              <a:t>end while</a:t>
            </a:r>
            <a:endParaRPr sz="2600"/>
          </a:p>
        </p:txBody>
      </p:sp>
      <p:sp>
        <p:nvSpPr>
          <p:cNvPr id="755" name="Google Shape;755;g13a937d13f5_0_86"/>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10 24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5 10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10 36</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15 20</a:t>
            </a:r>
            <a:endParaRPr sz="2600">
              <a:solidFill>
                <a:schemeClr val="dk1"/>
              </a:solidFill>
              <a:latin typeface="Calibri"/>
              <a:ea typeface="Calibri"/>
              <a:cs typeface="Calibri"/>
              <a:sym typeface="Calibri"/>
            </a:endParaRPr>
          </a:p>
        </p:txBody>
      </p:sp>
      <p:pic>
        <p:nvPicPr>
          <p:cNvPr id="756" name="Google Shape;756;g13a937d13f5_0_86"/>
          <p:cNvPicPr preferRelativeResize="0"/>
          <p:nvPr/>
        </p:nvPicPr>
        <p:blipFill rotWithShape="1">
          <a:blip r:embed="rId3">
            <a:alphaModFix/>
          </a:blip>
          <a:srcRect/>
          <a:stretch/>
        </p:blipFill>
        <p:spPr>
          <a:xfrm>
            <a:off x="5819552" y="21314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6"/>
                                        </p:tgtEl>
                                        <p:attrNameLst>
                                          <p:attrName>style.visibility</p:attrName>
                                        </p:attrNameLst>
                                      </p:cBhvr>
                                      <p:to>
                                        <p:strVal val="visible"/>
                                      </p:to>
                                    </p:set>
                                    <p:animEffect transition="in" filter="fade">
                                      <p:cBhvr>
                                        <p:cTn id="7" dur="1000"/>
                                        <p:tgtEl>
                                          <p:spTgt spid="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g13a937d13f5_0_93"/>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m</a:t>
            </a:r>
            <a:endParaRPr sz="2600"/>
          </a:p>
          <a:p>
            <a:pPr marL="0" lvl="0" indent="0" algn="l" rtl="0">
              <a:spcBef>
                <a:spcPts val="1000"/>
              </a:spcBef>
              <a:spcAft>
                <a:spcPts val="0"/>
              </a:spcAft>
              <a:buNone/>
            </a:pPr>
            <a:r>
              <a:rPr lang="en-US" sz="2600"/>
              <a:t>set m=0</a:t>
            </a:r>
            <a:endParaRPr sz="2600"/>
          </a:p>
          <a:p>
            <a:pPr marL="0" lvl="0" indent="0" algn="l" rtl="0">
              <a:spcBef>
                <a:spcPts val="1000"/>
              </a:spcBef>
              <a:spcAft>
                <a:spcPts val="0"/>
              </a:spcAft>
              <a:buNone/>
            </a:pPr>
            <a:r>
              <a:rPr lang="en-US" sz="2600"/>
              <a:t>integer p[5]={1,4,5,6,7}</a:t>
            </a:r>
            <a:endParaRPr sz="2600"/>
          </a:p>
          <a:p>
            <a:pPr marL="0" lvl="0" indent="0" algn="l" rtl="0">
              <a:spcBef>
                <a:spcPts val="1000"/>
              </a:spcBef>
              <a:spcAft>
                <a:spcPts val="0"/>
              </a:spcAft>
              <a:buNone/>
            </a:pPr>
            <a:r>
              <a:rPr lang="en-US" sz="2600"/>
              <a:t>if (p[0] &amp; p[1])</a:t>
            </a:r>
            <a:endParaRPr sz="2600"/>
          </a:p>
          <a:p>
            <a:pPr marL="0" lvl="0" indent="0" algn="l" rtl="0">
              <a:spcBef>
                <a:spcPts val="1000"/>
              </a:spcBef>
              <a:spcAft>
                <a:spcPts val="0"/>
              </a:spcAft>
              <a:buNone/>
            </a:pPr>
            <a:r>
              <a:rPr lang="en-US" sz="2600"/>
              <a:t>m=1</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if (p[2] &amp; p[4])</a:t>
            </a:r>
            <a:endParaRPr sz="2600"/>
          </a:p>
          <a:p>
            <a:pPr marL="0" lvl="0" indent="0" algn="l" rtl="0">
              <a:spcBef>
                <a:spcPts val="1000"/>
              </a:spcBef>
              <a:spcAft>
                <a:spcPts val="0"/>
              </a:spcAft>
              <a:buNone/>
            </a:pPr>
            <a:r>
              <a:rPr lang="en-US" sz="2600"/>
              <a:t>m=p[3]</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print m</a:t>
            </a:r>
            <a:endParaRPr sz="2600"/>
          </a:p>
        </p:txBody>
      </p:sp>
      <p:sp>
        <p:nvSpPr>
          <p:cNvPr id="763" name="Google Shape;763;g13a937d13f5_0_93"/>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a:t>
            </a:r>
            <a:endParaRPr sz="2600">
              <a:solidFill>
                <a:schemeClr val="dk1"/>
              </a:solidFill>
              <a:latin typeface="Calibri"/>
              <a:ea typeface="Calibri"/>
              <a:cs typeface="Calibri"/>
              <a:sym typeface="Calibri"/>
            </a:endParaRPr>
          </a:p>
        </p:txBody>
      </p:sp>
      <p:pic>
        <p:nvPicPr>
          <p:cNvPr id="764" name="Google Shape;764;g13a937d13f5_0_93"/>
          <p:cNvPicPr preferRelativeResize="0"/>
          <p:nvPr/>
        </p:nvPicPr>
        <p:blipFill rotWithShape="1">
          <a:blip r:embed="rId3">
            <a:alphaModFix/>
          </a:blip>
          <a:srcRect/>
          <a:stretch/>
        </p:blipFill>
        <p:spPr>
          <a:xfrm>
            <a:off x="5379077" y="24866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64"/>
                                        </p:tgtEl>
                                        <p:attrNameLst>
                                          <p:attrName>style.visibility</p:attrName>
                                        </p:attrNameLst>
                                      </p:cBhvr>
                                      <p:to>
                                        <p:strVal val="visible"/>
                                      </p:to>
                                    </p:set>
                                    <p:animEffect transition="in" filter="fade">
                                      <p:cBhvr>
                                        <p:cTn id="7" dur="1000"/>
                                        <p:tgtEl>
                                          <p:spTgt spid="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g13a937d13f5_0_100"/>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k, m</a:t>
            </a:r>
            <a:endParaRPr sz="2600"/>
          </a:p>
          <a:p>
            <a:pPr marL="0" lvl="0" indent="0" algn="l" rtl="0">
              <a:spcBef>
                <a:spcPts val="1000"/>
              </a:spcBef>
              <a:spcAft>
                <a:spcPts val="0"/>
              </a:spcAft>
              <a:buNone/>
            </a:pPr>
            <a:r>
              <a:rPr lang="en-US" sz="2600"/>
              <a:t>set m=0</a:t>
            </a:r>
            <a:endParaRPr sz="2600"/>
          </a:p>
          <a:p>
            <a:pPr marL="0" lvl="0" indent="0" algn="l" rtl="0">
              <a:spcBef>
                <a:spcPts val="1000"/>
              </a:spcBef>
              <a:spcAft>
                <a:spcPts val="0"/>
              </a:spcAft>
              <a:buNone/>
            </a:pPr>
            <a:r>
              <a:rPr lang="en-US" sz="2600"/>
              <a:t>integer p[3]={1,7,6}</a:t>
            </a:r>
            <a:endParaRPr sz="2600"/>
          </a:p>
          <a:p>
            <a:pPr marL="0" lvl="0" indent="0" algn="l" rtl="0">
              <a:spcBef>
                <a:spcPts val="1000"/>
              </a:spcBef>
              <a:spcAft>
                <a:spcPts val="0"/>
              </a:spcAft>
              <a:buNone/>
            </a:pPr>
            <a:r>
              <a:rPr lang="en-US" sz="2600"/>
              <a:t>for (each k from 0 to 2)</a:t>
            </a:r>
            <a:endParaRPr sz="2600"/>
          </a:p>
          <a:p>
            <a:pPr marL="0" lvl="0" indent="0" algn="l" rtl="0">
              <a:spcBef>
                <a:spcPts val="1000"/>
              </a:spcBef>
              <a:spcAft>
                <a:spcPts val="0"/>
              </a:spcAft>
              <a:buNone/>
            </a:pPr>
            <a:r>
              <a:rPr lang="en-US" sz="2600"/>
              <a:t>p[k]=p[k] + k</a:t>
            </a:r>
            <a:endParaRPr sz="2600"/>
          </a:p>
          <a:p>
            <a:pPr marL="0" lvl="0" indent="0" algn="l" rtl="0">
              <a:spcBef>
                <a:spcPts val="1000"/>
              </a:spcBef>
              <a:spcAft>
                <a:spcPts val="0"/>
              </a:spcAft>
              <a:buNone/>
            </a:pPr>
            <a:r>
              <a:rPr lang="en-US" sz="2600"/>
              <a:t>end for</a:t>
            </a:r>
            <a:endParaRPr sz="2600"/>
          </a:p>
          <a:p>
            <a:pPr marL="0" lvl="0" indent="0" algn="l" rtl="0">
              <a:spcBef>
                <a:spcPts val="1000"/>
              </a:spcBef>
              <a:spcAft>
                <a:spcPts val="0"/>
              </a:spcAft>
              <a:buNone/>
            </a:pPr>
            <a:r>
              <a:rPr lang="en-US" sz="2600"/>
              <a:t>m = p[2] &amp; 2</a:t>
            </a:r>
            <a:endParaRPr sz="2600"/>
          </a:p>
          <a:p>
            <a:pPr marL="0" lvl="0" indent="0" algn="l" rtl="0">
              <a:spcBef>
                <a:spcPts val="1000"/>
              </a:spcBef>
              <a:spcAft>
                <a:spcPts val="0"/>
              </a:spcAft>
              <a:buNone/>
            </a:pPr>
            <a:r>
              <a:rPr lang="en-US" sz="2600"/>
              <a:t>print m</a:t>
            </a:r>
            <a:endParaRPr sz="2600"/>
          </a:p>
        </p:txBody>
      </p:sp>
      <p:sp>
        <p:nvSpPr>
          <p:cNvPr id="771" name="Google Shape;771;g13a937d13f5_0_100"/>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-3</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a:t>
            </a:r>
            <a:endParaRPr sz="2600">
              <a:solidFill>
                <a:schemeClr val="dk1"/>
              </a:solidFill>
              <a:latin typeface="Calibri"/>
              <a:ea typeface="Calibri"/>
              <a:cs typeface="Calibri"/>
              <a:sym typeface="Calibri"/>
            </a:endParaRPr>
          </a:p>
        </p:txBody>
      </p:sp>
      <p:pic>
        <p:nvPicPr>
          <p:cNvPr id="772" name="Google Shape;772;g13a937d13f5_0_100"/>
          <p:cNvPicPr preferRelativeResize="0"/>
          <p:nvPr/>
        </p:nvPicPr>
        <p:blipFill rotWithShape="1">
          <a:blip r:embed="rId3">
            <a:alphaModFix/>
          </a:blip>
          <a:srcRect/>
          <a:stretch/>
        </p:blipFill>
        <p:spPr>
          <a:xfrm>
            <a:off x="5403577" y="15926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72"/>
                                        </p:tgtEl>
                                        <p:attrNameLst>
                                          <p:attrName>style.visibility</p:attrName>
                                        </p:attrNameLst>
                                      </p:cBhvr>
                                      <p:to>
                                        <p:strVal val="visible"/>
                                      </p:to>
                                    </p:set>
                                    <p:animEffect transition="in" filter="fade">
                                      <p:cBhvr>
                                        <p:cTn id="7" dur="1000"/>
                                        <p:tgtEl>
                                          <p:spTgt spid="7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g13a937d13f5_0_107"/>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i, n=10, val=0</a:t>
            </a:r>
            <a:endParaRPr sz="2600"/>
          </a:p>
          <a:p>
            <a:pPr marL="0" lvl="0" indent="0" algn="l" rtl="0">
              <a:spcBef>
                <a:spcPts val="1000"/>
              </a:spcBef>
              <a:spcAft>
                <a:spcPts val="0"/>
              </a:spcAft>
              <a:buNone/>
            </a:pPr>
            <a:r>
              <a:rPr lang="en-US" sz="2600"/>
              <a:t>for (each i from 0 to n - 1)</a:t>
            </a:r>
            <a:endParaRPr sz="2600"/>
          </a:p>
          <a:p>
            <a:pPr marL="0" lvl="0" indent="0" algn="l" rtl="0">
              <a:spcBef>
                <a:spcPts val="1000"/>
              </a:spcBef>
              <a:spcAft>
                <a:spcPts val="0"/>
              </a:spcAft>
              <a:buNone/>
            </a:pPr>
            <a:r>
              <a:rPr lang="en-US" sz="2600"/>
              <a:t>val =i + n</a:t>
            </a:r>
            <a:endParaRPr sz="2600"/>
          </a:p>
          <a:p>
            <a:pPr marL="0" lvl="0" indent="0" algn="l" rtl="0">
              <a:spcBef>
                <a:spcPts val="1000"/>
              </a:spcBef>
              <a:spcAft>
                <a:spcPts val="0"/>
              </a:spcAft>
              <a:buNone/>
            </a:pPr>
            <a:r>
              <a:rPr lang="en-US" sz="2600"/>
              <a:t>val = val + n</a:t>
            </a:r>
            <a:endParaRPr sz="2600"/>
          </a:p>
          <a:p>
            <a:pPr marL="0" lvl="0" indent="0" algn="l" rtl="0">
              <a:spcBef>
                <a:spcPts val="1000"/>
              </a:spcBef>
              <a:spcAft>
                <a:spcPts val="0"/>
              </a:spcAft>
              <a:buNone/>
            </a:pPr>
            <a:r>
              <a:rPr lang="en-US" sz="2600"/>
              <a:t>end for</a:t>
            </a:r>
            <a:endParaRPr sz="2600"/>
          </a:p>
          <a:p>
            <a:pPr marL="0" lvl="0" indent="0" algn="l" rtl="0">
              <a:spcBef>
                <a:spcPts val="1000"/>
              </a:spcBef>
              <a:spcAft>
                <a:spcPts val="0"/>
              </a:spcAft>
              <a:buNone/>
            </a:pPr>
            <a:r>
              <a:rPr lang="en-US" sz="2600"/>
              <a:t>print val</a:t>
            </a:r>
            <a:endParaRPr sz="2600"/>
          </a:p>
        </p:txBody>
      </p:sp>
      <p:sp>
        <p:nvSpPr>
          <p:cNvPr id="779" name="Google Shape;779;g13a937d13f5_0_107"/>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29</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55</a:t>
            </a:r>
            <a:endParaRPr sz="2600">
              <a:solidFill>
                <a:schemeClr val="dk1"/>
              </a:solidFill>
              <a:latin typeface="Calibri"/>
              <a:ea typeface="Calibri"/>
              <a:cs typeface="Calibri"/>
              <a:sym typeface="Calibri"/>
            </a:endParaRPr>
          </a:p>
        </p:txBody>
      </p:sp>
      <p:pic>
        <p:nvPicPr>
          <p:cNvPr id="780" name="Google Shape;780;g13a937d13f5_0_107"/>
          <p:cNvPicPr preferRelativeResize="0"/>
          <p:nvPr/>
        </p:nvPicPr>
        <p:blipFill rotWithShape="1">
          <a:blip r:embed="rId3">
            <a:alphaModFix/>
          </a:blip>
          <a:srcRect/>
          <a:stretch/>
        </p:blipFill>
        <p:spPr>
          <a:xfrm>
            <a:off x="5472527" y="16416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0"/>
                                        </p:tgtEl>
                                        <p:attrNameLst>
                                          <p:attrName>style.visibility</p:attrName>
                                        </p:attrNameLst>
                                      </p:cBhvr>
                                      <p:to>
                                        <p:strVal val="visible"/>
                                      </p:to>
                                    </p:set>
                                    <p:animEffect transition="in" filter="fade">
                                      <p:cBhvr>
                                        <p:cTn id="7" dur="1000"/>
                                        <p:tgtEl>
                                          <p:spTgt spid="7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g13a937d13f5_0_114"/>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pp, qq, rr</a:t>
            </a:r>
            <a:endParaRPr sz="2600"/>
          </a:p>
          <a:p>
            <a:pPr marL="0" lvl="0" indent="0" algn="l" rtl="0">
              <a:spcBef>
                <a:spcPts val="1000"/>
              </a:spcBef>
              <a:spcAft>
                <a:spcPts val="0"/>
              </a:spcAft>
              <a:buNone/>
            </a:pPr>
            <a:r>
              <a:rPr lang="en-US" sz="2600"/>
              <a:t>set pp=4, qq=2</a:t>
            </a:r>
            <a:endParaRPr sz="2600"/>
          </a:p>
          <a:p>
            <a:pPr marL="0" lvl="0" indent="0" algn="l" rtl="0">
              <a:spcBef>
                <a:spcPts val="1000"/>
              </a:spcBef>
              <a:spcAft>
                <a:spcPts val="0"/>
              </a:spcAft>
              <a:buNone/>
            </a:pPr>
            <a:r>
              <a:rPr lang="en-US" sz="2600"/>
              <a:t>for (each rr from 1 to 3)</a:t>
            </a:r>
            <a:endParaRPr sz="2600"/>
          </a:p>
          <a:p>
            <a:pPr marL="0" lvl="0" indent="0" algn="l" rtl="0">
              <a:spcBef>
                <a:spcPts val="1000"/>
              </a:spcBef>
              <a:spcAft>
                <a:spcPts val="0"/>
              </a:spcAft>
              <a:buNone/>
            </a:pPr>
            <a:r>
              <a:rPr lang="en-US" sz="2600"/>
              <a:t>pp= qq + rr</a:t>
            </a:r>
            <a:endParaRPr sz="2600"/>
          </a:p>
          <a:p>
            <a:pPr marL="0" lvl="0" indent="0" algn="l" rtl="0">
              <a:spcBef>
                <a:spcPts val="1000"/>
              </a:spcBef>
              <a:spcAft>
                <a:spcPts val="0"/>
              </a:spcAft>
              <a:buNone/>
            </a:pPr>
            <a:r>
              <a:rPr lang="en-US" sz="2600"/>
              <a:t>if(qq &gt; rr)</a:t>
            </a:r>
            <a:endParaRPr sz="2600"/>
          </a:p>
          <a:p>
            <a:pPr marL="0" lvl="0" indent="0" algn="l" rtl="0">
              <a:spcBef>
                <a:spcPts val="1000"/>
              </a:spcBef>
              <a:spcAft>
                <a:spcPts val="0"/>
              </a:spcAft>
              <a:buNone/>
            </a:pPr>
            <a:r>
              <a:rPr lang="en-US" sz="2600"/>
              <a:t>jump out of the loop</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end for</a:t>
            </a:r>
            <a:endParaRPr sz="2600"/>
          </a:p>
          <a:p>
            <a:pPr marL="0" lvl="0" indent="0" algn="l" rtl="0">
              <a:spcBef>
                <a:spcPts val="1000"/>
              </a:spcBef>
              <a:spcAft>
                <a:spcPts val="0"/>
              </a:spcAft>
              <a:buNone/>
            </a:pPr>
            <a:r>
              <a:rPr lang="en-US" sz="2600"/>
              <a:t>print pp + qq</a:t>
            </a:r>
            <a:endParaRPr sz="2600"/>
          </a:p>
        </p:txBody>
      </p:sp>
      <p:sp>
        <p:nvSpPr>
          <p:cNvPr id="787" name="Google Shape;787;g13a937d13f5_0_114"/>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9</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a:t>
            </a:r>
            <a:endParaRPr sz="2600">
              <a:solidFill>
                <a:schemeClr val="dk1"/>
              </a:solidFill>
              <a:latin typeface="Calibri"/>
              <a:ea typeface="Calibri"/>
              <a:cs typeface="Calibri"/>
              <a:sym typeface="Calibri"/>
            </a:endParaRPr>
          </a:p>
        </p:txBody>
      </p:sp>
      <p:pic>
        <p:nvPicPr>
          <p:cNvPr id="788" name="Google Shape;788;g13a937d13f5_0_114"/>
          <p:cNvPicPr preferRelativeResize="0"/>
          <p:nvPr/>
        </p:nvPicPr>
        <p:blipFill rotWithShape="1">
          <a:blip r:embed="rId3">
            <a:alphaModFix/>
          </a:blip>
          <a:srcRect/>
          <a:stretch/>
        </p:blipFill>
        <p:spPr>
          <a:xfrm>
            <a:off x="5354577" y="10660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8"/>
                                        </p:tgtEl>
                                        <p:attrNameLst>
                                          <p:attrName>style.visibility</p:attrName>
                                        </p:attrNameLst>
                                      </p:cBhvr>
                                      <p:to>
                                        <p:strVal val="visible"/>
                                      </p:to>
                                    </p:set>
                                    <p:animEffect transition="in" filter="fade">
                                      <p:cBhvr>
                                        <p:cTn id="7" dur="1000"/>
                                        <p:tgtEl>
                                          <p:spTgt spid="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13a937d13f5_0_121"/>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a,b,c</a:t>
            </a:r>
            <a:endParaRPr sz="2600"/>
          </a:p>
          <a:p>
            <a:pPr marL="0" lvl="0" indent="0" algn="l" rtl="0">
              <a:spcBef>
                <a:spcPts val="1000"/>
              </a:spcBef>
              <a:spcAft>
                <a:spcPts val="0"/>
              </a:spcAft>
              <a:buNone/>
            </a:pPr>
            <a:r>
              <a:rPr lang="en-US" sz="2600"/>
              <a:t>set a=1, b=3, c=7</a:t>
            </a:r>
            <a:endParaRPr sz="2600"/>
          </a:p>
          <a:p>
            <a:pPr marL="0" lvl="0" indent="0" algn="l" rtl="0">
              <a:spcBef>
                <a:spcPts val="1000"/>
              </a:spcBef>
              <a:spcAft>
                <a:spcPts val="0"/>
              </a:spcAft>
              <a:buNone/>
            </a:pPr>
            <a:r>
              <a:rPr lang="en-US" sz="2600"/>
              <a:t>a= a+b</a:t>
            </a:r>
            <a:endParaRPr sz="2600"/>
          </a:p>
          <a:p>
            <a:pPr marL="0" lvl="0" indent="0" algn="l" rtl="0">
              <a:spcBef>
                <a:spcPts val="1000"/>
              </a:spcBef>
              <a:spcAft>
                <a:spcPts val="0"/>
              </a:spcAft>
              <a:buNone/>
            </a:pPr>
            <a:r>
              <a:rPr lang="en-US" sz="2600"/>
              <a:t>if(a + b)</a:t>
            </a:r>
            <a:endParaRPr sz="2600"/>
          </a:p>
          <a:p>
            <a:pPr marL="0" lvl="0" indent="0" algn="l" rtl="0">
              <a:spcBef>
                <a:spcPts val="1000"/>
              </a:spcBef>
              <a:spcAft>
                <a:spcPts val="0"/>
              </a:spcAft>
              <a:buNone/>
            </a:pPr>
            <a:r>
              <a:rPr lang="en-US" sz="2600"/>
              <a:t>if( b + ( c^ a))</a:t>
            </a:r>
            <a:endParaRPr sz="2600"/>
          </a:p>
          <a:p>
            <a:pPr marL="0" lvl="0" indent="0" algn="l" rtl="0">
              <a:spcBef>
                <a:spcPts val="1000"/>
              </a:spcBef>
              <a:spcAft>
                <a:spcPts val="0"/>
              </a:spcAft>
              <a:buNone/>
            </a:pPr>
            <a:r>
              <a:rPr lang="en-US" sz="2600"/>
              <a:t>a=2</a:t>
            </a:r>
            <a:endParaRPr sz="2600"/>
          </a:p>
          <a:p>
            <a:pPr marL="0" lvl="0" indent="0" algn="l" rtl="0">
              <a:spcBef>
                <a:spcPts val="1000"/>
              </a:spcBef>
              <a:spcAft>
                <a:spcPts val="0"/>
              </a:spcAft>
              <a:buNone/>
            </a:pPr>
            <a:r>
              <a:rPr lang="en-US" sz="2600"/>
              <a:t>b =a</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print a + b +c</a:t>
            </a:r>
            <a:endParaRPr sz="2600"/>
          </a:p>
        </p:txBody>
      </p:sp>
      <p:sp>
        <p:nvSpPr>
          <p:cNvPr id="795" name="Google Shape;795;g13a937d13f5_0_121"/>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a:t>
            </a:r>
            <a:endParaRPr sz="2600">
              <a:solidFill>
                <a:schemeClr val="dk1"/>
              </a:solidFill>
              <a:latin typeface="Calibri"/>
              <a:ea typeface="Calibri"/>
              <a:cs typeface="Calibri"/>
              <a:sym typeface="Calibri"/>
            </a:endParaRPr>
          </a:p>
        </p:txBody>
      </p:sp>
      <p:pic>
        <p:nvPicPr>
          <p:cNvPr id="796" name="Google Shape;796;g13a937d13f5_0_121"/>
          <p:cNvPicPr preferRelativeResize="0"/>
          <p:nvPr/>
        </p:nvPicPr>
        <p:blipFill rotWithShape="1">
          <a:blip r:embed="rId3">
            <a:alphaModFix/>
          </a:blip>
          <a:srcRect/>
          <a:stretch/>
        </p:blipFill>
        <p:spPr>
          <a:xfrm>
            <a:off x="5543102" y="20702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96"/>
                                        </p:tgtEl>
                                        <p:attrNameLst>
                                          <p:attrName>style.visibility</p:attrName>
                                        </p:attrNameLst>
                                      </p:cBhvr>
                                      <p:to>
                                        <p:strVal val="visible"/>
                                      </p:to>
                                    </p:set>
                                    <p:animEffect transition="in" filter="fade">
                                      <p:cBhvr>
                                        <p:cTn id="7" dur="1000"/>
                                        <p:tgtEl>
                                          <p:spTgt spid="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g13a937d13f5_0_128"/>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For which of the following values of p, q, and r the output of the following pseudocode will be inside if?</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p,q,r</a:t>
            </a:r>
            <a:endParaRPr sz="2600"/>
          </a:p>
          <a:p>
            <a:pPr marL="0" lvl="0" indent="0" algn="l" rtl="0">
              <a:spcBef>
                <a:spcPts val="1000"/>
              </a:spcBef>
              <a:spcAft>
                <a:spcPts val="0"/>
              </a:spcAft>
              <a:buNone/>
            </a:pPr>
            <a:r>
              <a:rPr lang="en-US" sz="2600"/>
              <a:t>p=p+q+r-9</a:t>
            </a:r>
            <a:endParaRPr sz="2600"/>
          </a:p>
          <a:p>
            <a:pPr marL="0" lvl="0" indent="0" algn="l" rtl="0">
              <a:spcBef>
                <a:spcPts val="1000"/>
              </a:spcBef>
              <a:spcAft>
                <a:spcPts val="0"/>
              </a:spcAft>
              <a:buNone/>
            </a:pPr>
            <a:r>
              <a:rPr lang="en-US" sz="2600"/>
              <a:t>q=(p+q)/2</a:t>
            </a:r>
            <a:endParaRPr sz="2600"/>
          </a:p>
          <a:p>
            <a:pPr marL="0" lvl="0" indent="0" algn="l" rtl="0">
              <a:spcBef>
                <a:spcPts val="1000"/>
              </a:spcBef>
              <a:spcAft>
                <a:spcPts val="0"/>
              </a:spcAft>
              <a:buNone/>
            </a:pPr>
            <a:r>
              <a:rPr lang="en-US" sz="2600"/>
              <a:t>if(p&gt;q)</a:t>
            </a:r>
            <a:endParaRPr sz="2600"/>
          </a:p>
          <a:p>
            <a:pPr marL="0" lvl="0" indent="0" algn="l" rtl="0">
              <a:spcBef>
                <a:spcPts val="1000"/>
              </a:spcBef>
              <a:spcAft>
                <a:spcPts val="0"/>
              </a:spcAft>
              <a:buNone/>
            </a:pPr>
            <a:r>
              <a:rPr lang="en-US" sz="2600"/>
              <a:t>print "inside if"</a:t>
            </a:r>
            <a:endParaRPr sz="2600"/>
          </a:p>
          <a:p>
            <a:pPr marL="0" lvl="0" indent="0" algn="l" rtl="0">
              <a:spcBef>
                <a:spcPts val="1000"/>
              </a:spcBef>
              <a:spcAft>
                <a:spcPts val="0"/>
              </a:spcAft>
              <a:buNone/>
            </a:pPr>
            <a:r>
              <a:rPr lang="en-US" sz="2600"/>
              <a:t>else</a:t>
            </a:r>
            <a:endParaRPr sz="2600"/>
          </a:p>
          <a:p>
            <a:pPr marL="0" lvl="0" indent="0" algn="l" rtl="0">
              <a:spcBef>
                <a:spcPts val="1000"/>
              </a:spcBef>
              <a:spcAft>
                <a:spcPts val="0"/>
              </a:spcAft>
              <a:buNone/>
            </a:pPr>
            <a:r>
              <a:rPr lang="en-US" sz="2600"/>
              <a:t>print " inside else"</a:t>
            </a:r>
            <a:endParaRPr sz="2600"/>
          </a:p>
          <a:p>
            <a:pPr marL="0" lvl="0" indent="0" algn="l" rtl="0">
              <a:spcBef>
                <a:spcPts val="1000"/>
              </a:spcBef>
              <a:spcAft>
                <a:spcPts val="0"/>
              </a:spcAft>
              <a:buNone/>
            </a:pPr>
            <a:r>
              <a:rPr lang="en-US" sz="2600"/>
              <a:t>end if</a:t>
            </a:r>
            <a:endParaRPr sz="2600"/>
          </a:p>
        </p:txBody>
      </p:sp>
      <p:sp>
        <p:nvSpPr>
          <p:cNvPr id="803" name="Google Shape;803;g13a937d13f5_0_128"/>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None of the mentioned options</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p=24,q=24,r=-15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p=12,q=7,r=-1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p=12,q=24,r=-5</a:t>
            </a:r>
            <a:endParaRPr sz="2600">
              <a:solidFill>
                <a:schemeClr val="dk1"/>
              </a:solidFill>
              <a:latin typeface="Calibri"/>
              <a:ea typeface="Calibri"/>
              <a:cs typeface="Calibri"/>
              <a:sym typeface="Calibri"/>
            </a:endParaRPr>
          </a:p>
        </p:txBody>
      </p:sp>
      <p:pic>
        <p:nvPicPr>
          <p:cNvPr id="804" name="Google Shape;804;g13a937d13f5_0_128"/>
          <p:cNvPicPr preferRelativeResize="0"/>
          <p:nvPr/>
        </p:nvPicPr>
        <p:blipFill rotWithShape="1">
          <a:blip r:embed="rId3">
            <a:alphaModFix/>
          </a:blip>
          <a:srcRect/>
          <a:stretch/>
        </p:blipFill>
        <p:spPr>
          <a:xfrm>
            <a:off x="7032327" y="21192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04"/>
                                        </p:tgtEl>
                                        <p:attrNameLst>
                                          <p:attrName>style.visibility</p:attrName>
                                        </p:attrNameLst>
                                      </p:cBhvr>
                                      <p:to>
                                        <p:strVal val="visible"/>
                                      </p:to>
                                    </p:set>
                                    <p:animEffect transition="in" filter="fade">
                                      <p:cBhvr>
                                        <p:cTn id="7" dur="1000"/>
                                        <p:tgtEl>
                                          <p:spTgt spid="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13a937d13f5_0_135"/>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x,y,z,a</a:t>
            </a:r>
            <a:endParaRPr sz="2600"/>
          </a:p>
          <a:p>
            <a:pPr marL="0" lvl="0" indent="0" algn="l" rtl="0">
              <a:spcBef>
                <a:spcPts val="1000"/>
              </a:spcBef>
              <a:spcAft>
                <a:spcPts val="0"/>
              </a:spcAft>
              <a:buNone/>
            </a:pPr>
            <a:r>
              <a:rPr lang="en-US" sz="2600"/>
              <a:t>set x=2,y=1,z=5</a:t>
            </a:r>
            <a:endParaRPr sz="2600"/>
          </a:p>
          <a:p>
            <a:pPr marL="0" lvl="0" indent="0" algn="l" rtl="0">
              <a:spcBef>
                <a:spcPts val="1000"/>
              </a:spcBef>
              <a:spcAft>
                <a:spcPts val="0"/>
              </a:spcAft>
              <a:buNone/>
            </a:pPr>
            <a:r>
              <a:rPr lang="en-US" sz="2600"/>
              <a:t>a=(x AND y) OR (z+1)</a:t>
            </a:r>
            <a:endParaRPr sz="2600"/>
          </a:p>
          <a:p>
            <a:pPr marL="0" lvl="0" indent="0" algn="l" rtl="0">
              <a:spcBef>
                <a:spcPts val="1000"/>
              </a:spcBef>
              <a:spcAft>
                <a:spcPts val="0"/>
              </a:spcAft>
              <a:buNone/>
            </a:pPr>
            <a:r>
              <a:rPr lang="en-US" sz="2600"/>
              <a:t>print a</a:t>
            </a:r>
            <a:endParaRPr sz="2600"/>
          </a:p>
        </p:txBody>
      </p:sp>
      <p:sp>
        <p:nvSpPr>
          <p:cNvPr id="811" name="Google Shape;811;g13a937d13f5_0_135"/>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3</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a:t>
            </a:r>
            <a:endParaRPr sz="2600">
              <a:solidFill>
                <a:schemeClr val="dk1"/>
              </a:solidFill>
              <a:latin typeface="Calibri"/>
              <a:ea typeface="Calibri"/>
              <a:cs typeface="Calibri"/>
              <a:sym typeface="Calibri"/>
            </a:endParaRPr>
          </a:p>
        </p:txBody>
      </p:sp>
      <p:pic>
        <p:nvPicPr>
          <p:cNvPr id="812" name="Google Shape;812;g13a937d13f5_0_135"/>
          <p:cNvPicPr preferRelativeResize="0"/>
          <p:nvPr/>
        </p:nvPicPr>
        <p:blipFill rotWithShape="1">
          <a:blip r:embed="rId3">
            <a:alphaModFix/>
          </a:blip>
          <a:srcRect/>
          <a:stretch/>
        </p:blipFill>
        <p:spPr>
          <a:xfrm>
            <a:off x="5354577" y="20824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2"/>
                                        </p:tgtEl>
                                        <p:attrNameLst>
                                          <p:attrName>style.visibility</p:attrName>
                                        </p:attrNameLst>
                                      </p:cBhvr>
                                      <p:to>
                                        <p:strVal val="visible"/>
                                      </p:to>
                                    </p:set>
                                    <p:animEffect transition="in" filter="fade">
                                      <p:cBhvr>
                                        <p:cTn id="7" dur="1000"/>
                                        <p:tgtEl>
                                          <p:spTgt spid="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g13a937d13f5_0_142"/>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j,m</a:t>
            </a:r>
            <a:endParaRPr sz="2600"/>
          </a:p>
          <a:p>
            <a:pPr marL="0" lvl="0" indent="0" algn="l" rtl="0">
              <a:spcBef>
                <a:spcPts val="1000"/>
              </a:spcBef>
              <a:spcAft>
                <a:spcPts val="0"/>
              </a:spcAft>
              <a:buNone/>
            </a:pPr>
            <a:r>
              <a:rPr lang="en-US" sz="2600"/>
              <a:t>set m=0</a:t>
            </a:r>
            <a:endParaRPr sz="2600"/>
          </a:p>
          <a:p>
            <a:pPr marL="0" lvl="0" indent="0" algn="l" rtl="0">
              <a:spcBef>
                <a:spcPts val="1000"/>
              </a:spcBef>
              <a:spcAft>
                <a:spcPts val="0"/>
              </a:spcAft>
              <a:buNone/>
            </a:pPr>
            <a:r>
              <a:rPr lang="en-US" sz="2600"/>
              <a:t>integer a[4]={10,11,3,2}</a:t>
            </a:r>
            <a:endParaRPr sz="2600"/>
          </a:p>
          <a:p>
            <a:pPr marL="0" lvl="0" indent="0" algn="l" rtl="0">
              <a:spcBef>
                <a:spcPts val="1000"/>
              </a:spcBef>
              <a:spcAft>
                <a:spcPts val="0"/>
              </a:spcAft>
              <a:buNone/>
            </a:pPr>
            <a:r>
              <a:rPr lang="en-US" sz="2600"/>
              <a:t>for (each j from m to m+3)</a:t>
            </a:r>
            <a:endParaRPr sz="2600"/>
          </a:p>
          <a:p>
            <a:pPr marL="0" lvl="0" indent="0" algn="l" rtl="0">
              <a:spcBef>
                <a:spcPts val="1000"/>
              </a:spcBef>
              <a:spcAft>
                <a:spcPts val="0"/>
              </a:spcAft>
              <a:buNone/>
            </a:pPr>
            <a:r>
              <a:rPr lang="en-US" sz="2600"/>
              <a:t>if (j&gt; 0)</a:t>
            </a:r>
            <a:endParaRPr sz="2600"/>
          </a:p>
          <a:p>
            <a:pPr marL="0" lvl="0" indent="0" algn="l" rtl="0">
              <a:spcBef>
                <a:spcPts val="1000"/>
              </a:spcBef>
              <a:spcAft>
                <a:spcPts val="0"/>
              </a:spcAft>
              <a:buNone/>
            </a:pPr>
            <a:r>
              <a:rPr lang="en-US" sz="2600"/>
              <a:t>a[j]= a[j-1] + 2</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end for</a:t>
            </a:r>
            <a:endParaRPr sz="2600"/>
          </a:p>
          <a:p>
            <a:pPr marL="0" lvl="0" indent="0" algn="l" rtl="0">
              <a:spcBef>
                <a:spcPts val="1000"/>
              </a:spcBef>
              <a:spcAft>
                <a:spcPts val="0"/>
              </a:spcAft>
              <a:buNone/>
            </a:pPr>
            <a:r>
              <a:rPr lang="en-US" sz="2600"/>
              <a:t>m= a[0] + a[2] + a[1]</a:t>
            </a:r>
            <a:endParaRPr sz="2600"/>
          </a:p>
          <a:p>
            <a:pPr marL="0" lvl="0" indent="0" algn="l" rtl="0">
              <a:spcBef>
                <a:spcPts val="1000"/>
              </a:spcBef>
              <a:spcAft>
                <a:spcPts val="0"/>
              </a:spcAft>
              <a:buNone/>
            </a:pPr>
            <a:r>
              <a:rPr lang="en-US" sz="2600"/>
              <a:t>print m</a:t>
            </a:r>
            <a:endParaRPr sz="2600"/>
          </a:p>
        </p:txBody>
      </p:sp>
      <p:sp>
        <p:nvSpPr>
          <p:cNvPr id="819" name="Google Shape;819;g13a937d13f5_0_142"/>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29</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36</a:t>
            </a:r>
            <a:endParaRPr sz="2600">
              <a:solidFill>
                <a:schemeClr val="dk1"/>
              </a:solidFill>
              <a:latin typeface="Calibri"/>
              <a:ea typeface="Calibri"/>
              <a:cs typeface="Calibri"/>
              <a:sym typeface="Calibri"/>
            </a:endParaRPr>
          </a:p>
        </p:txBody>
      </p:sp>
      <p:pic>
        <p:nvPicPr>
          <p:cNvPr id="820" name="Google Shape;820;g13a937d13f5_0_142"/>
          <p:cNvPicPr preferRelativeResize="0"/>
          <p:nvPr/>
        </p:nvPicPr>
        <p:blipFill rotWithShape="1">
          <a:blip r:embed="rId3">
            <a:alphaModFix/>
          </a:blip>
          <a:srcRect/>
          <a:stretch/>
        </p:blipFill>
        <p:spPr>
          <a:xfrm>
            <a:off x="5472527" y="26468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0"/>
                                        </p:tgtEl>
                                        <p:attrNameLst>
                                          <p:attrName>style.visibility</p:attrName>
                                        </p:attrNameLst>
                                      </p:cBhvr>
                                      <p:to>
                                        <p:strVal val="visible"/>
                                      </p:to>
                                    </p:set>
                                    <p:animEffect transition="in" filter="fade">
                                      <p:cBhvr>
                                        <p:cTn id="7" dur="1000"/>
                                        <p:tgtEl>
                                          <p:spTgt spid="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g13a937d13f5_0_149"/>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400"/>
              <a:t>What will be the output of the following pseudocode for b [] ={11, 12,18,28,45} and n=5?</a:t>
            </a:r>
            <a:endParaRPr sz="2400"/>
          </a:p>
          <a:p>
            <a:pPr marL="0" lvl="0" indent="0" algn="l" rtl="0">
              <a:spcBef>
                <a:spcPts val="1000"/>
              </a:spcBef>
              <a:spcAft>
                <a:spcPts val="0"/>
              </a:spcAft>
              <a:buNone/>
            </a:pPr>
            <a:r>
              <a:rPr lang="en-US" sz="2400"/>
              <a:t>integer fun(integer b[], integer n)</a:t>
            </a:r>
            <a:endParaRPr sz="2400"/>
          </a:p>
          <a:p>
            <a:pPr marL="0" lvl="0" indent="0" algn="l" rtl="0">
              <a:spcBef>
                <a:spcPts val="1000"/>
              </a:spcBef>
              <a:spcAft>
                <a:spcPts val="0"/>
              </a:spcAft>
              <a:buNone/>
            </a:pPr>
            <a:r>
              <a:rPr lang="en-US" sz="2400"/>
              <a:t>integer x</a:t>
            </a:r>
            <a:endParaRPr sz="2400"/>
          </a:p>
          <a:p>
            <a:pPr marL="0" lvl="0" indent="0" algn="l" rtl="0">
              <a:spcBef>
                <a:spcPts val="1000"/>
              </a:spcBef>
              <a:spcAft>
                <a:spcPts val="0"/>
              </a:spcAft>
              <a:buNone/>
            </a:pPr>
            <a:r>
              <a:rPr lang="en-US" sz="2400"/>
              <a:t>if(n EQUALS 1)</a:t>
            </a:r>
            <a:endParaRPr sz="2400"/>
          </a:p>
          <a:p>
            <a:pPr marL="0" lvl="0" indent="0" algn="l" rtl="0">
              <a:spcBef>
                <a:spcPts val="1000"/>
              </a:spcBef>
              <a:spcAft>
                <a:spcPts val="0"/>
              </a:spcAft>
              <a:buNone/>
            </a:pPr>
            <a:r>
              <a:rPr lang="en-US" sz="2400"/>
              <a:t>return b[2]</a:t>
            </a:r>
            <a:endParaRPr sz="2400"/>
          </a:p>
          <a:p>
            <a:pPr marL="0" lvl="0" indent="0" algn="l" rtl="0">
              <a:spcBef>
                <a:spcPts val="1000"/>
              </a:spcBef>
              <a:spcAft>
                <a:spcPts val="0"/>
              </a:spcAft>
              <a:buNone/>
            </a:pPr>
            <a:r>
              <a:rPr lang="en-US" sz="2400"/>
              <a:t>else</a:t>
            </a:r>
            <a:endParaRPr sz="2400"/>
          </a:p>
          <a:p>
            <a:pPr marL="0" lvl="0" indent="0" algn="l" rtl="0">
              <a:spcBef>
                <a:spcPts val="1000"/>
              </a:spcBef>
              <a:spcAft>
                <a:spcPts val="0"/>
              </a:spcAft>
              <a:buNone/>
            </a:pPr>
            <a:r>
              <a:rPr lang="en-US" sz="2400"/>
              <a:t>x=fun(b, n-2)</a:t>
            </a:r>
            <a:endParaRPr sz="2400"/>
          </a:p>
          <a:p>
            <a:pPr marL="0" lvl="0" indent="0" algn="l" rtl="0">
              <a:spcBef>
                <a:spcPts val="1000"/>
              </a:spcBef>
              <a:spcAft>
                <a:spcPts val="0"/>
              </a:spcAft>
              <a:buNone/>
            </a:pPr>
            <a:r>
              <a:rPr lang="en-US" sz="2400"/>
              <a:t>end if</a:t>
            </a:r>
            <a:endParaRPr sz="2400"/>
          </a:p>
          <a:p>
            <a:pPr marL="0" lvl="0" indent="0" algn="l" rtl="0">
              <a:spcBef>
                <a:spcPts val="1000"/>
              </a:spcBef>
              <a:spcAft>
                <a:spcPts val="0"/>
              </a:spcAft>
              <a:buNone/>
            </a:pPr>
            <a:r>
              <a:rPr lang="en-US" sz="2400"/>
              <a:t>if (x &gt; b[ n - 2])</a:t>
            </a:r>
            <a:endParaRPr sz="2400"/>
          </a:p>
          <a:p>
            <a:pPr marL="0" lvl="0" indent="0" algn="l" rtl="0">
              <a:spcBef>
                <a:spcPts val="1000"/>
              </a:spcBef>
              <a:spcAft>
                <a:spcPts val="0"/>
              </a:spcAft>
              <a:buNone/>
            </a:pPr>
            <a:r>
              <a:rPr lang="en-US" sz="2400"/>
              <a:t>return x +2</a:t>
            </a:r>
            <a:endParaRPr sz="2400"/>
          </a:p>
          <a:p>
            <a:pPr marL="0" lvl="0" indent="0" algn="l" rtl="0">
              <a:spcBef>
                <a:spcPts val="1000"/>
              </a:spcBef>
              <a:spcAft>
                <a:spcPts val="0"/>
              </a:spcAft>
              <a:buNone/>
            </a:pPr>
            <a:r>
              <a:rPr lang="en-US" sz="2400"/>
              <a:t>else</a:t>
            </a:r>
            <a:endParaRPr sz="2400"/>
          </a:p>
          <a:p>
            <a:pPr marL="0" lvl="0" indent="0" algn="l" rtl="0">
              <a:spcBef>
                <a:spcPts val="1000"/>
              </a:spcBef>
              <a:spcAft>
                <a:spcPts val="0"/>
              </a:spcAft>
              <a:buNone/>
            </a:pPr>
            <a:r>
              <a:rPr lang="en-US" sz="2400"/>
              <a:t>return b[n -2]</a:t>
            </a:r>
            <a:endParaRPr sz="2400"/>
          </a:p>
          <a:p>
            <a:pPr marL="0" lvl="0" indent="0" algn="l" rtl="0">
              <a:spcBef>
                <a:spcPts val="1000"/>
              </a:spcBef>
              <a:spcAft>
                <a:spcPts val="0"/>
              </a:spcAft>
              <a:buNone/>
            </a:pPr>
            <a:r>
              <a:rPr lang="en-US" sz="2400"/>
              <a:t>end if</a:t>
            </a:r>
            <a:endParaRPr sz="2400"/>
          </a:p>
          <a:p>
            <a:pPr marL="0" lvl="0" indent="0" algn="l" rtl="0">
              <a:spcBef>
                <a:spcPts val="1000"/>
              </a:spcBef>
              <a:spcAft>
                <a:spcPts val="0"/>
              </a:spcAft>
              <a:buNone/>
            </a:pPr>
            <a:r>
              <a:rPr lang="en-US" sz="2400"/>
              <a:t>end function fun ()</a:t>
            </a:r>
            <a:endParaRPr sz="2400"/>
          </a:p>
        </p:txBody>
      </p:sp>
      <p:sp>
        <p:nvSpPr>
          <p:cNvPr id="827" name="Google Shape;827;g13a937d13f5_0_149"/>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28</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18</a:t>
            </a:r>
            <a:endParaRPr sz="2600">
              <a:solidFill>
                <a:schemeClr val="dk1"/>
              </a:solidFill>
              <a:latin typeface="Calibri"/>
              <a:ea typeface="Calibri"/>
              <a:cs typeface="Calibri"/>
              <a:sym typeface="Calibri"/>
            </a:endParaRPr>
          </a:p>
        </p:txBody>
      </p:sp>
      <p:pic>
        <p:nvPicPr>
          <p:cNvPr id="828" name="Google Shape;828;g13a937d13f5_0_149"/>
          <p:cNvPicPr preferRelativeResize="0"/>
          <p:nvPr/>
        </p:nvPicPr>
        <p:blipFill rotWithShape="1">
          <a:blip r:embed="rId3">
            <a:alphaModFix/>
          </a:blip>
          <a:srcRect/>
          <a:stretch/>
        </p:blipFill>
        <p:spPr>
          <a:xfrm>
            <a:off x="5354577" y="21192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8"/>
                                        </p:tgtEl>
                                        <p:attrNameLst>
                                          <p:attrName>style.visibility</p:attrName>
                                        </p:attrNameLst>
                                      </p:cBhvr>
                                      <p:to>
                                        <p:strVal val="visible"/>
                                      </p:to>
                                    </p:set>
                                    <p:animEffect transition="in" filter="fade">
                                      <p:cBhvr>
                                        <p:cTn id="7" dur="1000"/>
                                        <p:tgtEl>
                                          <p:spTgt spid="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13a937d13f5_0_156"/>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 for a=6, b=1?</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funn(integer a, integer b)</a:t>
            </a:r>
            <a:endParaRPr sz="2600"/>
          </a:p>
          <a:p>
            <a:pPr marL="0" lvl="0" indent="0" algn="l" rtl="0">
              <a:spcBef>
                <a:spcPts val="1000"/>
              </a:spcBef>
              <a:spcAft>
                <a:spcPts val="0"/>
              </a:spcAft>
              <a:buNone/>
            </a:pPr>
            <a:r>
              <a:rPr lang="en-US" sz="2600"/>
              <a:t>a= a + a</a:t>
            </a:r>
            <a:endParaRPr sz="2600"/>
          </a:p>
          <a:p>
            <a:pPr marL="0" lvl="0" indent="0" algn="l" rtl="0">
              <a:spcBef>
                <a:spcPts val="1000"/>
              </a:spcBef>
              <a:spcAft>
                <a:spcPts val="0"/>
              </a:spcAft>
              <a:buNone/>
            </a:pPr>
            <a:r>
              <a:rPr lang="en-US" sz="2600"/>
              <a:t>b= b + b</a:t>
            </a:r>
            <a:endParaRPr sz="2600"/>
          </a:p>
          <a:p>
            <a:pPr marL="0" lvl="0" indent="0" algn="l" rtl="0">
              <a:spcBef>
                <a:spcPts val="1000"/>
              </a:spcBef>
              <a:spcAft>
                <a:spcPts val="0"/>
              </a:spcAft>
              <a:buNone/>
            </a:pPr>
            <a:r>
              <a:rPr lang="en-US" sz="2600"/>
              <a:t>return a + b</a:t>
            </a:r>
            <a:endParaRPr sz="2600"/>
          </a:p>
          <a:p>
            <a:pPr marL="0" lvl="0" indent="0" algn="l" rtl="0">
              <a:spcBef>
                <a:spcPts val="1000"/>
              </a:spcBef>
              <a:spcAft>
                <a:spcPts val="0"/>
              </a:spcAft>
              <a:buNone/>
            </a:pPr>
            <a:r>
              <a:rPr lang="en-US" sz="2600"/>
              <a:t>end function funn()</a:t>
            </a:r>
            <a:endParaRPr sz="2600"/>
          </a:p>
        </p:txBody>
      </p:sp>
      <p:sp>
        <p:nvSpPr>
          <p:cNvPr id="835" name="Google Shape;835;g13a937d13f5_0_156"/>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16</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23</a:t>
            </a:r>
            <a:endParaRPr sz="2600">
              <a:solidFill>
                <a:schemeClr val="dk1"/>
              </a:solidFill>
              <a:latin typeface="Calibri"/>
              <a:ea typeface="Calibri"/>
              <a:cs typeface="Calibri"/>
              <a:sym typeface="Calibri"/>
            </a:endParaRPr>
          </a:p>
        </p:txBody>
      </p:sp>
      <p:pic>
        <p:nvPicPr>
          <p:cNvPr id="836" name="Google Shape;836;g13a937d13f5_0_156"/>
          <p:cNvPicPr preferRelativeResize="0"/>
          <p:nvPr/>
        </p:nvPicPr>
        <p:blipFill rotWithShape="1">
          <a:blip r:embed="rId3">
            <a:alphaModFix/>
          </a:blip>
          <a:srcRect/>
          <a:stretch/>
        </p:blipFill>
        <p:spPr>
          <a:xfrm>
            <a:off x="5660752" y="15681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36"/>
                                        </p:tgtEl>
                                        <p:attrNameLst>
                                          <p:attrName>style.visibility</p:attrName>
                                        </p:attrNameLst>
                                      </p:cBhvr>
                                      <p:to>
                                        <p:strVal val="visible"/>
                                      </p:to>
                                    </p:set>
                                    <p:animEffect transition="in" filter="fade">
                                      <p:cBhvr>
                                        <p:cTn id="7" dur="1000"/>
                                        <p:tgtEl>
                                          <p:spTgt spid="8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g13a937d13f5_0_163"/>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 What will the output of the following pseudocode for a=50</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      Integer fun(integer a)</a:t>
            </a:r>
            <a:endParaRPr sz="2600"/>
          </a:p>
          <a:p>
            <a:pPr marL="0" lvl="0" indent="0" algn="l" rtl="0">
              <a:spcBef>
                <a:spcPts val="1000"/>
              </a:spcBef>
              <a:spcAft>
                <a:spcPts val="0"/>
              </a:spcAft>
              <a:buNone/>
            </a:pPr>
            <a:r>
              <a:rPr lang="en-US" sz="2600"/>
              <a:t>        Integer b</a:t>
            </a:r>
            <a:endParaRPr sz="2600"/>
          </a:p>
          <a:p>
            <a:pPr marL="0" lvl="0" indent="0" algn="l" rtl="0">
              <a:spcBef>
                <a:spcPts val="1000"/>
              </a:spcBef>
              <a:spcAft>
                <a:spcPts val="0"/>
              </a:spcAft>
              <a:buNone/>
            </a:pPr>
            <a:r>
              <a:rPr lang="en-US" sz="2600"/>
              <a:t>       Set b=10</a:t>
            </a:r>
            <a:endParaRPr sz="2600"/>
          </a:p>
          <a:p>
            <a:pPr marL="0" lvl="0" indent="0" algn="l" rtl="0">
              <a:spcBef>
                <a:spcPts val="1000"/>
              </a:spcBef>
              <a:spcAft>
                <a:spcPts val="0"/>
              </a:spcAft>
              <a:buNone/>
            </a:pPr>
            <a:r>
              <a:rPr lang="en-US" sz="2600"/>
              <a:t>return a-b</a:t>
            </a:r>
            <a:endParaRPr sz="2600"/>
          </a:p>
          <a:p>
            <a:pPr marL="0" lvl="0" indent="0" algn="l" rtl="0">
              <a:spcBef>
                <a:spcPts val="1000"/>
              </a:spcBef>
              <a:spcAft>
                <a:spcPts val="0"/>
              </a:spcAft>
              <a:buNone/>
            </a:pPr>
            <a:r>
              <a:rPr lang="en-US" sz="2600"/>
              <a:t> End function fun( )</a:t>
            </a:r>
            <a:endParaRPr sz="2600"/>
          </a:p>
        </p:txBody>
      </p:sp>
      <p:sp>
        <p:nvSpPr>
          <p:cNvPr id="843" name="Google Shape;843;g13a937d13f5_0_163"/>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None of the mentioned options</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50</a:t>
            </a:r>
            <a:endParaRPr sz="2600">
              <a:solidFill>
                <a:schemeClr val="dk1"/>
              </a:solidFill>
              <a:latin typeface="Calibri"/>
              <a:ea typeface="Calibri"/>
              <a:cs typeface="Calibri"/>
              <a:sym typeface="Calibri"/>
            </a:endParaRPr>
          </a:p>
        </p:txBody>
      </p:sp>
      <p:pic>
        <p:nvPicPr>
          <p:cNvPr id="844" name="Google Shape;844;g13a937d13f5_0_163"/>
          <p:cNvPicPr preferRelativeResize="0"/>
          <p:nvPr/>
        </p:nvPicPr>
        <p:blipFill rotWithShape="1">
          <a:blip r:embed="rId3">
            <a:alphaModFix/>
          </a:blip>
          <a:srcRect/>
          <a:stretch/>
        </p:blipFill>
        <p:spPr>
          <a:xfrm>
            <a:off x="5624002" y="15926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44"/>
                                        </p:tgtEl>
                                        <p:attrNameLst>
                                          <p:attrName>style.visibility</p:attrName>
                                        </p:attrNameLst>
                                      </p:cBhvr>
                                      <p:to>
                                        <p:strVal val="visible"/>
                                      </p:to>
                                    </p:set>
                                    <p:animEffect transition="in" filter="fade">
                                      <p:cBhvr>
                                        <p:cTn id="7" dur="1000"/>
                                        <p:tgtEl>
                                          <p:spTgt spid="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g13a937d13f5_0_170"/>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the output of the following pseudocode ?</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a1, p</a:t>
            </a:r>
            <a:endParaRPr sz="2600"/>
          </a:p>
          <a:p>
            <a:pPr marL="0" lvl="0" indent="0" algn="l" rtl="0">
              <a:spcBef>
                <a:spcPts val="1000"/>
              </a:spcBef>
              <a:spcAft>
                <a:spcPts val="0"/>
              </a:spcAft>
              <a:buNone/>
            </a:pPr>
            <a:r>
              <a:rPr lang="en-US" sz="2600"/>
              <a:t>Set a1 =8</a:t>
            </a:r>
            <a:endParaRPr sz="2600"/>
          </a:p>
          <a:p>
            <a:pPr marL="0" lvl="0" indent="0" algn="l" rtl="0">
              <a:spcBef>
                <a:spcPts val="1000"/>
              </a:spcBef>
              <a:spcAft>
                <a:spcPts val="0"/>
              </a:spcAft>
              <a:buNone/>
            </a:pPr>
            <a:r>
              <a:rPr lang="en-US" sz="2600"/>
              <a:t>p= a1 + 5/7 * 4</a:t>
            </a:r>
            <a:endParaRPr sz="2600"/>
          </a:p>
          <a:p>
            <a:pPr marL="0" lvl="0" indent="0" algn="l" rtl="0">
              <a:spcBef>
                <a:spcPts val="1000"/>
              </a:spcBef>
              <a:spcAft>
                <a:spcPts val="0"/>
              </a:spcAft>
              <a:buNone/>
            </a:pPr>
            <a:r>
              <a:rPr lang="en-US" sz="2600"/>
              <a:t>Print p * 8</a:t>
            </a:r>
            <a:endParaRPr sz="2600"/>
          </a:p>
        </p:txBody>
      </p:sp>
      <p:sp>
        <p:nvSpPr>
          <p:cNvPr id="851" name="Google Shape;851;g13a937d13f5_0_170"/>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8</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7</a:t>
            </a:r>
            <a:endParaRPr sz="2600">
              <a:solidFill>
                <a:schemeClr val="dk1"/>
              </a:solidFill>
              <a:latin typeface="Calibri"/>
              <a:ea typeface="Calibri"/>
              <a:cs typeface="Calibri"/>
              <a:sym typeface="Calibri"/>
            </a:endParaRPr>
          </a:p>
        </p:txBody>
      </p:sp>
      <p:pic>
        <p:nvPicPr>
          <p:cNvPr id="852" name="Google Shape;852;g13a937d13f5_0_170"/>
          <p:cNvPicPr preferRelativeResize="0"/>
          <p:nvPr/>
        </p:nvPicPr>
        <p:blipFill rotWithShape="1">
          <a:blip r:embed="rId3">
            <a:alphaModFix/>
          </a:blip>
          <a:srcRect/>
          <a:stretch/>
        </p:blipFill>
        <p:spPr>
          <a:xfrm>
            <a:off x="5543102" y="15681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2"/>
                                        </p:tgtEl>
                                        <p:attrNameLst>
                                          <p:attrName>style.visibility</p:attrName>
                                        </p:attrNameLst>
                                      </p:cBhvr>
                                      <p:to>
                                        <p:strVal val="visible"/>
                                      </p:to>
                                    </p:set>
                                    <p:animEffect transition="in" filter="fade">
                                      <p:cBhvr>
                                        <p:cTn id="7" dur="1000"/>
                                        <p:tgtEl>
                                          <p:spTgt spid="8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g13a937d13f5_0_177"/>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the output of the following pseudocode ?</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x, y, z</a:t>
            </a:r>
            <a:endParaRPr sz="2600"/>
          </a:p>
          <a:p>
            <a:pPr marL="0" lvl="0" indent="0" algn="l" rtl="0">
              <a:spcBef>
                <a:spcPts val="1000"/>
              </a:spcBef>
              <a:spcAft>
                <a:spcPts val="0"/>
              </a:spcAft>
              <a:buNone/>
            </a:pPr>
            <a:r>
              <a:rPr lang="en-US" sz="2600"/>
              <a:t>Set x= 0, y= 1</a:t>
            </a:r>
            <a:endParaRPr sz="2600"/>
          </a:p>
          <a:p>
            <a:pPr marL="0" lvl="0" indent="0" algn="l" rtl="0">
              <a:spcBef>
                <a:spcPts val="1000"/>
              </a:spcBef>
              <a:spcAft>
                <a:spcPts val="0"/>
              </a:spcAft>
              <a:buNone/>
            </a:pPr>
            <a:r>
              <a:rPr lang="en-US" sz="2600"/>
              <a:t>For (each z from 0 to 2)</a:t>
            </a:r>
            <a:endParaRPr sz="2600"/>
          </a:p>
          <a:p>
            <a:pPr marL="0" lvl="0" indent="0" algn="l" rtl="0">
              <a:spcBef>
                <a:spcPts val="1000"/>
              </a:spcBef>
              <a:spcAft>
                <a:spcPts val="0"/>
              </a:spcAft>
              <a:buNone/>
            </a:pPr>
            <a:r>
              <a:rPr lang="en-US" sz="2600"/>
              <a:t>x= x + y + z</a:t>
            </a:r>
            <a:endParaRPr sz="2600"/>
          </a:p>
          <a:p>
            <a:pPr marL="0" lvl="0" indent="0" algn="l" rtl="0">
              <a:spcBef>
                <a:spcPts val="1000"/>
              </a:spcBef>
              <a:spcAft>
                <a:spcPts val="0"/>
              </a:spcAft>
              <a:buNone/>
            </a:pPr>
            <a:r>
              <a:rPr lang="en-US" sz="2600"/>
              <a:t>End for</a:t>
            </a:r>
            <a:endParaRPr sz="2600"/>
          </a:p>
          <a:p>
            <a:pPr marL="0" lvl="0" indent="0" algn="l" rtl="0">
              <a:spcBef>
                <a:spcPts val="1000"/>
              </a:spcBef>
              <a:spcAft>
                <a:spcPts val="0"/>
              </a:spcAft>
              <a:buNone/>
            </a:pPr>
            <a:r>
              <a:rPr lang="en-US" sz="2600"/>
              <a:t>Print x</a:t>
            </a:r>
            <a:endParaRPr sz="2600"/>
          </a:p>
        </p:txBody>
      </p:sp>
      <p:sp>
        <p:nvSpPr>
          <p:cNvPr id="859" name="Google Shape;859;g13a937d13f5_0_177"/>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7</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8</a:t>
            </a:r>
            <a:endParaRPr sz="2600">
              <a:solidFill>
                <a:schemeClr val="dk1"/>
              </a:solidFill>
              <a:latin typeface="Calibri"/>
              <a:ea typeface="Calibri"/>
              <a:cs typeface="Calibri"/>
              <a:sym typeface="Calibri"/>
            </a:endParaRPr>
          </a:p>
        </p:txBody>
      </p:sp>
      <p:pic>
        <p:nvPicPr>
          <p:cNvPr id="860" name="Google Shape;860;g13a937d13f5_0_177"/>
          <p:cNvPicPr preferRelativeResize="0"/>
          <p:nvPr/>
        </p:nvPicPr>
        <p:blipFill rotWithShape="1">
          <a:blip r:embed="rId3">
            <a:alphaModFix/>
          </a:blip>
          <a:srcRect/>
          <a:stretch/>
        </p:blipFill>
        <p:spPr>
          <a:xfrm>
            <a:off x="5543102" y="20090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60"/>
                                        </p:tgtEl>
                                        <p:attrNameLst>
                                          <p:attrName>style.visibility</p:attrName>
                                        </p:attrNameLst>
                                      </p:cBhvr>
                                      <p:to>
                                        <p:strVal val="visible"/>
                                      </p:to>
                                    </p:set>
                                    <p:animEffect transition="in" filter="fade">
                                      <p:cBhvr>
                                        <p:cTn id="7" dur="1000"/>
                                        <p:tgtEl>
                                          <p:spTgt spid="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g13a937d13f5_0_184"/>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200"/>
              <a:t>What will the output of the following pseudocode ?</a:t>
            </a:r>
            <a:endParaRPr sz="2200"/>
          </a:p>
          <a:p>
            <a:pPr marL="0" lvl="0" indent="0" algn="l" rtl="0">
              <a:spcBef>
                <a:spcPts val="1000"/>
              </a:spcBef>
              <a:spcAft>
                <a:spcPts val="0"/>
              </a:spcAft>
              <a:buNone/>
            </a:pPr>
            <a:r>
              <a:rPr lang="en-US" sz="2200"/>
              <a:t>Integer p, q, r</a:t>
            </a:r>
            <a:endParaRPr sz="2200"/>
          </a:p>
          <a:p>
            <a:pPr marL="0" lvl="0" indent="0" algn="l" rtl="0">
              <a:spcBef>
                <a:spcPts val="1000"/>
              </a:spcBef>
              <a:spcAft>
                <a:spcPts val="0"/>
              </a:spcAft>
              <a:buNone/>
            </a:pPr>
            <a:r>
              <a:rPr lang="en-US" sz="2200"/>
              <a:t>Set p= 6, q= 3, r= 0</a:t>
            </a:r>
            <a:endParaRPr sz="2200"/>
          </a:p>
          <a:p>
            <a:pPr marL="0" lvl="0" indent="0" algn="l" rtl="0">
              <a:spcBef>
                <a:spcPts val="1000"/>
              </a:spcBef>
              <a:spcAft>
                <a:spcPts val="0"/>
              </a:spcAft>
              <a:buNone/>
            </a:pPr>
            <a:r>
              <a:rPr lang="en-US" sz="2200"/>
              <a:t>while(1)</a:t>
            </a:r>
            <a:endParaRPr sz="2200"/>
          </a:p>
          <a:p>
            <a:pPr marL="0" lvl="0" indent="0" algn="l" rtl="0">
              <a:spcBef>
                <a:spcPts val="1000"/>
              </a:spcBef>
              <a:spcAft>
                <a:spcPts val="0"/>
              </a:spcAft>
              <a:buNone/>
            </a:pPr>
            <a:r>
              <a:rPr lang="en-US" sz="2200"/>
              <a:t>r= p - q</a:t>
            </a:r>
            <a:endParaRPr sz="2200"/>
          </a:p>
          <a:p>
            <a:pPr marL="0" lvl="0" indent="0" algn="l" rtl="0">
              <a:spcBef>
                <a:spcPts val="1000"/>
              </a:spcBef>
              <a:spcAft>
                <a:spcPts val="0"/>
              </a:spcAft>
              <a:buNone/>
            </a:pPr>
            <a:r>
              <a:rPr lang="en-US" sz="2200"/>
              <a:t>p= p + r</a:t>
            </a:r>
            <a:endParaRPr sz="2200"/>
          </a:p>
          <a:p>
            <a:pPr marL="0" lvl="0" indent="0" algn="l" rtl="0">
              <a:spcBef>
                <a:spcPts val="1000"/>
              </a:spcBef>
              <a:spcAft>
                <a:spcPts val="0"/>
              </a:spcAft>
              <a:buNone/>
            </a:pPr>
            <a:r>
              <a:rPr lang="en-US" sz="2200"/>
              <a:t>if(p&gt; 23)</a:t>
            </a:r>
            <a:endParaRPr sz="2200"/>
          </a:p>
          <a:p>
            <a:pPr marL="0" lvl="0" indent="0" algn="l" rtl="0">
              <a:spcBef>
                <a:spcPts val="1000"/>
              </a:spcBef>
              <a:spcAft>
                <a:spcPts val="0"/>
              </a:spcAft>
              <a:buNone/>
            </a:pPr>
            <a:r>
              <a:rPr lang="en-US" sz="2200"/>
              <a:t>             Jump out of the loop</a:t>
            </a:r>
            <a:endParaRPr sz="2200"/>
          </a:p>
          <a:p>
            <a:pPr marL="0" lvl="0" indent="0" algn="l" rtl="0">
              <a:spcBef>
                <a:spcPts val="1000"/>
              </a:spcBef>
              <a:spcAft>
                <a:spcPts val="0"/>
              </a:spcAft>
              <a:buNone/>
            </a:pPr>
            <a:r>
              <a:rPr lang="en-US" sz="2200"/>
              <a:t>else</a:t>
            </a:r>
            <a:endParaRPr sz="2200"/>
          </a:p>
          <a:p>
            <a:pPr marL="0" lvl="0" indent="0" algn="l" rtl="0">
              <a:spcBef>
                <a:spcPts val="1000"/>
              </a:spcBef>
              <a:spcAft>
                <a:spcPts val="0"/>
              </a:spcAft>
              <a:buNone/>
            </a:pPr>
            <a:r>
              <a:rPr lang="en-US" sz="2200"/>
              <a:t>q= p - q</a:t>
            </a:r>
            <a:endParaRPr sz="2200"/>
          </a:p>
          <a:p>
            <a:pPr marL="0" lvl="0" indent="0" algn="l" rtl="0">
              <a:spcBef>
                <a:spcPts val="1000"/>
              </a:spcBef>
              <a:spcAft>
                <a:spcPts val="0"/>
              </a:spcAft>
              <a:buNone/>
            </a:pPr>
            <a:r>
              <a:rPr lang="en-US" sz="2200"/>
              <a:t>End if</a:t>
            </a:r>
            <a:endParaRPr sz="2200"/>
          </a:p>
          <a:p>
            <a:pPr marL="0" lvl="0" indent="0" algn="l" rtl="0">
              <a:spcBef>
                <a:spcPts val="1000"/>
              </a:spcBef>
              <a:spcAft>
                <a:spcPts val="0"/>
              </a:spcAft>
              <a:buNone/>
            </a:pPr>
            <a:r>
              <a:rPr lang="en-US" sz="2200"/>
              <a:t>print q</a:t>
            </a:r>
            <a:endParaRPr sz="2200"/>
          </a:p>
          <a:p>
            <a:pPr marL="0" lvl="0" indent="0" algn="l" rtl="0">
              <a:spcBef>
                <a:spcPts val="1000"/>
              </a:spcBef>
              <a:spcAft>
                <a:spcPts val="0"/>
              </a:spcAft>
              <a:buNone/>
            </a:pPr>
            <a:r>
              <a:rPr lang="en-US" sz="2200"/>
              <a:t>End while</a:t>
            </a:r>
            <a:endParaRPr sz="2200"/>
          </a:p>
          <a:p>
            <a:pPr marL="0" lvl="0" indent="0" algn="l" rtl="0">
              <a:spcBef>
                <a:spcPts val="1000"/>
              </a:spcBef>
              <a:spcAft>
                <a:spcPts val="0"/>
              </a:spcAft>
              <a:buNone/>
            </a:pPr>
            <a:r>
              <a:rPr lang="en-US" sz="2200"/>
              <a:t>[Note: While(1): it is an infinite loop which will run till a break of similar statement is issued</a:t>
            </a:r>
            <a:endParaRPr sz="2200"/>
          </a:p>
          <a:p>
            <a:pPr marL="0" lvl="0" indent="0" algn="l" rtl="0">
              <a:spcBef>
                <a:spcPts val="1000"/>
              </a:spcBef>
              <a:spcAft>
                <a:spcPts val="0"/>
              </a:spcAft>
              <a:buNone/>
            </a:pPr>
            <a:r>
              <a:rPr lang="en-US" sz="2200"/>
              <a:t>Explicitly]</a:t>
            </a:r>
            <a:endParaRPr sz="2200"/>
          </a:p>
        </p:txBody>
      </p:sp>
      <p:sp>
        <p:nvSpPr>
          <p:cNvPr id="867" name="Google Shape;867;g13a937d13f5_0_184"/>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3 6 12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7 7 14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6 6 12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 6 6 12 18</a:t>
            </a:r>
            <a:endParaRPr sz="2600">
              <a:solidFill>
                <a:schemeClr val="dk1"/>
              </a:solidFill>
              <a:latin typeface="Calibri"/>
              <a:ea typeface="Calibri"/>
              <a:cs typeface="Calibri"/>
              <a:sym typeface="Calibri"/>
            </a:endParaRPr>
          </a:p>
        </p:txBody>
      </p:sp>
      <p:pic>
        <p:nvPicPr>
          <p:cNvPr id="868" name="Google Shape;868;g13a937d13f5_0_184"/>
          <p:cNvPicPr preferRelativeResize="0"/>
          <p:nvPr/>
        </p:nvPicPr>
        <p:blipFill rotWithShape="1">
          <a:blip r:embed="rId3">
            <a:alphaModFix/>
          </a:blip>
          <a:srcRect/>
          <a:stretch/>
        </p:blipFill>
        <p:spPr>
          <a:xfrm>
            <a:off x="6096002" y="195735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68"/>
                                        </p:tgtEl>
                                        <p:attrNameLst>
                                          <p:attrName>style.visibility</p:attrName>
                                        </p:attrNameLst>
                                      </p:cBhvr>
                                      <p:to>
                                        <p:strVal val="visible"/>
                                      </p:to>
                                    </p:set>
                                    <p:animEffect transition="in" filter="fade">
                                      <p:cBhvr>
                                        <p:cTn id="7" dur="1000"/>
                                        <p:tgtEl>
                                          <p:spTgt spid="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13a937d13f5_0_191"/>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the output of the following pseudocode for b=18 ?</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calculate(integer b)</a:t>
            </a:r>
            <a:endParaRPr sz="2600"/>
          </a:p>
          <a:p>
            <a:pPr marL="0" lvl="0" indent="0" algn="l" rtl="0">
              <a:spcBef>
                <a:spcPts val="1000"/>
              </a:spcBef>
              <a:spcAft>
                <a:spcPts val="0"/>
              </a:spcAft>
              <a:buNone/>
            </a:pPr>
            <a:r>
              <a:rPr lang="en-US" sz="2600"/>
              <a:t>If (b EQUALS 1)</a:t>
            </a:r>
            <a:endParaRPr sz="2600"/>
          </a:p>
          <a:p>
            <a:pPr marL="0" lvl="0" indent="0" algn="l" rtl="0">
              <a:spcBef>
                <a:spcPts val="1000"/>
              </a:spcBef>
              <a:spcAft>
                <a:spcPts val="0"/>
              </a:spcAft>
              <a:buNone/>
            </a:pPr>
            <a:r>
              <a:rPr lang="en-US" sz="2600"/>
              <a:t>Return 0</a:t>
            </a:r>
            <a:endParaRPr sz="2600"/>
          </a:p>
          <a:p>
            <a:pPr marL="0" lvl="0" indent="0" algn="l" rtl="0">
              <a:spcBef>
                <a:spcPts val="1000"/>
              </a:spcBef>
              <a:spcAft>
                <a:spcPts val="0"/>
              </a:spcAft>
              <a:buNone/>
            </a:pPr>
            <a:r>
              <a:rPr lang="en-US" sz="2600"/>
              <a:t>Else</a:t>
            </a:r>
            <a:endParaRPr sz="2600"/>
          </a:p>
          <a:p>
            <a:pPr marL="0" lvl="0" indent="0" algn="l" rtl="0">
              <a:spcBef>
                <a:spcPts val="1000"/>
              </a:spcBef>
              <a:spcAft>
                <a:spcPts val="0"/>
              </a:spcAft>
              <a:buNone/>
            </a:pPr>
            <a:r>
              <a:rPr lang="en-US" sz="2600"/>
              <a:t>Return 5 + calculate(b/2)</a:t>
            </a:r>
            <a:endParaRPr sz="2600"/>
          </a:p>
          <a:p>
            <a:pPr marL="0" lvl="0" indent="0" algn="l" rtl="0">
              <a:spcBef>
                <a:spcPts val="1000"/>
              </a:spcBef>
              <a:spcAft>
                <a:spcPts val="0"/>
              </a:spcAft>
              <a:buNone/>
            </a:pPr>
            <a:r>
              <a:rPr lang="en-US" sz="2600"/>
              <a:t>End function calculate ()</a:t>
            </a:r>
            <a:endParaRPr sz="2600"/>
          </a:p>
        </p:txBody>
      </p:sp>
      <p:sp>
        <p:nvSpPr>
          <p:cNvPr id="875" name="Google Shape;875;g13a937d13f5_0_191"/>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34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56</a:t>
            </a:r>
            <a:endParaRPr sz="2600">
              <a:solidFill>
                <a:schemeClr val="dk1"/>
              </a:solidFill>
              <a:latin typeface="Calibri"/>
              <a:ea typeface="Calibri"/>
              <a:cs typeface="Calibri"/>
              <a:sym typeface="Calibri"/>
            </a:endParaRPr>
          </a:p>
        </p:txBody>
      </p:sp>
      <p:pic>
        <p:nvPicPr>
          <p:cNvPr id="876" name="Google Shape;876;g13a937d13f5_0_191"/>
          <p:cNvPicPr preferRelativeResize="0"/>
          <p:nvPr/>
        </p:nvPicPr>
        <p:blipFill rotWithShape="1">
          <a:blip r:embed="rId3">
            <a:alphaModFix/>
          </a:blip>
          <a:srcRect/>
          <a:stretch/>
        </p:blipFill>
        <p:spPr>
          <a:xfrm>
            <a:off x="5543102" y="16416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76"/>
                                        </p:tgtEl>
                                        <p:attrNameLst>
                                          <p:attrName>style.visibility</p:attrName>
                                        </p:attrNameLst>
                                      </p:cBhvr>
                                      <p:to>
                                        <p:strVal val="visible"/>
                                      </p:to>
                                    </p:set>
                                    <p:animEffect transition="in" filter="fade">
                                      <p:cBhvr>
                                        <p:cTn id="7" dur="1000"/>
                                        <p:tgtEl>
                                          <p:spTgt spid="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g13a937d13f5_0_198"/>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the output of the following pseudocode ?</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a[3][3],k,j,sum</a:t>
            </a:r>
            <a:endParaRPr sz="2600"/>
          </a:p>
          <a:p>
            <a:pPr marL="0" lvl="0" indent="0" algn="l" rtl="0">
              <a:spcBef>
                <a:spcPts val="1000"/>
              </a:spcBef>
              <a:spcAft>
                <a:spcPts val="0"/>
              </a:spcAft>
              <a:buNone/>
            </a:pPr>
            <a:r>
              <a:rPr lang="en-US" sz="2600"/>
              <a:t>set sum=0</a:t>
            </a:r>
            <a:endParaRPr sz="2600"/>
          </a:p>
          <a:p>
            <a:pPr marL="0" lvl="0" indent="0" algn="l" rtl="0">
              <a:spcBef>
                <a:spcPts val="1000"/>
              </a:spcBef>
              <a:spcAft>
                <a:spcPts val="0"/>
              </a:spcAft>
              <a:buNone/>
            </a:pPr>
            <a:r>
              <a:rPr lang="en-US" sz="2600"/>
              <a:t>set a[3][3]={ {1,2,3}, {4,5,6}, {7,8,9} }</a:t>
            </a:r>
            <a:endParaRPr sz="2600"/>
          </a:p>
          <a:p>
            <a:pPr marL="0" lvl="0" indent="0" algn="l" rtl="0">
              <a:spcBef>
                <a:spcPts val="1000"/>
              </a:spcBef>
              <a:spcAft>
                <a:spcPts val="0"/>
              </a:spcAft>
              <a:buNone/>
            </a:pPr>
            <a:r>
              <a:rPr lang="en-US" sz="2600"/>
              <a:t>for (each k from 0 to 2)</a:t>
            </a:r>
            <a:endParaRPr sz="2600"/>
          </a:p>
          <a:p>
            <a:pPr marL="0" lvl="0" indent="0" algn="l" rtl="0">
              <a:spcBef>
                <a:spcPts val="1000"/>
              </a:spcBef>
              <a:spcAft>
                <a:spcPts val="0"/>
              </a:spcAft>
              <a:buNone/>
            </a:pPr>
            <a:r>
              <a:rPr lang="en-US" sz="2600"/>
              <a:t>for (each j from 0 to 2)</a:t>
            </a:r>
            <a:endParaRPr sz="2600"/>
          </a:p>
          <a:p>
            <a:pPr marL="0" lvl="0" indent="0" algn="l" rtl="0">
              <a:spcBef>
                <a:spcPts val="1000"/>
              </a:spcBef>
              <a:spcAft>
                <a:spcPts val="0"/>
              </a:spcAft>
              <a:buNone/>
            </a:pPr>
            <a:r>
              <a:rPr lang="en-US" sz="2600"/>
              <a:t>sum = sum +a[k][j]</a:t>
            </a:r>
            <a:endParaRPr sz="2600"/>
          </a:p>
          <a:p>
            <a:pPr marL="0" lvl="0" indent="0" algn="l" rtl="0">
              <a:spcBef>
                <a:spcPts val="1000"/>
              </a:spcBef>
              <a:spcAft>
                <a:spcPts val="0"/>
              </a:spcAft>
              <a:buNone/>
            </a:pPr>
            <a:r>
              <a:rPr lang="en-US" sz="2600"/>
              <a:t>end for</a:t>
            </a:r>
            <a:endParaRPr sz="2600"/>
          </a:p>
          <a:p>
            <a:pPr marL="0" lvl="0" indent="0" algn="l" rtl="0">
              <a:spcBef>
                <a:spcPts val="1000"/>
              </a:spcBef>
              <a:spcAft>
                <a:spcPts val="0"/>
              </a:spcAft>
              <a:buNone/>
            </a:pPr>
            <a:r>
              <a:rPr lang="en-US" sz="2600"/>
              <a:t>jump out of the loop</a:t>
            </a:r>
            <a:endParaRPr sz="2600"/>
          </a:p>
          <a:p>
            <a:pPr marL="0" lvl="0" indent="0" algn="l" rtl="0">
              <a:spcBef>
                <a:spcPts val="1000"/>
              </a:spcBef>
              <a:spcAft>
                <a:spcPts val="0"/>
              </a:spcAft>
              <a:buNone/>
            </a:pPr>
            <a:r>
              <a:rPr lang="en-US" sz="2600"/>
              <a:t>end for</a:t>
            </a:r>
            <a:endParaRPr sz="2600"/>
          </a:p>
          <a:p>
            <a:pPr marL="0" lvl="0" indent="0" algn="l" rtl="0">
              <a:spcBef>
                <a:spcPts val="1000"/>
              </a:spcBef>
              <a:spcAft>
                <a:spcPts val="0"/>
              </a:spcAft>
              <a:buNone/>
            </a:pPr>
            <a:r>
              <a:rPr lang="en-US" sz="2600"/>
              <a:t>print sum</a:t>
            </a:r>
            <a:endParaRPr sz="2600"/>
          </a:p>
        </p:txBody>
      </p:sp>
      <p:sp>
        <p:nvSpPr>
          <p:cNvPr id="883" name="Google Shape;883;g13a937d13f5_0_198"/>
          <p:cNvSpPr txBox="1"/>
          <p:nvPr/>
        </p:nvSpPr>
        <p:spPr>
          <a:xfrm>
            <a:off x="3893100" y="3055850"/>
            <a:ext cx="8298900" cy="3249300"/>
          </a:xfrm>
          <a:prstGeom prst="rect">
            <a:avLst/>
          </a:prstGeom>
          <a:noFill/>
          <a:ln>
            <a:noFill/>
          </a:ln>
        </p:spPr>
        <p:txBody>
          <a:bodyPr spcFirstLastPara="1" wrap="square" lIns="91425" tIns="91425" rIns="91425" bIns="91425" anchor="t" anchorCtr="0">
            <a:spAutoFit/>
          </a:bodyPr>
          <a:lstStyle/>
          <a:p>
            <a:pPr marL="457200" lvl="0" indent="-368300" algn="l" rtl="0">
              <a:lnSpc>
                <a:spcPct val="115000"/>
              </a:lnSpc>
              <a:spcBef>
                <a:spcPts val="1200"/>
              </a:spcBef>
              <a:spcAft>
                <a:spcPts val="0"/>
              </a:spcAft>
              <a:buClr>
                <a:schemeClr val="dk1"/>
              </a:buClr>
              <a:buSzPts val="2200"/>
              <a:buFont typeface="Calibri"/>
              <a:buAutoNum type="alphaUcPeriod"/>
            </a:pPr>
            <a:r>
              <a:rPr lang="en-US" sz="2200">
                <a:solidFill>
                  <a:schemeClr val="dk1"/>
                </a:solidFill>
                <a:latin typeface="Calibri"/>
                <a:ea typeface="Calibri"/>
                <a:cs typeface="Calibri"/>
                <a:sym typeface="Calibri"/>
              </a:rPr>
              <a:t>it will print the sum of the elements of the second row of given 2-D array</a:t>
            </a:r>
            <a:endParaRPr sz="2200">
              <a:solidFill>
                <a:schemeClr val="dk1"/>
              </a:solidFill>
              <a:latin typeface="Calibri"/>
              <a:ea typeface="Calibri"/>
              <a:cs typeface="Calibri"/>
              <a:sym typeface="Calibri"/>
            </a:endParaRPr>
          </a:p>
          <a:p>
            <a:pPr marL="457200" lvl="0" indent="-368300" algn="l" rtl="0">
              <a:lnSpc>
                <a:spcPct val="115000"/>
              </a:lnSpc>
              <a:spcBef>
                <a:spcPts val="0"/>
              </a:spcBef>
              <a:spcAft>
                <a:spcPts val="0"/>
              </a:spcAft>
              <a:buClr>
                <a:schemeClr val="dk1"/>
              </a:buClr>
              <a:buSzPts val="2200"/>
              <a:buFont typeface="Calibri"/>
              <a:buAutoNum type="alphaUcPeriod"/>
            </a:pPr>
            <a:r>
              <a:rPr lang="en-US" sz="2200">
                <a:solidFill>
                  <a:schemeClr val="dk1"/>
                </a:solidFill>
                <a:latin typeface="Calibri"/>
                <a:ea typeface="Calibri"/>
                <a:cs typeface="Calibri"/>
                <a:sym typeface="Calibri"/>
              </a:rPr>
              <a:t>it will print the sum of the elements of the first column of given 2-D array</a:t>
            </a:r>
            <a:endParaRPr sz="2200">
              <a:solidFill>
                <a:schemeClr val="dk1"/>
              </a:solidFill>
              <a:latin typeface="Calibri"/>
              <a:ea typeface="Calibri"/>
              <a:cs typeface="Calibri"/>
              <a:sym typeface="Calibri"/>
            </a:endParaRPr>
          </a:p>
          <a:p>
            <a:pPr marL="457200" lvl="0" indent="-368300" algn="l" rtl="0">
              <a:lnSpc>
                <a:spcPct val="115000"/>
              </a:lnSpc>
              <a:spcBef>
                <a:spcPts val="0"/>
              </a:spcBef>
              <a:spcAft>
                <a:spcPts val="0"/>
              </a:spcAft>
              <a:buClr>
                <a:schemeClr val="dk1"/>
              </a:buClr>
              <a:buSzPts val="2200"/>
              <a:buFont typeface="Calibri"/>
              <a:buAutoNum type="alphaUcPeriod"/>
            </a:pPr>
            <a:r>
              <a:rPr lang="en-US" sz="2200">
                <a:solidFill>
                  <a:schemeClr val="dk1"/>
                </a:solidFill>
                <a:latin typeface="Calibri"/>
                <a:ea typeface="Calibri"/>
                <a:cs typeface="Calibri"/>
                <a:sym typeface="Calibri"/>
              </a:rPr>
              <a:t>it will print the sum of the elements of the second column of given 2-D array</a:t>
            </a:r>
            <a:endParaRPr sz="2200">
              <a:solidFill>
                <a:schemeClr val="dk1"/>
              </a:solidFill>
              <a:latin typeface="Calibri"/>
              <a:ea typeface="Calibri"/>
              <a:cs typeface="Calibri"/>
              <a:sym typeface="Calibri"/>
            </a:endParaRPr>
          </a:p>
          <a:p>
            <a:pPr marL="457200" lvl="0" indent="-368300" algn="l" rtl="0">
              <a:lnSpc>
                <a:spcPct val="115000"/>
              </a:lnSpc>
              <a:spcBef>
                <a:spcPts val="0"/>
              </a:spcBef>
              <a:spcAft>
                <a:spcPts val="0"/>
              </a:spcAft>
              <a:buClr>
                <a:schemeClr val="dk1"/>
              </a:buClr>
              <a:buSzPts val="2200"/>
              <a:buFont typeface="Calibri"/>
              <a:buAutoNum type="alphaUcPeriod"/>
            </a:pPr>
            <a:r>
              <a:rPr lang="en-US" sz="2200">
                <a:solidFill>
                  <a:schemeClr val="dk1"/>
                </a:solidFill>
                <a:latin typeface="Calibri"/>
                <a:ea typeface="Calibri"/>
                <a:cs typeface="Calibri"/>
                <a:sym typeface="Calibri"/>
              </a:rPr>
              <a:t>it will print the sum of the elements of the first row of the given 2-D array</a:t>
            </a:r>
            <a:endParaRPr sz="2200">
              <a:solidFill>
                <a:schemeClr val="dk1"/>
              </a:solidFill>
              <a:latin typeface="Calibri"/>
              <a:ea typeface="Calibri"/>
              <a:cs typeface="Calibri"/>
              <a:sym typeface="Calibri"/>
            </a:endParaRPr>
          </a:p>
        </p:txBody>
      </p:sp>
      <p:pic>
        <p:nvPicPr>
          <p:cNvPr id="884" name="Google Shape;884;g13a937d13f5_0_198"/>
          <p:cNvPicPr preferRelativeResize="0"/>
          <p:nvPr/>
        </p:nvPicPr>
        <p:blipFill rotWithShape="1">
          <a:blip r:embed="rId3">
            <a:alphaModFix/>
          </a:blip>
          <a:srcRect/>
          <a:stretch/>
        </p:blipFill>
        <p:spPr>
          <a:xfrm>
            <a:off x="5391302" y="56584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4"/>
                                        </p:tgtEl>
                                        <p:attrNameLst>
                                          <p:attrName>style.visibility</p:attrName>
                                        </p:attrNameLst>
                                      </p:cBhvr>
                                      <p:to>
                                        <p:strVal val="visible"/>
                                      </p:to>
                                    </p:set>
                                    <p:animEffect transition="in" filter="fade">
                                      <p:cBhvr>
                                        <p:cTn id="7" dur="1000"/>
                                        <p:tgtEl>
                                          <p:spTgt spid="8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g13a937d13f5_0_205"/>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400"/>
              <a:t>What will the output of the following pseudocode ?</a:t>
            </a:r>
            <a:endParaRPr sz="2400"/>
          </a:p>
          <a:p>
            <a:pPr marL="0" lvl="0" indent="0" algn="l" rtl="0">
              <a:spcBef>
                <a:spcPts val="1000"/>
              </a:spcBef>
              <a:spcAft>
                <a:spcPts val="0"/>
              </a:spcAft>
              <a:buNone/>
            </a:pPr>
            <a:r>
              <a:rPr lang="en-US" sz="2400"/>
              <a:t>integer a, b, c</a:t>
            </a:r>
            <a:endParaRPr sz="2400"/>
          </a:p>
          <a:p>
            <a:pPr marL="0" lvl="0" indent="0" algn="l" rtl="0">
              <a:spcBef>
                <a:spcPts val="1000"/>
              </a:spcBef>
              <a:spcAft>
                <a:spcPts val="0"/>
              </a:spcAft>
              <a:buNone/>
            </a:pPr>
            <a:r>
              <a:rPr lang="en-US" sz="2400"/>
              <a:t>set b=1, c=1</a:t>
            </a:r>
            <a:endParaRPr sz="2400"/>
          </a:p>
          <a:p>
            <a:pPr marL="0" lvl="0" indent="0" algn="l" rtl="0">
              <a:spcBef>
                <a:spcPts val="1000"/>
              </a:spcBef>
              <a:spcAft>
                <a:spcPts val="0"/>
              </a:spcAft>
              <a:buNone/>
            </a:pPr>
            <a:r>
              <a:rPr lang="en-US" sz="2400"/>
              <a:t>for (each a from 1 to 3)</a:t>
            </a:r>
            <a:endParaRPr sz="2400"/>
          </a:p>
          <a:p>
            <a:pPr marL="0" lvl="0" indent="0" algn="l" rtl="0">
              <a:spcBef>
                <a:spcPts val="1000"/>
              </a:spcBef>
              <a:spcAft>
                <a:spcPts val="0"/>
              </a:spcAft>
              <a:buNone/>
            </a:pPr>
            <a:r>
              <a:rPr lang="en-US" sz="2400"/>
              <a:t>b= b&gt;&gt; 1</a:t>
            </a:r>
            <a:endParaRPr sz="2400"/>
          </a:p>
          <a:p>
            <a:pPr marL="0" lvl="0" indent="0" algn="l" rtl="0">
              <a:spcBef>
                <a:spcPts val="1000"/>
              </a:spcBef>
              <a:spcAft>
                <a:spcPts val="0"/>
              </a:spcAft>
              <a:buNone/>
            </a:pPr>
            <a:r>
              <a:rPr lang="en-US" sz="2400"/>
              <a:t>c= c &lt;&lt; b</a:t>
            </a:r>
            <a:endParaRPr sz="2400"/>
          </a:p>
          <a:p>
            <a:pPr marL="0" lvl="0" indent="0" algn="l" rtl="0">
              <a:spcBef>
                <a:spcPts val="1000"/>
              </a:spcBef>
              <a:spcAft>
                <a:spcPts val="0"/>
              </a:spcAft>
              <a:buNone/>
            </a:pPr>
            <a:r>
              <a:rPr lang="en-US" sz="2400"/>
              <a:t>end for</a:t>
            </a:r>
            <a:endParaRPr sz="2400"/>
          </a:p>
          <a:p>
            <a:pPr marL="0" lvl="0" indent="0" algn="l" rtl="0">
              <a:spcBef>
                <a:spcPts val="1000"/>
              </a:spcBef>
              <a:spcAft>
                <a:spcPts val="0"/>
              </a:spcAft>
              <a:buNone/>
            </a:pPr>
            <a:r>
              <a:rPr lang="en-US" sz="2400"/>
              <a:t>print b + c</a:t>
            </a:r>
            <a:endParaRPr sz="2400"/>
          </a:p>
          <a:p>
            <a:pPr marL="0" lvl="0" indent="0" algn="l" rtl="0">
              <a:spcBef>
                <a:spcPts val="1000"/>
              </a:spcBef>
              <a:spcAft>
                <a:spcPts val="0"/>
              </a:spcAft>
              <a:buNone/>
            </a:pPr>
            <a:r>
              <a:rPr lang="en-US" sz="2400"/>
              <a:t>[Note - &gt;&gt; - Bitwise right shift operator, it takes two numbers, right-shift the bits of the first operand the second operand decides the</a:t>
            </a:r>
            <a:endParaRPr sz="2400"/>
          </a:p>
          <a:p>
            <a:pPr marL="0" lvl="0" indent="0" algn="l" rtl="0">
              <a:spcBef>
                <a:spcPts val="1000"/>
              </a:spcBef>
              <a:spcAft>
                <a:spcPts val="0"/>
              </a:spcAft>
              <a:buNone/>
            </a:pPr>
            <a:r>
              <a:rPr lang="en-US" sz="2400"/>
              <a:t>number of places to shift</a:t>
            </a:r>
            <a:endParaRPr sz="2400"/>
          </a:p>
          <a:p>
            <a:pPr marL="0" lvl="0" indent="0" algn="l" rtl="0">
              <a:spcBef>
                <a:spcPts val="1000"/>
              </a:spcBef>
              <a:spcAft>
                <a:spcPts val="0"/>
              </a:spcAft>
              <a:buNone/>
            </a:pPr>
            <a:r>
              <a:rPr lang="en-US" sz="2400"/>
              <a:t>&lt;&lt; - Bitwise left shift operator, it takes two numbers, left shift the bits of the first operand the second operand decides the number</a:t>
            </a:r>
            <a:endParaRPr sz="2400"/>
          </a:p>
          <a:p>
            <a:pPr marL="0" lvl="0" indent="0" algn="l" rtl="0">
              <a:spcBef>
                <a:spcPts val="1000"/>
              </a:spcBef>
              <a:spcAft>
                <a:spcPts val="0"/>
              </a:spcAft>
              <a:buNone/>
            </a:pPr>
            <a:r>
              <a:rPr lang="en-US" sz="2400"/>
              <a:t>of places to shift]</a:t>
            </a:r>
            <a:endParaRPr sz="2400"/>
          </a:p>
        </p:txBody>
      </p:sp>
      <p:sp>
        <p:nvSpPr>
          <p:cNvPr id="891" name="Google Shape;891;g13a937d13f5_0_205"/>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3</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a:t>
            </a:r>
            <a:endParaRPr sz="2600">
              <a:solidFill>
                <a:schemeClr val="dk1"/>
              </a:solidFill>
              <a:latin typeface="Calibri"/>
              <a:ea typeface="Calibri"/>
              <a:cs typeface="Calibri"/>
              <a:sym typeface="Calibri"/>
            </a:endParaRPr>
          </a:p>
        </p:txBody>
      </p:sp>
      <p:pic>
        <p:nvPicPr>
          <p:cNvPr id="892" name="Google Shape;892;g13a937d13f5_0_205"/>
          <p:cNvPicPr preferRelativeResize="0"/>
          <p:nvPr/>
        </p:nvPicPr>
        <p:blipFill rotWithShape="1">
          <a:blip r:embed="rId3">
            <a:alphaModFix/>
          </a:blip>
          <a:srcRect/>
          <a:stretch/>
        </p:blipFill>
        <p:spPr>
          <a:xfrm>
            <a:off x="5472527" y="24743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92"/>
                                        </p:tgtEl>
                                        <p:attrNameLst>
                                          <p:attrName>style.visibility</p:attrName>
                                        </p:attrNameLst>
                                      </p:cBhvr>
                                      <p:to>
                                        <p:strVal val="visible"/>
                                      </p:to>
                                    </p:set>
                                    <p:animEffect transition="in" filter="fade">
                                      <p:cBhvr>
                                        <p:cTn id="7" dur="1000"/>
                                        <p:tgtEl>
                                          <p:spTgt spid="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g13a937d13f5_0_212"/>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400"/>
              <a:t>What will be the output of the following pseudocode?</a:t>
            </a:r>
            <a:endParaRPr sz="2400"/>
          </a:p>
          <a:p>
            <a:pPr marL="0" lvl="0" indent="0" algn="l" rtl="0">
              <a:spcBef>
                <a:spcPts val="1000"/>
              </a:spcBef>
              <a:spcAft>
                <a:spcPts val="0"/>
              </a:spcAft>
              <a:buNone/>
            </a:pPr>
            <a:r>
              <a:rPr lang="en-US" sz="2400"/>
              <a:t>integer array1[6],p,j,q</a:t>
            </a:r>
            <a:endParaRPr sz="2400"/>
          </a:p>
          <a:p>
            <a:pPr marL="0" lvl="0" indent="0" algn="l" rtl="0">
              <a:spcBef>
                <a:spcPts val="1000"/>
              </a:spcBef>
              <a:spcAft>
                <a:spcPts val="0"/>
              </a:spcAft>
              <a:buNone/>
            </a:pPr>
            <a:r>
              <a:rPr lang="en-US" sz="2400"/>
              <a:t>set p=3</a:t>
            </a:r>
            <a:endParaRPr sz="2400"/>
          </a:p>
          <a:p>
            <a:pPr marL="0" lvl="0" indent="0" algn="l" rtl="0">
              <a:spcBef>
                <a:spcPts val="1000"/>
              </a:spcBef>
              <a:spcAft>
                <a:spcPts val="0"/>
              </a:spcAft>
              <a:buNone/>
            </a:pPr>
            <a:r>
              <a:rPr lang="en-US" sz="2400"/>
              <a:t>set array1[6]={3, 6, 10, 12, 23, 33}</a:t>
            </a:r>
            <a:endParaRPr sz="2400"/>
          </a:p>
          <a:p>
            <a:pPr marL="0" lvl="0" indent="0" algn="l" rtl="0">
              <a:spcBef>
                <a:spcPts val="1000"/>
              </a:spcBef>
              <a:spcAft>
                <a:spcPts val="0"/>
              </a:spcAft>
              <a:buNone/>
            </a:pPr>
            <a:r>
              <a:rPr lang="en-US" sz="2400"/>
              <a:t>for (each j from 0 to 5)</a:t>
            </a:r>
            <a:endParaRPr sz="2400"/>
          </a:p>
          <a:p>
            <a:pPr marL="0" lvl="0" indent="0" algn="l" rtl="0">
              <a:spcBef>
                <a:spcPts val="1000"/>
              </a:spcBef>
              <a:spcAft>
                <a:spcPts val="0"/>
              </a:spcAft>
              <a:buNone/>
            </a:pPr>
            <a:r>
              <a:rPr lang="en-US" sz="2400"/>
              <a:t>if ((array1 [j] MOD p) EQUALS 0)</a:t>
            </a:r>
            <a:endParaRPr sz="2400"/>
          </a:p>
          <a:p>
            <a:pPr marL="0" lvl="0" indent="0" algn="l" rtl="0">
              <a:spcBef>
                <a:spcPts val="1000"/>
              </a:spcBef>
              <a:spcAft>
                <a:spcPts val="0"/>
              </a:spcAft>
              <a:buNone/>
            </a:pPr>
            <a:r>
              <a:rPr lang="en-US" sz="2400"/>
              <a:t>p = array1[j] - (p * 3)</a:t>
            </a:r>
            <a:endParaRPr sz="2400"/>
          </a:p>
          <a:p>
            <a:pPr marL="0" lvl="0" indent="0" algn="l" rtl="0">
              <a:spcBef>
                <a:spcPts val="1000"/>
              </a:spcBef>
              <a:spcAft>
                <a:spcPts val="0"/>
              </a:spcAft>
              <a:buNone/>
            </a:pPr>
            <a:r>
              <a:rPr lang="en-US" sz="2400"/>
              <a:t>end if</a:t>
            </a:r>
            <a:endParaRPr sz="2400"/>
          </a:p>
          <a:p>
            <a:pPr marL="0" lvl="0" indent="0" algn="l" rtl="0">
              <a:spcBef>
                <a:spcPts val="1000"/>
              </a:spcBef>
              <a:spcAft>
                <a:spcPts val="0"/>
              </a:spcAft>
              <a:buNone/>
            </a:pPr>
            <a:r>
              <a:rPr lang="en-US" sz="2400"/>
              <a:t>q= p+ array1[j] - 3</a:t>
            </a:r>
            <a:endParaRPr sz="2400"/>
          </a:p>
          <a:p>
            <a:pPr marL="0" lvl="0" indent="0" algn="l" rtl="0">
              <a:spcBef>
                <a:spcPts val="1000"/>
              </a:spcBef>
              <a:spcAft>
                <a:spcPts val="0"/>
              </a:spcAft>
              <a:buNone/>
            </a:pPr>
            <a:r>
              <a:rPr lang="en-US" sz="2400"/>
              <a:t>end for</a:t>
            </a:r>
            <a:endParaRPr sz="2400"/>
          </a:p>
          <a:p>
            <a:pPr marL="0" lvl="0" indent="0" algn="l" rtl="0">
              <a:spcBef>
                <a:spcPts val="1000"/>
              </a:spcBef>
              <a:spcAft>
                <a:spcPts val="0"/>
              </a:spcAft>
              <a:buNone/>
            </a:pPr>
            <a:r>
              <a:rPr lang="en-US" sz="2400"/>
              <a:t>print q</a:t>
            </a:r>
            <a:endParaRPr sz="2400"/>
          </a:p>
          <a:p>
            <a:pPr marL="0" lvl="0" indent="0" algn="l" rtl="0">
              <a:spcBef>
                <a:spcPts val="1000"/>
              </a:spcBef>
              <a:spcAft>
                <a:spcPts val="0"/>
              </a:spcAft>
              <a:buNone/>
            </a:pPr>
            <a:r>
              <a:rPr lang="en-US" sz="2400"/>
              <a:t>[Note: MOD finds the remainder after the division of one number by another. For example, the expression "5 MOD" would  </a:t>
            </a:r>
            <a:endParaRPr sz="2400"/>
          </a:p>
          <a:p>
            <a:pPr marL="0" lvl="0" indent="0" algn="l" rtl="0">
              <a:spcBef>
                <a:spcPts val="1000"/>
              </a:spcBef>
              <a:spcAft>
                <a:spcPts val="0"/>
              </a:spcAft>
              <a:buNone/>
            </a:pPr>
            <a:r>
              <a:rPr lang="en-US" sz="2400"/>
              <a:t>evaluate to 1 because 2 leaves a quotient of 2 and a remainder 1]</a:t>
            </a:r>
            <a:endParaRPr sz="2400"/>
          </a:p>
        </p:txBody>
      </p:sp>
      <p:sp>
        <p:nvSpPr>
          <p:cNvPr id="899" name="Google Shape;899;g13a937d13f5_0_212"/>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34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54</a:t>
            </a:r>
            <a:endParaRPr sz="2600">
              <a:solidFill>
                <a:schemeClr val="dk1"/>
              </a:solidFill>
              <a:latin typeface="Calibri"/>
              <a:ea typeface="Calibri"/>
              <a:cs typeface="Calibri"/>
              <a:sym typeface="Calibri"/>
            </a:endParaRPr>
          </a:p>
        </p:txBody>
      </p:sp>
      <p:pic>
        <p:nvPicPr>
          <p:cNvPr id="900" name="Google Shape;900;g13a937d13f5_0_212"/>
          <p:cNvPicPr preferRelativeResize="0"/>
          <p:nvPr/>
        </p:nvPicPr>
        <p:blipFill rotWithShape="1">
          <a:blip r:embed="rId3">
            <a:alphaModFix/>
          </a:blip>
          <a:srcRect/>
          <a:stretch/>
        </p:blipFill>
        <p:spPr>
          <a:xfrm>
            <a:off x="5685227" y="25233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0"/>
                                        </p:tgtEl>
                                        <p:attrNameLst>
                                          <p:attrName>style.visibility</p:attrName>
                                        </p:attrNameLst>
                                      </p:cBhvr>
                                      <p:to>
                                        <p:strVal val="visible"/>
                                      </p:to>
                                    </p:set>
                                    <p:animEffect transition="in" filter="fade">
                                      <p:cBhvr>
                                        <p:cTn id="7" dur="1000"/>
                                        <p:tgtEl>
                                          <p:spTgt spid="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13a937d13f5_0_219"/>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a, b</a:t>
            </a:r>
            <a:endParaRPr sz="2600"/>
          </a:p>
          <a:p>
            <a:pPr marL="0" lvl="0" indent="0" algn="l" rtl="0">
              <a:spcBef>
                <a:spcPts val="1000"/>
              </a:spcBef>
              <a:spcAft>
                <a:spcPts val="0"/>
              </a:spcAft>
              <a:buNone/>
            </a:pPr>
            <a:r>
              <a:rPr lang="en-US" sz="2600"/>
              <a:t>set a=2,b=1</a:t>
            </a:r>
            <a:endParaRPr sz="2600"/>
          </a:p>
          <a:p>
            <a:pPr marL="0" lvl="0" indent="0" algn="l" rtl="0">
              <a:spcBef>
                <a:spcPts val="1000"/>
              </a:spcBef>
              <a:spcAft>
                <a:spcPts val="0"/>
              </a:spcAft>
              <a:buNone/>
            </a:pPr>
            <a:r>
              <a:rPr lang="en-US" sz="2600"/>
              <a:t>for (each a from 0 to 2)</a:t>
            </a:r>
            <a:endParaRPr sz="2600"/>
          </a:p>
          <a:p>
            <a:pPr marL="0" lvl="0" indent="0" algn="l" rtl="0">
              <a:spcBef>
                <a:spcPts val="1000"/>
              </a:spcBef>
              <a:spcAft>
                <a:spcPts val="0"/>
              </a:spcAft>
              <a:buNone/>
            </a:pPr>
            <a:r>
              <a:rPr lang="en-US" sz="2600"/>
              <a:t>for (each b from 0 to a)</a:t>
            </a:r>
            <a:endParaRPr sz="2600"/>
          </a:p>
          <a:p>
            <a:pPr marL="0" lvl="0" indent="0" algn="l" rtl="0">
              <a:spcBef>
                <a:spcPts val="1000"/>
              </a:spcBef>
              <a:spcAft>
                <a:spcPts val="0"/>
              </a:spcAft>
              <a:buNone/>
            </a:pPr>
            <a:r>
              <a:rPr lang="en-US" sz="2600"/>
              <a:t>print "laptop"</a:t>
            </a:r>
            <a:endParaRPr sz="2600"/>
          </a:p>
          <a:p>
            <a:pPr marL="0" lvl="0" indent="0" algn="l" rtl="0">
              <a:spcBef>
                <a:spcPts val="1000"/>
              </a:spcBef>
              <a:spcAft>
                <a:spcPts val="0"/>
              </a:spcAft>
              <a:buNone/>
            </a:pPr>
            <a:r>
              <a:rPr lang="en-US" sz="2600"/>
              <a:t>end for end for</a:t>
            </a:r>
            <a:endParaRPr sz="2600"/>
          </a:p>
        </p:txBody>
      </p:sp>
      <p:sp>
        <p:nvSpPr>
          <p:cNvPr id="907" name="Google Shape;907;g13a937d13f5_0_219"/>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it will print 'laptop' 2 times</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it will print 'laptop' 7 times</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it will print 'laptop' 6 times</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it will print 'laptop' 5 times</a:t>
            </a:r>
            <a:endParaRPr sz="2600">
              <a:solidFill>
                <a:schemeClr val="dk1"/>
              </a:solidFill>
              <a:latin typeface="Calibri"/>
              <a:ea typeface="Calibri"/>
              <a:cs typeface="Calibri"/>
              <a:sym typeface="Calibri"/>
            </a:endParaRPr>
          </a:p>
        </p:txBody>
      </p:sp>
      <p:pic>
        <p:nvPicPr>
          <p:cNvPr id="908" name="Google Shape;908;g13a937d13f5_0_219"/>
          <p:cNvPicPr preferRelativeResize="0"/>
          <p:nvPr/>
        </p:nvPicPr>
        <p:blipFill rotWithShape="1">
          <a:blip r:embed="rId3">
            <a:alphaModFix/>
          </a:blip>
          <a:srcRect/>
          <a:stretch/>
        </p:blipFill>
        <p:spPr>
          <a:xfrm>
            <a:off x="8906027" y="20457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8"/>
                                        </p:tgtEl>
                                        <p:attrNameLst>
                                          <p:attrName>style.visibility</p:attrName>
                                        </p:attrNameLst>
                                      </p:cBhvr>
                                      <p:to>
                                        <p:strVal val="visible"/>
                                      </p:to>
                                    </p:set>
                                    <p:animEffect transition="in" filter="fade">
                                      <p:cBhvr>
                                        <p:cTn id="7" dur="1000"/>
                                        <p:tgtEl>
                                          <p:spTgt spid="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g13a937d13f5_0_226"/>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For the following pseudocode, what should be typed in the black space?</a:t>
            </a:r>
            <a:endParaRPr sz="2600"/>
          </a:p>
          <a:p>
            <a:pPr marL="0" lvl="0" indent="0" algn="l" rtl="0">
              <a:spcBef>
                <a:spcPts val="1000"/>
              </a:spcBef>
              <a:spcAft>
                <a:spcPts val="0"/>
              </a:spcAft>
              <a:buNone/>
            </a:pPr>
            <a:r>
              <a:rPr lang="en-US" sz="2600"/>
              <a:t>integer Fibonacci(integer n)</a:t>
            </a:r>
            <a:endParaRPr sz="2600"/>
          </a:p>
          <a:p>
            <a:pPr marL="0" lvl="0" indent="0" algn="l" rtl="0">
              <a:spcBef>
                <a:spcPts val="1000"/>
              </a:spcBef>
              <a:spcAft>
                <a:spcPts val="0"/>
              </a:spcAft>
              <a:buNone/>
            </a:pPr>
            <a:r>
              <a:rPr lang="en-US" sz="2600"/>
              <a:t>if (n EQUALS 0)</a:t>
            </a:r>
            <a:endParaRPr sz="2600"/>
          </a:p>
          <a:p>
            <a:pPr marL="0" lvl="0" indent="0" algn="l" rtl="0">
              <a:spcBef>
                <a:spcPts val="1000"/>
              </a:spcBef>
              <a:spcAft>
                <a:spcPts val="0"/>
              </a:spcAft>
              <a:buNone/>
            </a:pPr>
            <a:r>
              <a:rPr lang="en-US" sz="2600"/>
              <a:t>return 0</a:t>
            </a:r>
            <a:endParaRPr sz="2600"/>
          </a:p>
          <a:p>
            <a:pPr marL="0" lvl="0" indent="0" algn="l" rtl="0">
              <a:spcBef>
                <a:spcPts val="1000"/>
              </a:spcBef>
              <a:spcAft>
                <a:spcPts val="0"/>
              </a:spcAft>
              <a:buNone/>
            </a:pPr>
            <a:r>
              <a:rPr lang="en-US" sz="2600"/>
              <a:t>else if(n EQUALS 1)</a:t>
            </a:r>
            <a:endParaRPr sz="2600"/>
          </a:p>
          <a:p>
            <a:pPr marL="0" lvl="0" indent="0" algn="l" rtl="0">
              <a:spcBef>
                <a:spcPts val="1000"/>
              </a:spcBef>
              <a:spcAft>
                <a:spcPts val="0"/>
              </a:spcAft>
              <a:buNone/>
            </a:pPr>
            <a:r>
              <a:rPr lang="en-US" sz="2600"/>
              <a:t>return 1</a:t>
            </a:r>
            <a:endParaRPr sz="2600"/>
          </a:p>
          <a:p>
            <a:pPr marL="0" lvl="0" indent="0" algn="l" rtl="0">
              <a:spcBef>
                <a:spcPts val="1000"/>
              </a:spcBef>
              <a:spcAft>
                <a:spcPts val="0"/>
              </a:spcAft>
              <a:buNone/>
            </a:pPr>
            <a:r>
              <a:rPr lang="en-US" sz="2600"/>
              <a:t>else</a:t>
            </a:r>
            <a:endParaRPr sz="2600"/>
          </a:p>
          <a:p>
            <a:pPr marL="0" lvl="0" indent="0" algn="l" rtl="0">
              <a:spcBef>
                <a:spcPts val="1000"/>
              </a:spcBef>
              <a:spcAft>
                <a:spcPts val="0"/>
              </a:spcAft>
              <a:buNone/>
            </a:pPr>
            <a:r>
              <a:rPr lang="en-US" sz="2600"/>
              <a:t>return (Fibonacci(n-1) + Fibonacci(........blank space...... ))</a:t>
            </a:r>
            <a:endParaRPr sz="2600"/>
          </a:p>
          <a:p>
            <a:pPr marL="0" lvl="0" indent="0" algn="l" rtl="0">
              <a:spcBef>
                <a:spcPts val="1000"/>
              </a:spcBef>
              <a:spcAft>
                <a:spcPts val="0"/>
              </a:spcAft>
              <a:buNone/>
            </a:pPr>
            <a:r>
              <a:rPr lang="en-US" sz="2600"/>
              <a:t>end function Fibonacci( )</a:t>
            </a:r>
            <a:endParaRPr sz="2600"/>
          </a:p>
        </p:txBody>
      </p:sp>
      <p:sp>
        <p:nvSpPr>
          <p:cNvPr id="915" name="Google Shape;915;g13a937d13f5_0_226"/>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n-3</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n-2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n</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n-1</a:t>
            </a:r>
            <a:endParaRPr sz="2600">
              <a:solidFill>
                <a:schemeClr val="dk1"/>
              </a:solidFill>
              <a:latin typeface="Calibri"/>
              <a:ea typeface="Calibri"/>
              <a:cs typeface="Calibri"/>
              <a:sym typeface="Calibri"/>
            </a:endParaRPr>
          </a:p>
        </p:txBody>
      </p:sp>
      <p:pic>
        <p:nvPicPr>
          <p:cNvPr id="916" name="Google Shape;916;g13a937d13f5_0_226"/>
          <p:cNvPicPr preferRelativeResize="0"/>
          <p:nvPr/>
        </p:nvPicPr>
        <p:blipFill rotWithShape="1">
          <a:blip r:embed="rId3">
            <a:alphaModFix/>
          </a:blip>
          <a:srcRect/>
          <a:stretch/>
        </p:blipFill>
        <p:spPr>
          <a:xfrm>
            <a:off x="5721952" y="16048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6"/>
                                        </p:tgtEl>
                                        <p:attrNameLst>
                                          <p:attrName>style.visibility</p:attrName>
                                        </p:attrNameLst>
                                      </p:cBhvr>
                                      <p:to>
                                        <p:strVal val="visible"/>
                                      </p:to>
                                    </p:set>
                                    <p:animEffect transition="in" filter="fade">
                                      <p:cBhvr>
                                        <p:cTn id="7" dur="1000"/>
                                        <p:tgtEl>
                                          <p:spTgt spid="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g13a937d13f5_0_233"/>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a, p</a:t>
            </a:r>
            <a:endParaRPr sz="2600"/>
          </a:p>
          <a:p>
            <a:pPr marL="0" lvl="0" indent="0" algn="l" rtl="0">
              <a:spcBef>
                <a:spcPts val="1000"/>
              </a:spcBef>
              <a:spcAft>
                <a:spcPts val="0"/>
              </a:spcAft>
              <a:buNone/>
            </a:pPr>
            <a:r>
              <a:rPr lang="en-US" sz="2600"/>
              <a:t>set a=5</a:t>
            </a:r>
            <a:endParaRPr sz="2600"/>
          </a:p>
          <a:p>
            <a:pPr marL="0" lvl="0" indent="0" algn="l" rtl="0">
              <a:spcBef>
                <a:spcPts val="1000"/>
              </a:spcBef>
              <a:spcAft>
                <a:spcPts val="0"/>
              </a:spcAft>
              <a:buNone/>
            </a:pPr>
            <a:r>
              <a:rPr lang="en-US" sz="2600"/>
              <a:t>a= a+1</a:t>
            </a:r>
            <a:endParaRPr sz="2600"/>
          </a:p>
          <a:p>
            <a:pPr marL="0" lvl="0" indent="0" algn="l" rtl="0">
              <a:spcBef>
                <a:spcPts val="1000"/>
              </a:spcBef>
              <a:spcAft>
                <a:spcPts val="0"/>
              </a:spcAft>
              <a:buNone/>
            </a:pPr>
            <a:r>
              <a:rPr lang="en-US" sz="2600"/>
              <a:t>a= a*2</a:t>
            </a:r>
            <a:endParaRPr sz="2600"/>
          </a:p>
          <a:p>
            <a:pPr marL="0" lvl="0" indent="0" algn="l" rtl="0">
              <a:spcBef>
                <a:spcPts val="1000"/>
              </a:spcBef>
              <a:spcAft>
                <a:spcPts val="0"/>
              </a:spcAft>
              <a:buNone/>
            </a:pPr>
            <a:r>
              <a:rPr lang="en-US" sz="2600"/>
              <a:t>a= a/5 + 6</a:t>
            </a:r>
            <a:endParaRPr sz="2600"/>
          </a:p>
          <a:p>
            <a:pPr marL="0" lvl="0" indent="0" algn="l" rtl="0">
              <a:spcBef>
                <a:spcPts val="1000"/>
              </a:spcBef>
              <a:spcAft>
                <a:spcPts val="0"/>
              </a:spcAft>
              <a:buNone/>
            </a:pPr>
            <a:r>
              <a:rPr lang="en-US" sz="2600"/>
              <a:t>print p</a:t>
            </a:r>
            <a:endParaRPr sz="2600"/>
          </a:p>
        </p:txBody>
      </p:sp>
      <p:sp>
        <p:nvSpPr>
          <p:cNvPr id="923" name="Google Shape;923;g13a937d13f5_0_233"/>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7</a:t>
            </a:r>
            <a:endParaRPr sz="2600">
              <a:solidFill>
                <a:schemeClr val="dk1"/>
              </a:solidFill>
              <a:latin typeface="Calibri"/>
              <a:ea typeface="Calibri"/>
              <a:cs typeface="Calibri"/>
              <a:sym typeface="Calibri"/>
            </a:endParaRPr>
          </a:p>
        </p:txBody>
      </p:sp>
      <p:pic>
        <p:nvPicPr>
          <p:cNvPr id="924" name="Google Shape;924;g13a937d13f5_0_233"/>
          <p:cNvPicPr preferRelativeResize="0"/>
          <p:nvPr/>
        </p:nvPicPr>
        <p:blipFill rotWithShape="1">
          <a:blip r:embed="rId3">
            <a:alphaModFix/>
          </a:blip>
          <a:srcRect/>
          <a:stretch/>
        </p:blipFill>
        <p:spPr>
          <a:xfrm>
            <a:off x="5472527" y="16171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4"/>
                                        </p:tgtEl>
                                        <p:attrNameLst>
                                          <p:attrName>style.visibility</p:attrName>
                                        </p:attrNameLst>
                                      </p:cBhvr>
                                      <p:to>
                                        <p:strVal val="visible"/>
                                      </p:to>
                                    </p:set>
                                    <p:animEffect transition="in" filter="fade">
                                      <p:cBhvr>
                                        <p:cTn id="7" dur="1000"/>
                                        <p:tgtEl>
                                          <p:spTgt spid="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g13a937d13f5_0_240"/>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000"/>
              <a:t>What will be the output of the following pseudocode?</a:t>
            </a:r>
            <a:endParaRPr sz="2000"/>
          </a:p>
          <a:p>
            <a:pPr marL="0" lvl="0" indent="0" algn="l" rtl="0">
              <a:spcBef>
                <a:spcPts val="1000"/>
              </a:spcBef>
              <a:spcAft>
                <a:spcPts val="0"/>
              </a:spcAft>
              <a:buNone/>
            </a:pPr>
            <a:r>
              <a:rPr lang="en-US" sz="2000"/>
              <a:t>integer p, q, r, s, t</a:t>
            </a:r>
            <a:endParaRPr sz="2000"/>
          </a:p>
          <a:p>
            <a:pPr marL="0" lvl="0" indent="0" algn="l" rtl="0">
              <a:spcBef>
                <a:spcPts val="1000"/>
              </a:spcBef>
              <a:spcAft>
                <a:spcPts val="0"/>
              </a:spcAft>
              <a:buNone/>
            </a:pPr>
            <a:r>
              <a:rPr lang="en-US" sz="2000"/>
              <a:t>set q= 12, r= 3</a:t>
            </a:r>
            <a:endParaRPr sz="2000"/>
          </a:p>
          <a:p>
            <a:pPr marL="0" lvl="0" indent="0" algn="l" rtl="0">
              <a:spcBef>
                <a:spcPts val="1000"/>
              </a:spcBef>
              <a:spcAft>
                <a:spcPts val="0"/>
              </a:spcAft>
              <a:buNone/>
            </a:pPr>
            <a:r>
              <a:rPr lang="en-US" sz="2000"/>
              <a:t>while (q &gt; ( r- 1))</a:t>
            </a:r>
            <a:endParaRPr sz="2000"/>
          </a:p>
          <a:p>
            <a:pPr marL="0" lvl="0" indent="0" algn="l" rtl="0">
              <a:spcBef>
                <a:spcPts val="1000"/>
              </a:spcBef>
              <a:spcAft>
                <a:spcPts val="0"/>
              </a:spcAft>
              <a:buNone/>
            </a:pPr>
            <a:r>
              <a:rPr lang="en-US" sz="2000"/>
              <a:t>r= r * 2</a:t>
            </a:r>
            <a:endParaRPr sz="2000"/>
          </a:p>
          <a:p>
            <a:pPr marL="0" lvl="0" indent="0" algn="l" rtl="0">
              <a:spcBef>
                <a:spcPts val="1000"/>
              </a:spcBef>
              <a:spcAft>
                <a:spcPts val="0"/>
              </a:spcAft>
              <a:buNone/>
            </a:pPr>
            <a:r>
              <a:rPr lang="en-US" sz="2000"/>
              <a:t>s= r + q</a:t>
            </a:r>
            <a:endParaRPr sz="2000"/>
          </a:p>
          <a:p>
            <a:pPr marL="0" lvl="0" indent="0" algn="l" rtl="0">
              <a:spcBef>
                <a:spcPts val="1000"/>
              </a:spcBef>
              <a:spcAft>
                <a:spcPts val="0"/>
              </a:spcAft>
              <a:buNone/>
            </a:pPr>
            <a:r>
              <a:rPr lang="en-US" sz="2000"/>
              <a:t>t = (s MOD 4 ) + r</a:t>
            </a:r>
            <a:endParaRPr sz="2000"/>
          </a:p>
          <a:p>
            <a:pPr marL="0" lvl="0" indent="0" algn="l" rtl="0">
              <a:spcBef>
                <a:spcPts val="1000"/>
              </a:spcBef>
              <a:spcAft>
                <a:spcPts val="0"/>
              </a:spcAft>
              <a:buNone/>
            </a:pPr>
            <a:r>
              <a:rPr lang="en-US" sz="2000"/>
              <a:t>end while</a:t>
            </a:r>
            <a:endParaRPr sz="2000"/>
          </a:p>
          <a:p>
            <a:pPr marL="0" lvl="0" indent="0" algn="l" rtl="0">
              <a:spcBef>
                <a:spcPts val="1000"/>
              </a:spcBef>
              <a:spcAft>
                <a:spcPts val="0"/>
              </a:spcAft>
              <a:buNone/>
            </a:pPr>
            <a:r>
              <a:rPr lang="en-US" sz="2000"/>
              <a:t>if ( s &gt; t)</a:t>
            </a:r>
            <a:endParaRPr sz="2000"/>
          </a:p>
          <a:p>
            <a:pPr marL="0" lvl="0" indent="0" algn="l" rtl="0">
              <a:spcBef>
                <a:spcPts val="1000"/>
              </a:spcBef>
              <a:spcAft>
                <a:spcPts val="0"/>
              </a:spcAft>
              <a:buNone/>
            </a:pPr>
            <a:r>
              <a:rPr lang="en-US" sz="2000"/>
              <a:t>print t</a:t>
            </a:r>
            <a:endParaRPr sz="2000"/>
          </a:p>
          <a:p>
            <a:pPr marL="0" lvl="0" indent="0" algn="l" rtl="0">
              <a:spcBef>
                <a:spcPts val="1000"/>
              </a:spcBef>
              <a:spcAft>
                <a:spcPts val="0"/>
              </a:spcAft>
              <a:buNone/>
            </a:pPr>
            <a:r>
              <a:rPr lang="en-US" sz="2000"/>
              <a:t>else</a:t>
            </a:r>
            <a:endParaRPr sz="2000"/>
          </a:p>
          <a:p>
            <a:pPr marL="0" lvl="0" indent="0" algn="l" rtl="0">
              <a:spcBef>
                <a:spcPts val="1000"/>
              </a:spcBef>
              <a:spcAft>
                <a:spcPts val="0"/>
              </a:spcAft>
              <a:buNone/>
            </a:pPr>
            <a:r>
              <a:rPr lang="en-US" sz="2000"/>
              <a:t>print s</a:t>
            </a:r>
            <a:endParaRPr sz="2000"/>
          </a:p>
          <a:p>
            <a:pPr marL="0" lvl="0" indent="0" algn="l" rtl="0">
              <a:spcBef>
                <a:spcPts val="1000"/>
              </a:spcBef>
              <a:spcAft>
                <a:spcPts val="0"/>
              </a:spcAft>
              <a:buNone/>
            </a:pPr>
            <a:r>
              <a:rPr lang="en-US" sz="2000"/>
              <a:t>end if</a:t>
            </a:r>
            <a:endParaRPr sz="2000"/>
          </a:p>
          <a:p>
            <a:pPr marL="0" lvl="0" indent="0" algn="l" rtl="0">
              <a:spcBef>
                <a:spcPts val="1000"/>
              </a:spcBef>
              <a:spcAft>
                <a:spcPts val="0"/>
              </a:spcAft>
              <a:buNone/>
            </a:pPr>
            <a:r>
              <a:rPr lang="en-US" sz="2000"/>
              <a:t>[Note: MOD finds the remainder after the division of one number by another. For example, the expression "5 MOD" would  </a:t>
            </a:r>
            <a:endParaRPr sz="2000"/>
          </a:p>
          <a:p>
            <a:pPr marL="0" lvl="0" indent="0" algn="l" rtl="0">
              <a:spcBef>
                <a:spcPts val="1000"/>
              </a:spcBef>
              <a:spcAft>
                <a:spcPts val="0"/>
              </a:spcAft>
              <a:buNone/>
            </a:pPr>
            <a:r>
              <a:rPr lang="en-US" sz="2000"/>
              <a:t>evaluate to 1 because 2 leaves a quotient of 2 and a remainder 1]</a:t>
            </a:r>
            <a:endParaRPr sz="2000"/>
          </a:p>
        </p:txBody>
      </p:sp>
      <p:sp>
        <p:nvSpPr>
          <p:cNvPr id="931" name="Google Shape;931;g13a937d13f5_0_240"/>
          <p:cNvSpPr txBox="1"/>
          <p:nvPr/>
        </p:nvSpPr>
        <p:spPr>
          <a:xfrm>
            <a:off x="4855350" y="1267875"/>
            <a:ext cx="8298900" cy="1691700"/>
          </a:xfrm>
          <a:prstGeom prst="rect">
            <a:avLst/>
          </a:prstGeom>
          <a:noFill/>
          <a:ln>
            <a:noFill/>
          </a:ln>
        </p:spPr>
        <p:txBody>
          <a:bodyPr spcFirstLastPara="1" wrap="square" lIns="91425" tIns="91425" rIns="91425" bIns="91425" anchor="t" anchorCtr="0">
            <a:spAutoFit/>
          </a:bodyPr>
          <a:lstStyle/>
          <a:p>
            <a:pPr marL="457200" lvl="0" indent="-368300" algn="l" rtl="0">
              <a:lnSpc>
                <a:spcPct val="115000"/>
              </a:lnSpc>
              <a:spcBef>
                <a:spcPts val="1200"/>
              </a:spcBef>
              <a:spcAft>
                <a:spcPts val="0"/>
              </a:spcAft>
              <a:buClr>
                <a:schemeClr val="dk1"/>
              </a:buClr>
              <a:buSzPts val="2200"/>
              <a:buFont typeface="Calibri"/>
              <a:buAutoNum type="alphaUcPeriod"/>
            </a:pPr>
            <a:r>
              <a:rPr lang="en-US" sz="2200">
                <a:solidFill>
                  <a:schemeClr val="dk1"/>
                </a:solidFill>
                <a:latin typeface="Calibri"/>
                <a:ea typeface="Calibri"/>
                <a:cs typeface="Calibri"/>
                <a:sym typeface="Calibri"/>
              </a:rPr>
              <a:t>22</a:t>
            </a:r>
            <a:endParaRPr sz="2200">
              <a:solidFill>
                <a:schemeClr val="dk1"/>
              </a:solidFill>
              <a:latin typeface="Calibri"/>
              <a:ea typeface="Calibri"/>
              <a:cs typeface="Calibri"/>
              <a:sym typeface="Calibri"/>
            </a:endParaRPr>
          </a:p>
          <a:p>
            <a:pPr marL="457200" lvl="0" indent="-368300" algn="l" rtl="0">
              <a:lnSpc>
                <a:spcPct val="115000"/>
              </a:lnSpc>
              <a:spcBef>
                <a:spcPts val="0"/>
              </a:spcBef>
              <a:spcAft>
                <a:spcPts val="0"/>
              </a:spcAft>
              <a:buClr>
                <a:schemeClr val="dk1"/>
              </a:buClr>
              <a:buSzPts val="2200"/>
              <a:buFont typeface="Calibri"/>
              <a:buAutoNum type="alphaUcPeriod"/>
            </a:pPr>
            <a:r>
              <a:rPr lang="en-US" sz="2200">
                <a:solidFill>
                  <a:schemeClr val="dk1"/>
                </a:solidFill>
                <a:latin typeface="Calibri"/>
                <a:ea typeface="Calibri"/>
                <a:cs typeface="Calibri"/>
                <a:sym typeface="Calibri"/>
              </a:rPr>
              <a:t>20</a:t>
            </a:r>
            <a:endParaRPr sz="2200">
              <a:solidFill>
                <a:schemeClr val="dk1"/>
              </a:solidFill>
              <a:latin typeface="Calibri"/>
              <a:ea typeface="Calibri"/>
              <a:cs typeface="Calibri"/>
              <a:sym typeface="Calibri"/>
            </a:endParaRPr>
          </a:p>
          <a:p>
            <a:pPr marL="457200" lvl="0" indent="-368300" algn="l" rtl="0">
              <a:lnSpc>
                <a:spcPct val="115000"/>
              </a:lnSpc>
              <a:spcBef>
                <a:spcPts val="0"/>
              </a:spcBef>
              <a:spcAft>
                <a:spcPts val="0"/>
              </a:spcAft>
              <a:buClr>
                <a:schemeClr val="dk1"/>
              </a:buClr>
              <a:buSzPts val="2200"/>
              <a:buFont typeface="Calibri"/>
              <a:buAutoNum type="alphaUcPeriod"/>
            </a:pPr>
            <a:r>
              <a:rPr lang="en-US" sz="2200">
                <a:solidFill>
                  <a:schemeClr val="dk1"/>
                </a:solidFill>
                <a:latin typeface="Calibri"/>
                <a:ea typeface="Calibri"/>
                <a:cs typeface="Calibri"/>
                <a:sym typeface="Calibri"/>
              </a:rPr>
              <a:t>24</a:t>
            </a:r>
            <a:endParaRPr sz="2200">
              <a:solidFill>
                <a:schemeClr val="dk1"/>
              </a:solidFill>
              <a:latin typeface="Calibri"/>
              <a:ea typeface="Calibri"/>
              <a:cs typeface="Calibri"/>
              <a:sym typeface="Calibri"/>
            </a:endParaRPr>
          </a:p>
          <a:p>
            <a:pPr marL="457200" lvl="0" indent="-368300" algn="l" rtl="0">
              <a:lnSpc>
                <a:spcPct val="115000"/>
              </a:lnSpc>
              <a:spcBef>
                <a:spcPts val="0"/>
              </a:spcBef>
              <a:spcAft>
                <a:spcPts val="0"/>
              </a:spcAft>
              <a:buClr>
                <a:schemeClr val="dk1"/>
              </a:buClr>
              <a:buSzPts val="2200"/>
              <a:buFont typeface="Calibri"/>
              <a:buAutoNum type="alphaUcPeriod"/>
            </a:pPr>
            <a:r>
              <a:rPr lang="en-US" sz="2200">
                <a:solidFill>
                  <a:schemeClr val="dk1"/>
                </a:solidFill>
                <a:latin typeface="Calibri"/>
                <a:ea typeface="Calibri"/>
                <a:cs typeface="Calibri"/>
                <a:sym typeface="Calibri"/>
              </a:rPr>
              <a:t>26</a:t>
            </a:r>
            <a:endParaRPr sz="2200">
              <a:solidFill>
                <a:schemeClr val="dk1"/>
              </a:solidFill>
              <a:latin typeface="Calibri"/>
              <a:ea typeface="Calibri"/>
              <a:cs typeface="Calibri"/>
              <a:sym typeface="Calibri"/>
            </a:endParaRPr>
          </a:p>
        </p:txBody>
      </p:sp>
      <p:pic>
        <p:nvPicPr>
          <p:cNvPr id="932" name="Google Shape;932;g13a937d13f5_0_240"/>
          <p:cNvPicPr preferRelativeResize="0"/>
          <p:nvPr/>
        </p:nvPicPr>
        <p:blipFill rotWithShape="1">
          <a:blip r:embed="rId3">
            <a:alphaModFix/>
          </a:blip>
          <a:srcRect/>
          <a:stretch/>
        </p:blipFill>
        <p:spPr>
          <a:xfrm>
            <a:off x="5660727" y="1820408"/>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32"/>
                                        </p:tgtEl>
                                        <p:attrNameLst>
                                          <p:attrName>style.visibility</p:attrName>
                                        </p:attrNameLst>
                                      </p:cBhvr>
                                      <p:to>
                                        <p:strVal val="visible"/>
                                      </p:to>
                                    </p:set>
                                    <p:animEffect transition="in" filter="fade">
                                      <p:cBhvr>
                                        <p:cTn id="7" dur="1000"/>
                                        <p:tgtEl>
                                          <p:spTgt spid="9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g13a937d13f5_0_247"/>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500"/>
              <a:t>What will be the output of the following pseudocode?</a:t>
            </a:r>
            <a:endParaRPr sz="2500"/>
          </a:p>
          <a:p>
            <a:pPr marL="0" lvl="0" indent="0" algn="l" rtl="0">
              <a:spcBef>
                <a:spcPts val="1000"/>
              </a:spcBef>
              <a:spcAft>
                <a:spcPts val="0"/>
              </a:spcAft>
              <a:buNone/>
            </a:pPr>
            <a:r>
              <a:rPr lang="en-US" sz="2500"/>
              <a:t>integer a, b</a:t>
            </a:r>
            <a:endParaRPr sz="2500"/>
          </a:p>
          <a:p>
            <a:pPr marL="0" lvl="0" indent="0" algn="l" rtl="0">
              <a:spcBef>
                <a:spcPts val="1000"/>
              </a:spcBef>
              <a:spcAft>
                <a:spcPts val="0"/>
              </a:spcAft>
              <a:buNone/>
            </a:pPr>
            <a:r>
              <a:rPr lang="en-US" sz="2500"/>
              <a:t>set a=1, b= 1</a:t>
            </a:r>
            <a:endParaRPr sz="2500"/>
          </a:p>
          <a:p>
            <a:pPr marL="0" lvl="0" indent="0" algn="l" rtl="0">
              <a:spcBef>
                <a:spcPts val="1000"/>
              </a:spcBef>
              <a:spcAft>
                <a:spcPts val="0"/>
              </a:spcAft>
              <a:buNone/>
            </a:pPr>
            <a:r>
              <a:rPr lang="en-US" sz="2500"/>
              <a:t>a= ( a ^ 1) &amp; (1 ) + (b ^ 1) &amp; (1)</a:t>
            </a:r>
            <a:endParaRPr sz="2500"/>
          </a:p>
          <a:p>
            <a:pPr marL="0" lvl="0" indent="0" algn="l" rtl="0">
              <a:spcBef>
                <a:spcPts val="1000"/>
              </a:spcBef>
              <a:spcAft>
                <a:spcPts val="0"/>
              </a:spcAft>
              <a:buNone/>
            </a:pPr>
            <a:r>
              <a:rPr lang="en-US" sz="2500"/>
              <a:t>print a+ b</a:t>
            </a:r>
            <a:endParaRPr sz="2500"/>
          </a:p>
          <a:p>
            <a:pPr marL="0" lvl="0" indent="0" algn="l" rtl="0">
              <a:spcBef>
                <a:spcPts val="1000"/>
              </a:spcBef>
              <a:spcAft>
                <a:spcPts val="0"/>
              </a:spcAft>
              <a:buNone/>
            </a:pPr>
            <a:r>
              <a:rPr lang="en-US" sz="2500"/>
              <a:t>[ Note- &amp; bitwise AND - The bitwise AND operator ( &amp; ) compares each bit of the first operand to the corresponding bit </a:t>
            </a:r>
            <a:endParaRPr sz="2500"/>
          </a:p>
          <a:p>
            <a:pPr marL="0" lvl="0" indent="0" algn="l" rtl="0">
              <a:spcBef>
                <a:spcPts val="1000"/>
              </a:spcBef>
              <a:spcAft>
                <a:spcPts val="0"/>
              </a:spcAft>
              <a:buNone/>
            </a:pPr>
            <a:r>
              <a:rPr lang="en-US" sz="2500"/>
              <a:t>of the second operand if both bits are 1 the corresponding result bit is set to 1. otherwise , the corresponding result bit is set to 0</a:t>
            </a:r>
            <a:endParaRPr sz="2500"/>
          </a:p>
          <a:p>
            <a:pPr marL="0" lvl="0" indent="0" algn="l" rtl="0">
              <a:spcBef>
                <a:spcPts val="1000"/>
              </a:spcBef>
              <a:spcAft>
                <a:spcPts val="0"/>
              </a:spcAft>
              <a:buNone/>
            </a:pPr>
            <a:r>
              <a:rPr lang="en-US" sz="2500"/>
              <a:t>The bitwise exclusive OR operator(^) compares each bit of its first operands to the corresponding bit of its second operator.</a:t>
            </a:r>
            <a:endParaRPr sz="2500"/>
          </a:p>
          <a:p>
            <a:pPr marL="0" lvl="0" indent="0" algn="l" rtl="0">
              <a:spcBef>
                <a:spcPts val="1000"/>
              </a:spcBef>
              <a:spcAft>
                <a:spcPts val="0"/>
              </a:spcAft>
              <a:buNone/>
            </a:pPr>
            <a:r>
              <a:rPr lang="en-US" sz="2500"/>
              <a:t> The corresponding result bit is set to 1. Otherwise, the corresponding result bit is set to 0].</a:t>
            </a:r>
            <a:endParaRPr sz="2500"/>
          </a:p>
        </p:txBody>
      </p:sp>
      <p:sp>
        <p:nvSpPr>
          <p:cNvPr id="939" name="Google Shape;939;g13a937d13f5_0_247"/>
          <p:cNvSpPr txBox="1"/>
          <p:nvPr/>
        </p:nvSpPr>
        <p:spPr>
          <a:xfrm>
            <a:off x="4855350" y="888250"/>
            <a:ext cx="8298900" cy="1828500"/>
          </a:xfrm>
          <a:prstGeom prst="rect">
            <a:avLst/>
          </a:prstGeom>
          <a:noFill/>
          <a:ln>
            <a:noFill/>
          </a:ln>
        </p:spPr>
        <p:txBody>
          <a:bodyPr spcFirstLastPara="1" wrap="square" lIns="91425" tIns="91425" rIns="91425" bIns="91425" anchor="t" anchorCtr="0">
            <a:spAutoFit/>
          </a:bodyPr>
          <a:lstStyle/>
          <a:p>
            <a:pPr marL="457200" lvl="0" indent="-381000" algn="l" rtl="0">
              <a:lnSpc>
                <a:spcPct val="115000"/>
              </a:lnSpc>
              <a:spcBef>
                <a:spcPts val="1200"/>
              </a:spcBef>
              <a:spcAft>
                <a:spcPts val="0"/>
              </a:spcAft>
              <a:buClr>
                <a:schemeClr val="dk1"/>
              </a:buClr>
              <a:buSzPts val="2400"/>
              <a:buFont typeface="Calibri"/>
              <a:buAutoNum type="alphaUcPeriod"/>
            </a:pPr>
            <a:r>
              <a:rPr lang="en-US" sz="2400">
                <a:solidFill>
                  <a:schemeClr val="dk1"/>
                </a:solidFill>
                <a:latin typeface="Calibri"/>
                <a:ea typeface="Calibri"/>
                <a:cs typeface="Calibri"/>
                <a:sym typeface="Calibri"/>
              </a:rPr>
              <a:t>1</a:t>
            </a:r>
            <a:endParaRPr sz="2400">
              <a:solidFill>
                <a:schemeClr val="dk1"/>
              </a:solidFill>
              <a:latin typeface="Calibri"/>
              <a:ea typeface="Calibri"/>
              <a:cs typeface="Calibri"/>
              <a:sym typeface="Calibri"/>
            </a:endParaRPr>
          </a:p>
          <a:p>
            <a:pPr marL="457200" lvl="0" indent="-381000" algn="l" rtl="0">
              <a:lnSpc>
                <a:spcPct val="115000"/>
              </a:lnSpc>
              <a:spcBef>
                <a:spcPts val="0"/>
              </a:spcBef>
              <a:spcAft>
                <a:spcPts val="0"/>
              </a:spcAft>
              <a:buClr>
                <a:schemeClr val="dk1"/>
              </a:buClr>
              <a:buSzPts val="2400"/>
              <a:buFont typeface="Calibri"/>
              <a:buAutoNum type="alphaUcPeriod"/>
            </a:pPr>
            <a:r>
              <a:rPr lang="en-US" sz="2400">
                <a:solidFill>
                  <a:schemeClr val="dk1"/>
                </a:solidFill>
                <a:latin typeface="Calibri"/>
                <a:ea typeface="Calibri"/>
                <a:cs typeface="Calibri"/>
                <a:sym typeface="Calibri"/>
              </a:rPr>
              <a:t>none of the mentioned options</a:t>
            </a:r>
            <a:endParaRPr sz="2400">
              <a:solidFill>
                <a:schemeClr val="dk1"/>
              </a:solidFill>
              <a:latin typeface="Calibri"/>
              <a:ea typeface="Calibri"/>
              <a:cs typeface="Calibri"/>
              <a:sym typeface="Calibri"/>
            </a:endParaRPr>
          </a:p>
          <a:p>
            <a:pPr marL="457200" lvl="0" indent="-381000" algn="l" rtl="0">
              <a:lnSpc>
                <a:spcPct val="115000"/>
              </a:lnSpc>
              <a:spcBef>
                <a:spcPts val="0"/>
              </a:spcBef>
              <a:spcAft>
                <a:spcPts val="0"/>
              </a:spcAft>
              <a:buClr>
                <a:schemeClr val="dk1"/>
              </a:buClr>
              <a:buSzPts val="2400"/>
              <a:buFont typeface="Calibri"/>
              <a:buAutoNum type="alphaUcPeriod"/>
            </a:pPr>
            <a:r>
              <a:rPr lang="en-US" sz="2400">
                <a:solidFill>
                  <a:schemeClr val="dk1"/>
                </a:solidFill>
                <a:latin typeface="Calibri"/>
                <a:ea typeface="Calibri"/>
                <a:cs typeface="Calibri"/>
                <a:sym typeface="Calibri"/>
              </a:rPr>
              <a:t>2</a:t>
            </a:r>
            <a:endParaRPr sz="2400">
              <a:solidFill>
                <a:schemeClr val="dk1"/>
              </a:solidFill>
              <a:latin typeface="Calibri"/>
              <a:ea typeface="Calibri"/>
              <a:cs typeface="Calibri"/>
              <a:sym typeface="Calibri"/>
            </a:endParaRPr>
          </a:p>
          <a:p>
            <a:pPr marL="457200" lvl="0" indent="-381000" algn="l" rtl="0">
              <a:lnSpc>
                <a:spcPct val="115000"/>
              </a:lnSpc>
              <a:spcBef>
                <a:spcPts val="0"/>
              </a:spcBef>
              <a:spcAft>
                <a:spcPts val="0"/>
              </a:spcAft>
              <a:buClr>
                <a:schemeClr val="dk1"/>
              </a:buClr>
              <a:buSzPts val="2400"/>
              <a:buFont typeface="Calibri"/>
              <a:buAutoNum type="alphaUcPeriod"/>
            </a:pPr>
            <a:r>
              <a:rPr lang="en-US" sz="2400">
                <a:solidFill>
                  <a:schemeClr val="dk1"/>
                </a:solidFill>
                <a:latin typeface="Calibri"/>
                <a:ea typeface="Calibri"/>
                <a:cs typeface="Calibri"/>
                <a:sym typeface="Calibri"/>
              </a:rPr>
              <a:t>0</a:t>
            </a:r>
            <a:endParaRPr sz="2400">
              <a:solidFill>
                <a:schemeClr val="dk1"/>
              </a:solidFill>
              <a:latin typeface="Calibri"/>
              <a:ea typeface="Calibri"/>
              <a:cs typeface="Calibri"/>
              <a:sym typeface="Calibri"/>
            </a:endParaRPr>
          </a:p>
        </p:txBody>
      </p:sp>
      <p:pic>
        <p:nvPicPr>
          <p:cNvPr id="940" name="Google Shape;940;g13a937d13f5_0_247"/>
          <p:cNvPicPr preferRelativeResize="0"/>
          <p:nvPr/>
        </p:nvPicPr>
        <p:blipFill rotWithShape="1">
          <a:blip r:embed="rId3">
            <a:alphaModFix/>
          </a:blip>
          <a:srcRect/>
          <a:stretch/>
        </p:blipFill>
        <p:spPr>
          <a:xfrm>
            <a:off x="5366802" y="7598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40"/>
                                        </p:tgtEl>
                                        <p:attrNameLst>
                                          <p:attrName>style.visibility</p:attrName>
                                        </p:attrNameLst>
                                      </p:cBhvr>
                                      <p:to>
                                        <p:strVal val="visible"/>
                                      </p:to>
                                    </p:set>
                                    <p:animEffect transition="in" filter="fade">
                                      <p:cBhvr>
                                        <p:cTn id="7" dur="1000"/>
                                        <p:tgtEl>
                                          <p:spTgt spid="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g13a937d13f5_0_254"/>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first, second</a:t>
            </a:r>
            <a:endParaRPr sz="2600"/>
          </a:p>
          <a:p>
            <a:pPr marL="0" lvl="0" indent="0" algn="l" rtl="0">
              <a:spcBef>
                <a:spcPts val="1000"/>
              </a:spcBef>
              <a:spcAft>
                <a:spcPts val="0"/>
              </a:spcAft>
              <a:buNone/>
            </a:pPr>
            <a:r>
              <a:rPr lang="en-US" sz="2600"/>
              <a:t>set first= 12, second =20</a:t>
            </a:r>
            <a:endParaRPr sz="2600"/>
          </a:p>
          <a:p>
            <a:pPr marL="0" lvl="0" indent="0" algn="l" rtl="0">
              <a:spcBef>
                <a:spcPts val="1000"/>
              </a:spcBef>
              <a:spcAft>
                <a:spcPts val="0"/>
              </a:spcAft>
              <a:buNone/>
            </a:pPr>
            <a:r>
              <a:rPr lang="en-US" sz="2600"/>
              <a:t>first = first + second</a:t>
            </a:r>
            <a:endParaRPr sz="2600"/>
          </a:p>
          <a:p>
            <a:pPr marL="0" lvl="0" indent="0" algn="l" rtl="0">
              <a:spcBef>
                <a:spcPts val="1000"/>
              </a:spcBef>
              <a:spcAft>
                <a:spcPts val="0"/>
              </a:spcAft>
              <a:buNone/>
            </a:pPr>
            <a:r>
              <a:rPr lang="en-US" sz="2600"/>
              <a:t>second = first - second</a:t>
            </a:r>
            <a:endParaRPr sz="2600"/>
          </a:p>
          <a:p>
            <a:pPr marL="0" lvl="0" indent="0" algn="l" rtl="0">
              <a:spcBef>
                <a:spcPts val="1000"/>
              </a:spcBef>
              <a:spcAft>
                <a:spcPts val="0"/>
              </a:spcAft>
              <a:buNone/>
            </a:pPr>
            <a:r>
              <a:rPr lang="en-US" sz="2600"/>
              <a:t>first = first - second</a:t>
            </a:r>
            <a:endParaRPr sz="2600"/>
          </a:p>
          <a:p>
            <a:pPr marL="0" lvl="0" indent="0" algn="l" rtl="0">
              <a:spcBef>
                <a:spcPts val="1000"/>
              </a:spcBef>
              <a:spcAft>
                <a:spcPts val="0"/>
              </a:spcAft>
              <a:buNone/>
            </a:pPr>
            <a:r>
              <a:rPr lang="en-US" sz="2600"/>
              <a:t>second = second * 2</a:t>
            </a:r>
            <a:endParaRPr sz="2600"/>
          </a:p>
          <a:p>
            <a:pPr marL="0" lvl="0" indent="0" algn="l" rtl="0">
              <a:spcBef>
                <a:spcPts val="1000"/>
              </a:spcBef>
              <a:spcAft>
                <a:spcPts val="0"/>
              </a:spcAft>
              <a:buNone/>
            </a:pPr>
            <a:r>
              <a:rPr lang="en-US" sz="2600"/>
              <a:t>print first, second</a:t>
            </a:r>
            <a:endParaRPr sz="2600"/>
          </a:p>
        </p:txBody>
      </p:sp>
      <p:sp>
        <p:nvSpPr>
          <p:cNvPr id="947" name="Google Shape;947;g13a937d13f5_0_254"/>
          <p:cNvSpPr txBox="1"/>
          <p:nvPr/>
        </p:nvSpPr>
        <p:spPr>
          <a:xfrm>
            <a:off x="3740925" y="2994625"/>
            <a:ext cx="8298900" cy="2678100"/>
          </a:xfrm>
          <a:prstGeom prst="rect">
            <a:avLst/>
          </a:prstGeom>
          <a:noFill/>
          <a:ln>
            <a:noFill/>
          </a:ln>
        </p:spPr>
        <p:txBody>
          <a:bodyPr spcFirstLastPara="1" wrap="square" lIns="91425" tIns="91425" rIns="91425" bIns="91425" anchor="t" anchorCtr="0">
            <a:spAutoFit/>
          </a:bodyPr>
          <a:lstStyle/>
          <a:p>
            <a:pPr marL="457200" lvl="0" indent="-381000" algn="l" rtl="0">
              <a:lnSpc>
                <a:spcPct val="115000"/>
              </a:lnSpc>
              <a:spcBef>
                <a:spcPts val="1200"/>
              </a:spcBef>
              <a:spcAft>
                <a:spcPts val="0"/>
              </a:spcAft>
              <a:buClr>
                <a:schemeClr val="dk1"/>
              </a:buClr>
              <a:buSzPts val="2400"/>
              <a:buFont typeface="Calibri"/>
              <a:buAutoNum type="alphaUcPeriod"/>
            </a:pPr>
            <a:r>
              <a:rPr lang="en-US" sz="2400">
                <a:solidFill>
                  <a:schemeClr val="dk1"/>
                </a:solidFill>
                <a:latin typeface="Calibri"/>
                <a:ea typeface="Calibri"/>
                <a:cs typeface="Calibri"/>
                <a:sym typeface="Calibri"/>
              </a:rPr>
              <a:t>it will swap the values of first and second and double</a:t>
            </a:r>
            <a:endParaRPr sz="2400">
              <a:solidFill>
                <a:schemeClr val="dk1"/>
              </a:solidFill>
              <a:latin typeface="Calibri"/>
              <a:ea typeface="Calibri"/>
              <a:cs typeface="Calibri"/>
              <a:sym typeface="Calibri"/>
            </a:endParaRPr>
          </a:p>
          <a:p>
            <a:pPr marL="457200" lvl="0" indent="-381000" algn="l" rtl="0">
              <a:lnSpc>
                <a:spcPct val="115000"/>
              </a:lnSpc>
              <a:spcBef>
                <a:spcPts val="0"/>
              </a:spcBef>
              <a:spcAft>
                <a:spcPts val="0"/>
              </a:spcAft>
              <a:buClr>
                <a:schemeClr val="dk1"/>
              </a:buClr>
              <a:buSzPts val="2400"/>
              <a:buFont typeface="Calibri"/>
              <a:buAutoNum type="alphaUcPeriod"/>
            </a:pPr>
            <a:r>
              <a:rPr lang="en-US" sz="2400">
                <a:solidFill>
                  <a:schemeClr val="dk1"/>
                </a:solidFill>
                <a:latin typeface="Calibri"/>
                <a:ea typeface="Calibri"/>
                <a:cs typeface="Calibri"/>
                <a:sym typeface="Calibri"/>
              </a:rPr>
              <a:t>it will change the values of first and second as 12 and -8 respectively</a:t>
            </a:r>
            <a:endParaRPr sz="2400">
              <a:solidFill>
                <a:schemeClr val="dk1"/>
              </a:solidFill>
              <a:latin typeface="Calibri"/>
              <a:ea typeface="Calibri"/>
              <a:cs typeface="Calibri"/>
              <a:sym typeface="Calibri"/>
            </a:endParaRPr>
          </a:p>
          <a:p>
            <a:pPr marL="457200" lvl="0" indent="-381000" algn="l" rtl="0">
              <a:lnSpc>
                <a:spcPct val="115000"/>
              </a:lnSpc>
              <a:spcBef>
                <a:spcPts val="0"/>
              </a:spcBef>
              <a:spcAft>
                <a:spcPts val="0"/>
              </a:spcAft>
              <a:buClr>
                <a:schemeClr val="dk1"/>
              </a:buClr>
              <a:buSzPts val="2400"/>
              <a:buFont typeface="Calibri"/>
              <a:buAutoNum type="alphaUcPeriod"/>
            </a:pPr>
            <a:r>
              <a:rPr lang="en-US" sz="2400">
                <a:solidFill>
                  <a:schemeClr val="dk1"/>
                </a:solidFill>
                <a:latin typeface="Calibri"/>
                <a:ea typeface="Calibri"/>
                <a:cs typeface="Calibri"/>
                <a:sym typeface="Calibri"/>
              </a:rPr>
              <a:t>it will change the values of first and second as -8 and 12 respectively</a:t>
            </a:r>
            <a:endParaRPr sz="2400">
              <a:solidFill>
                <a:schemeClr val="dk1"/>
              </a:solidFill>
              <a:latin typeface="Calibri"/>
              <a:ea typeface="Calibri"/>
              <a:cs typeface="Calibri"/>
              <a:sym typeface="Calibri"/>
            </a:endParaRPr>
          </a:p>
          <a:p>
            <a:pPr marL="457200" lvl="0" indent="-381000" algn="l" rtl="0">
              <a:lnSpc>
                <a:spcPct val="115000"/>
              </a:lnSpc>
              <a:spcBef>
                <a:spcPts val="0"/>
              </a:spcBef>
              <a:spcAft>
                <a:spcPts val="0"/>
              </a:spcAft>
              <a:buClr>
                <a:schemeClr val="dk1"/>
              </a:buClr>
              <a:buSzPts val="2400"/>
              <a:buFont typeface="Calibri"/>
              <a:buAutoNum type="alphaUcPeriod"/>
            </a:pPr>
            <a:r>
              <a:rPr lang="en-US" sz="2400">
                <a:solidFill>
                  <a:schemeClr val="dk1"/>
                </a:solidFill>
                <a:latin typeface="Calibri"/>
                <a:ea typeface="Calibri"/>
                <a:cs typeface="Calibri"/>
                <a:sym typeface="Calibri"/>
              </a:rPr>
              <a:t>it will print the same values for first and second</a:t>
            </a:r>
            <a:endParaRPr sz="2400">
              <a:solidFill>
                <a:schemeClr val="dk1"/>
              </a:solidFill>
              <a:latin typeface="Calibri"/>
              <a:ea typeface="Calibri"/>
              <a:cs typeface="Calibri"/>
              <a:sym typeface="Calibri"/>
            </a:endParaRPr>
          </a:p>
        </p:txBody>
      </p:sp>
      <p:pic>
        <p:nvPicPr>
          <p:cNvPr id="948" name="Google Shape;948;g13a937d13f5_0_254"/>
          <p:cNvPicPr preferRelativeResize="0"/>
          <p:nvPr/>
        </p:nvPicPr>
        <p:blipFill rotWithShape="1">
          <a:blip r:embed="rId3">
            <a:alphaModFix/>
          </a:blip>
          <a:srcRect/>
          <a:stretch/>
        </p:blipFill>
        <p:spPr>
          <a:xfrm>
            <a:off x="10657277" y="27927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48"/>
                                        </p:tgtEl>
                                        <p:attrNameLst>
                                          <p:attrName>style.visibility</p:attrName>
                                        </p:attrNameLst>
                                      </p:cBhvr>
                                      <p:to>
                                        <p:strVal val="visible"/>
                                      </p:to>
                                    </p:set>
                                    <p:animEffect transition="in" filter="fade">
                                      <p:cBhvr>
                                        <p:cTn id="7" dur="1000"/>
                                        <p:tgtEl>
                                          <p:spTgt spid="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g13a937d13f5_0_261"/>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r>
              <a:rPr lang="en-US" sz="2600"/>
              <a:t>integer a, b, c</a:t>
            </a:r>
            <a:endParaRPr sz="2600"/>
          </a:p>
          <a:p>
            <a:pPr marL="0" lvl="0" indent="0" algn="l" rtl="0">
              <a:spcBef>
                <a:spcPts val="1000"/>
              </a:spcBef>
              <a:spcAft>
                <a:spcPts val="0"/>
              </a:spcAft>
              <a:buNone/>
            </a:pPr>
            <a:r>
              <a:rPr lang="en-US" sz="2600"/>
              <a:t>set b= 300, a= 5, c= 1</a:t>
            </a:r>
            <a:endParaRPr sz="2600"/>
          </a:p>
          <a:p>
            <a:pPr marL="0" lvl="0" indent="0" algn="l" rtl="0">
              <a:spcBef>
                <a:spcPts val="1000"/>
              </a:spcBef>
              <a:spcAft>
                <a:spcPts val="0"/>
              </a:spcAft>
              <a:buNone/>
            </a:pPr>
            <a:r>
              <a:rPr lang="en-US" sz="2600"/>
              <a:t>if( b&gt; a)</a:t>
            </a:r>
            <a:endParaRPr sz="2600"/>
          </a:p>
          <a:p>
            <a:pPr marL="0" lvl="0" indent="0" algn="l" rtl="0">
              <a:spcBef>
                <a:spcPts val="1000"/>
              </a:spcBef>
              <a:spcAft>
                <a:spcPts val="0"/>
              </a:spcAft>
              <a:buNone/>
            </a:pPr>
            <a:r>
              <a:rPr lang="en-US" sz="2600"/>
              <a:t>b= a</a:t>
            </a:r>
            <a:endParaRPr sz="2600"/>
          </a:p>
          <a:p>
            <a:pPr marL="0" lvl="0" indent="0" algn="l" rtl="0">
              <a:spcBef>
                <a:spcPts val="1000"/>
              </a:spcBef>
              <a:spcAft>
                <a:spcPts val="0"/>
              </a:spcAft>
              <a:buNone/>
            </a:pPr>
            <a:r>
              <a:rPr lang="en-US" sz="2600"/>
              <a:t>else</a:t>
            </a:r>
            <a:endParaRPr sz="2600"/>
          </a:p>
          <a:p>
            <a:pPr marL="0" lvl="0" indent="0" algn="l" rtl="0">
              <a:spcBef>
                <a:spcPts val="1000"/>
              </a:spcBef>
              <a:spcAft>
                <a:spcPts val="0"/>
              </a:spcAft>
              <a:buNone/>
            </a:pPr>
            <a:r>
              <a:rPr lang="en-US" sz="2600"/>
              <a:t>a= b</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for ( each b from 0 to 5)</a:t>
            </a:r>
            <a:endParaRPr sz="2600"/>
          </a:p>
          <a:p>
            <a:pPr marL="0" lvl="0" indent="0" algn="l" rtl="0">
              <a:spcBef>
                <a:spcPts val="1000"/>
              </a:spcBef>
              <a:spcAft>
                <a:spcPts val="0"/>
              </a:spcAft>
              <a:buNone/>
            </a:pPr>
            <a:r>
              <a:rPr lang="en-US" sz="2600"/>
              <a:t>a= a+ 1</a:t>
            </a:r>
            <a:endParaRPr sz="2600"/>
          </a:p>
          <a:p>
            <a:pPr marL="0" lvl="0" indent="0" algn="l" rtl="0">
              <a:spcBef>
                <a:spcPts val="1000"/>
              </a:spcBef>
              <a:spcAft>
                <a:spcPts val="0"/>
              </a:spcAft>
              <a:buNone/>
            </a:pPr>
            <a:r>
              <a:rPr lang="en-US" sz="2600"/>
              <a:t>end for</a:t>
            </a:r>
            <a:endParaRPr sz="2600"/>
          </a:p>
          <a:p>
            <a:pPr marL="0" lvl="0" indent="0" algn="l" rtl="0">
              <a:spcBef>
                <a:spcPts val="1000"/>
              </a:spcBef>
              <a:spcAft>
                <a:spcPts val="0"/>
              </a:spcAft>
              <a:buNone/>
            </a:pPr>
            <a:r>
              <a:rPr lang="en-US" sz="2600"/>
              <a:t>print a + c</a:t>
            </a:r>
            <a:endParaRPr sz="2600"/>
          </a:p>
        </p:txBody>
      </p:sp>
      <p:sp>
        <p:nvSpPr>
          <p:cNvPr id="955" name="Google Shape;955;g13a937d13f5_0_261"/>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13</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12</a:t>
            </a:r>
            <a:endParaRPr sz="2600">
              <a:solidFill>
                <a:schemeClr val="dk1"/>
              </a:solidFill>
              <a:latin typeface="Calibri"/>
              <a:ea typeface="Calibri"/>
              <a:cs typeface="Calibri"/>
              <a:sym typeface="Calibri"/>
            </a:endParaRPr>
          </a:p>
        </p:txBody>
      </p:sp>
      <p:pic>
        <p:nvPicPr>
          <p:cNvPr id="956" name="Google Shape;956;g13a937d13f5_0_261"/>
          <p:cNvPicPr preferRelativeResize="0"/>
          <p:nvPr/>
        </p:nvPicPr>
        <p:blipFill rotWithShape="1">
          <a:blip r:embed="rId3">
            <a:alphaModFix/>
          </a:blip>
          <a:srcRect/>
          <a:stretch/>
        </p:blipFill>
        <p:spPr>
          <a:xfrm>
            <a:off x="5643977" y="24621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6"/>
                                        </p:tgtEl>
                                        <p:attrNameLst>
                                          <p:attrName>style.visibility</p:attrName>
                                        </p:attrNameLst>
                                      </p:cBhvr>
                                      <p:to>
                                        <p:strVal val="visible"/>
                                      </p:to>
                                    </p:set>
                                    <p:animEffect transition="in" filter="fade">
                                      <p:cBhvr>
                                        <p:cTn id="7" dur="1000"/>
                                        <p:tgtEl>
                                          <p:spTgt spid="9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13a937d13f5_0_268"/>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r>
              <a:rPr lang="en-US" sz="2600"/>
              <a:t>integer a, b</a:t>
            </a:r>
            <a:endParaRPr sz="2600"/>
          </a:p>
          <a:p>
            <a:pPr marL="0" lvl="0" indent="0" algn="l" rtl="0">
              <a:spcBef>
                <a:spcPts val="1000"/>
              </a:spcBef>
              <a:spcAft>
                <a:spcPts val="0"/>
              </a:spcAft>
              <a:buNone/>
            </a:pPr>
            <a:r>
              <a:rPr lang="en-US" sz="2600"/>
              <a:t>set a=10, b=10</a:t>
            </a:r>
            <a:endParaRPr sz="2600"/>
          </a:p>
          <a:p>
            <a:pPr marL="0" lvl="0" indent="0" algn="l" rtl="0">
              <a:spcBef>
                <a:spcPts val="1000"/>
              </a:spcBef>
              <a:spcAft>
                <a:spcPts val="0"/>
              </a:spcAft>
              <a:buNone/>
            </a:pPr>
            <a:r>
              <a:rPr lang="en-US" sz="2600"/>
              <a:t>a= a &amp; b</a:t>
            </a:r>
            <a:endParaRPr sz="2600"/>
          </a:p>
          <a:p>
            <a:pPr marL="0" lvl="0" indent="0" algn="l" rtl="0">
              <a:spcBef>
                <a:spcPts val="1000"/>
              </a:spcBef>
              <a:spcAft>
                <a:spcPts val="0"/>
              </a:spcAft>
              <a:buNone/>
            </a:pPr>
            <a:r>
              <a:rPr lang="en-US" sz="2600"/>
              <a:t>b= b &amp; 10</a:t>
            </a:r>
            <a:endParaRPr sz="2600"/>
          </a:p>
          <a:p>
            <a:pPr marL="0" lvl="0" indent="0" algn="l" rtl="0">
              <a:spcBef>
                <a:spcPts val="1000"/>
              </a:spcBef>
              <a:spcAft>
                <a:spcPts val="0"/>
              </a:spcAft>
              <a:buNone/>
            </a:pPr>
            <a:r>
              <a:rPr lang="en-US" sz="2600"/>
              <a:t>a= a&amp; b</a:t>
            </a:r>
            <a:endParaRPr sz="2600"/>
          </a:p>
          <a:p>
            <a:pPr marL="0" lvl="0" indent="0" algn="l" rtl="0">
              <a:spcBef>
                <a:spcPts val="1000"/>
              </a:spcBef>
              <a:spcAft>
                <a:spcPts val="0"/>
              </a:spcAft>
              <a:buNone/>
            </a:pPr>
            <a:r>
              <a:rPr lang="en-US" sz="2600"/>
              <a:t>b= b &amp; 10</a:t>
            </a:r>
            <a:endParaRPr sz="2600"/>
          </a:p>
          <a:p>
            <a:pPr marL="0" lvl="0" indent="0" algn="l" rtl="0">
              <a:spcBef>
                <a:spcPts val="1000"/>
              </a:spcBef>
              <a:spcAft>
                <a:spcPts val="0"/>
              </a:spcAft>
              <a:buNone/>
            </a:pPr>
            <a:r>
              <a:rPr lang="en-US" sz="2600"/>
              <a:t>print a + b</a:t>
            </a:r>
            <a:endParaRPr sz="2600"/>
          </a:p>
          <a:p>
            <a:pPr marL="0" lvl="0" indent="0" algn="l" rtl="0">
              <a:spcBef>
                <a:spcPts val="1000"/>
              </a:spcBef>
              <a:spcAft>
                <a:spcPts val="0"/>
              </a:spcAft>
              <a:buNone/>
            </a:pPr>
            <a:r>
              <a:rPr lang="en-US" sz="2600"/>
              <a:t>[ Note- &amp; bitwise AND - The bitwise AND operator ( &amp; ) compares each bit of the first operand to the corresponding bit </a:t>
            </a:r>
            <a:endParaRPr sz="2600"/>
          </a:p>
          <a:p>
            <a:pPr marL="0" lvl="0" indent="0" algn="l" rtl="0">
              <a:spcBef>
                <a:spcPts val="1000"/>
              </a:spcBef>
              <a:spcAft>
                <a:spcPts val="0"/>
              </a:spcAft>
              <a:buNone/>
            </a:pPr>
            <a:r>
              <a:rPr lang="en-US" sz="2600"/>
              <a:t>of the second operand if both bits are 1 the corresponding result bit is set to 1. otherwise, the corresponding result bit is set to 0]</a:t>
            </a:r>
            <a:endParaRPr sz="2600"/>
          </a:p>
        </p:txBody>
      </p:sp>
      <p:sp>
        <p:nvSpPr>
          <p:cNvPr id="963" name="Google Shape;963;g13a937d13f5_0_268"/>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none of the mentioned options</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a:t>
            </a:r>
            <a:endParaRPr sz="2600">
              <a:solidFill>
                <a:schemeClr val="dk1"/>
              </a:solidFill>
              <a:latin typeface="Calibri"/>
              <a:ea typeface="Calibri"/>
              <a:cs typeface="Calibri"/>
              <a:sym typeface="Calibri"/>
            </a:endParaRPr>
          </a:p>
        </p:txBody>
      </p:sp>
      <p:pic>
        <p:nvPicPr>
          <p:cNvPr id="964" name="Google Shape;964;g13a937d13f5_0_268"/>
          <p:cNvPicPr preferRelativeResize="0"/>
          <p:nvPr/>
        </p:nvPicPr>
        <p:blipFill rotWithShape="1">
          <a:blip r:embed="rId3">
            <a:alphaModFix/>
          </a:blip>
          <a:srcRect/>
          <a:stretch/>
        </p:blipFill>
        <p:spPr>
          <a:xfrm>
            <a:off x="5543102" y="20702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4"/>
                                        </p:tgtEl>
                                        <p:attrNameLst>
                                          <p:attrName>style.visibility</p:attrName>
                                        </p:attrNameLst>
                                      </p:cBhvr>
                                      <p:to>
                                        <p:strVal val="visible"/>
                                      </p:to>
                                    </p:set>
                                    <p:animEffect transition="in" filter="fade">
                                      <p:cBhvr>
                                        <p:cTn id="7" dur="1000"/>
                                        <p:tgtEl>
                                          <p:spTgt spid="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g13a937d13f5_0_349"/>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r>
              <a:rPr lang="en-US" sz="2600"/>
              <a:t>integer a, b, c</a:t>
            </a:r>
            <a:endParaRPr sz="2600"/>
          </a:p>
          <a:p>
            <a:pPr marL="0" lvl="0" indent="0" algn="l" rtl="0">
              <a:spcBef>
                <a:spcPts val="1000"/>
              </a:spcBef>
              <a:spcAft>
                <a:spcPts val="0"/>
              </a:spcAft>
              <a:buNone/>
            </a:pPr>
            <a:r>
              <a:rPr lang="en-US" sz="2600"/>
              <a:t>set b=300, a= 5, c= 1</a:t>
            </a:r>
            <a:endParaRPr sz="2600"/>
          </a:p>
          <a:p>
            <a:pPr marL="0" lvl="0" indent="0" algn="l" rtl="0">
              <a:spcBef>
                <a:spcPts val="1000"/>
              </a:spcBef>
              <a:spcAft>
                <a:spcPts val="0"/>
              </a:spcAft>
              <a:buNone/>
            </a:pPr>
            <a:r>
              <a:rPr lang="en-US" sz="2600"/>
              <a:t>if ( b&gt; a)</a:t>
            </a:r>
            <a:endParaRPr sz="2600"/>
          </a:p>
          <a:p>
            <a:pPr marL="0" lvl="0" indent="0" algn="l" rtl="0">
              <a:spcBef>
                <a:spcPts val="1000"/>
              </a:spcBef>
              <a:spcAft>
                <a:spcPts val="0"/>
              </a:spcAft>
              <a:buNone/>
            </a:pPr>
            <a:r>
              <a:rPr lang="en-US" sz="2600"/>
              <a:t>b=a</a:t>
            </a:r>
            <a:endParaRPr sz="2600"/>
          </a:p>
          <a:p>
            <a:pPr marL="0" lvl="0" indent="0" algn="l" rtl="0">
              <a:spcBef>
                <a:spcPts val="1000"/>
              </a:spcBef>
              <a:spcAft>
                <a:spcPts val="0"/>
              </a:spcAft>
              <a:buNone/>
            </a:pPr>
            <a:r>
              <a:rPr lang="en-US" sz="2600"/>
              <a:t>else</a:t>
            </a:r>
            <a:endParaRPr sz="2600"/>
          </a:p>
          <a:p>
            <a:pPr marL="0" lvl="0" indent="0" algn="l" rtl="0">
              <a:spcBef>
                <a:spcPts val="1000"/>
              </a:spcBef>
              <a:spcAft>
                <a:spcPts val="0"/>
              </a:spcAft>
              <a:buNone/>
            </a:pPr>
            <a:r>
              <a:rPr lang="en-US" sz="2600"/>
              <a:t>a= b</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for (each b from 0 to 5)</a:t>
            </a:r>
            <a:endParaRPr sz="2600"/>
          </a:p>
          <a:p>
            <a:pPr marL="0" lvl="0" indent="0" algn="l" rtl="0">
              <a:spcBef>
                <a:spcPts val="1000"/>
              </a:spcBef>
              <a:spcAft>
                <a:spcPts val="0"/>
              </a:spcAft>
              <a:buNone/>
            </a:pPr>
            <a:r>
              <a:rPr lang="en-US" sz="2600"/>
              <a:t>a= a+ 1</a:t>
            </a:r>
            <a:endParaRPr sz="2600"/>
          </a:p>
          <a:p>
            <a:pPr marL="0" lvl="0" indent="0" algn="l" rtl="0">
              <a:spcBef>
                <a:spcPts val="1000"/>
              </a:spcBef>
              <a:spcAft>
                <a:spcPts val="0"/>
              </a:spcAft>
              <a:buNone/>
            </a:pPr>
            <a:r>
              <a:rPr lang="en-US" sz="2600"/>
              <a:t>end for print a + c</a:t>
            </a:r>
            <a:endParaRPr sz="2600"/>
          </a:p>
        </p:txBody>
      </p:sp>
      <p:sp>
        <p:nvSpPr>
          <p:cNvPr id="971" name="Google Shape;971;g13a937d13f5_0_349"/>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13</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15</a:t>
            </a:r>
            <a:endParaRPr sz="2600">
              <a:solidFill>
                <a:schemeClr val="dk1"/>
              </a:solidFill>
              <a:latin typeface="Calibri"/>
              <a:ea typeface="Calibri"/>
              <a:cs typeface="Calibri"/>
              <a:sym typeface="Calibri"/>
            </a:endParaRPr>
          </a:p>
        </p:txBody>
      </p:sp>
      <p:pic>
        <p:nvPicPr>
          <p:cNvPr id="972" name="Google Shape;972;g13a937d13f5_0_349"/>
          <p:cNvPicPr preferRelativeResize="0"/>
          <p:nvPr/>
        </p:nvPicPr>
        <p:blipFill rotWithShape="1">
          <a:blip r:embed="rId3">
            <a:alphaModFix/>
          </a:blip>
          <a:srcRect/>
          <a:stretch/>
        </p:blipFill>
        <p:spPr>
          <a:xfrm>
            <a:off x="5543102" y="16538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72"/>
                                        </p:tgtEl>
                                        <p:attrNameLst>
                                          <p:attrName>style.visibility</p:attrName>
                                        </p:attrNameLst>
                                      </p:cBhvr>
                                      <p:to>
                                        <p:strVal val="visible"/>
                                      </p:to>
                                    </p:set>
                                    <p:animEffect transition="in" filter="fade">
                                      <p:cBhvr>
                                        <p:cTn id="7" dur="1000"/>
                                        <p:tgtEl>
                                          <p:spTgt spid="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g13a937d13f5_0_356"/>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300"/>
              <a:t>What will be the output of the following pseudocode?</a:t>
            </a:r>
            <a:endParaRPr sz="2300"/>
          </a:p>
          <a:p>
            <a:pPr marL="0" lvl="0" indent="0" algn="l" rtl="0">
              <a:spcBef>
                <a:spcPts val="1000"/>
              </a:spcBef>
              <a:spcAft>
                <a:spcPts val="0"/>
              </a:spcAft>
              <a:buNone/>
            </a:pPr>
            <a:r>
              <a:rPr lang="en-US" sz="2300"/>
              <a:t>integer i, j, k, m</a:t>
            </a:r>
            <a:endParaRPr sz="2300"/>
          </a:p>
          <a:p>
            <a:pPr marL="0" lvl="0" indent="0" algn="l" rtl="0">
              <a:spcBef>
                <a:spcPts val="1000"/>
              </a:spcBef>
              <a:spcAft>
                <a:spcPts val="0"/>
              </a:spcAft>
              <a:buNone/>
            </a:pPr>
            <a:r>
              <a:rPr lang="en-US" sz="2300"/>
              <a:t>set j=16, i=8,k=2,m=1</a:t>
            </a:r>
            <a:endParaRPr sz="2300"/>
          </a:p>
          <a:p>
            <a:pPr marL="0" lvl="0" indent="0" algn="l" rtl="0">
              <a:spcBef>
                <a:spcPts val="1000"/>
              </a:spcBef>
              <a:spcAft>
                <a:spcPts val="0"/>
              </a:spcAft>
              <a:buNone/>
            </a:pPr>
            <a:r>
              <a:rPr lang="en-US" sz="2300"/>
              <a:t>if( ( j^ i) mod k EQUALS 0)</a:t>
            </a:r>
            <a:endParaRPr sz="2300"/>
          </a:p>
          <a:p>
            <a:pPr marL="0" lvl="0" indent="0" algn="l" rtl="0">
              <a:spcBef>
                <a:spcPts val="1000"/>
              </a:spcBef>
              <a:spcAft>
                <a:spcPts val="0"/>
              </a:spcAft>
              <a:buNone/>
            </a:pPr>
            <a:r>
              <a:rPr lang="en-US" sz="2300"/>
              <a:t>m= m+ 1</a:t>
            </a:r>
            <a:endParaRPr sz="2300"/>
          </a:p>
          <a:p>
            <a:pPr marL="0" lvl="0" indent="0" algn="l" rtl="0">
              <a:spcBef>
                <a:spcPts val="1000"/>
              </a:spcBef>
              <a:spcAft>
                <a:spcPts val="0"/>
              </a:spcAft>
              <a:buNone/>
            </a:pPr>
            <a:r>
              <a:rPr lang="en-US" sz="2300"/>
              <a:t>else</a:t>
            </a:r>
            <a:endParaRPr sz="2300"/>
          </a:p>
          <a:p>
            <a:pPr marL="0" lvl="0" indent="0" algn="l" rtl="0">
              <a:spcBef>
                <a:spcPts val="1000"/>
              </a:spcBef>
              <a:spcAft>
                <a:spcPts val="0"/>
              </a:spcAft>
              <a:buNone/>
            </a:pPr>
            <a:r>
              <a:rPr lang="en-US" sz="2300"/>
              <a:t>m= m-1</a:t>
            </a:r>
            <a:endParaRPr sz="2300"/>
          </a:p>
          <a:p>
            <a:pPr marL="0" lvl="0" indent="0" algn="l" rtl="0">
              <a:spcBef>
                <a:spcPts val="1000"/>
              </a:spcBef>
              <a:spcAft>
                <a:spcPts val="0"/>
              </a:spcAft>
              <a:buNone/>
            </a:pPr>
            <a:r>
              <a:rPr lang="en-US" sz="2300"/>
              <a:t>end if</a:t>
            </a:r>
            <a:endParaRPr sz="2300"/>
          </a:p>
          <a:p>
            <a:pPr marL="0" lvl="0" indent="0" algn="l" rtl="0">
              <a:spcBef>
                <a:spcPts val="1000"/>
              </a:spcBef>
              <a:spcAft>
                <a:spcPts val="0"/>
              </a:spcAft>
              <a:buNone/>
            </a:pPr>
            <a:r>
              <a:rPr lang="en-US" sz="2300"/>
              <a:t>print m</a:t>
            </a:r>
            <a:endParaRPr sz="2300"/>
          </a:p>
          <a:p>
            <a:pPr marL="0" lvl="0" indent="0" algn="l" rtl="0">
              <a:spcBef>
                <a:spcPts val="1000"/>
              </a:spcBef>
              <a:spcAft>
                <a:spcPts val="0"/>
              </a:spcAft>
              <a:buNone/>
            </a:pPr>
            <a:r>
              <a:rPr lang="en-US" sz="2300"/>
              <a:t>[Note: MOD finds the remainder after the division of one number by another. For example, the expression "5 MOD" would  </a:t>
            </a:r>
            <a:endParaRPr sz="2300"/>
          </a:p>
          <a:p>
            <a:pPr marL="0" lvl="0" indent="0" algn="l" rtl="0">
              <a:spcBef>
                <a:spcPts val="1000"/>
              </a:spcBef>
              <a:spcAft>
                <a:spcPts val="0"/>
              </a:spcAft>
              <a:buNone/>
            </a:pPr>
            <a:r>
              <a:rPr lang="en-US" sz="2300"/>
              <a:t>evaluate to 1 because 2 leaves a quotient of 2 and a remainder 1</a:t>
            </a:r>
            <a:endParaRPr sz="2300"/>
          </a:p>
          <a:p>
            <a:pPr marL="0" lvl="0" indent="0" algn="l" rtl="0">
              <a:spcBef>
                <a:spcPts val="1000"/>
              </a:spcBef>
              <a:spcAft>
                <a:spcPts val="0"/>
              </a:spcAft>
              <a:buNone/>
            </a:pPr>
            <a:r>
              <a:rPr lang="en-US" sz="2300"/>
              <a:t>The bitwise exclusive OR operator(^) compares each bit of its first operands to the corresponding bit of its second operator.</a:t>
            </a:r>
            <a:endParaRPr sz="2300"/>
          </a:p>
          <a:p>
            <a:pPr marL="0" lvl="0" indent="0" algn="l" rtl="0">
              <a:spcBef>
                <a:spcPts val="1000"/>
              </a:spcBef>
              <a:spcAft>
                <a:spcPts val="0"/>
              </a:spcAft>
              <a:buNone/>
            </a:pPr>
            <a:r>
              <a:rPr lang="en-US" sz="2300"/>
              <a:t> The corresponding result bit is set to 1. Otherwise, the corresponding result bit is set to 0]</a:t>
            </a:r>
            <a:endParaRPr sz="2300"/>
          </a:p>
        </p:txBody>
      </p:sp>
      <p:sp>
        <p:nvSpPr>
          <p:cNvPr id="979" name="Google Shape;979;g13a937d13f5_0_356"/>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3</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a:t>
            </a:r>
            <a:endParaRPr sz="2600">
              <a:solidFill>
                <a:schemeClr val="dk1"/>
              </a:solidFill>
              <a:latin typeface="Calibri"/>
              <a:ea typeface="Calibri"/>
              <a:cs typeface="Calibri"/>
              <a:sym typeface="Calibri"/>
            </a:endParaRPr>
          </a:p>
        </p:txBody>
      </p:sp>
      <p:pic>
        <p:nvPicPr>
          <p:cNvPr id="980" name="Google Shape;980;g13a937d13f5_0_356"/>
          <p:cNvPicPr preferRelativeResize="0"/>
          <p:nvPr/>
        </p:nvPicPr>
        <p:blipFill rotWithShape="1">
          <a:blip r:embed="rId3">
            <a:alphaModFix/>
          </a:blip>
          <a:srcRect/>
          <a:stretch/>
        </p:blipFill>
        <p:spPr>
          <a:xfrm>
            <a:off x="5366827" y="25845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0"/>
                                        </p:tgtEl>
                                        <p:attrNameLst>
                                          <p:attrName>style.visibility</p:attrName>
                                        </p:attrNameLst>
                                      </p:cBhvr>
                                      <p:to>
                                        <p:strVal val="visible"/>
                                      </p:to>
                                    </p:set>
                                    <p:animEffect transition="in" filter="fade">
                                      <p:cBhvr>
                                        <p:cTn id="7" dur="1000"/>
                                        <p:tgtEl>
                                          <p:spTgt spid="9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g13a937d13f5_0_363"/>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x</a:t>
            </a:r>
            <a:endParaRPr sz="2600"/>
          </a:p>
          <a:p>
            <a:pPr marL="0" lvl="0" indent="0" algn="l" rtl="0">
              <a:spcBef>
                <a:spcPts val="1000"/>
              </a:spcBef>
              <a:spcAft>
                <a:spcPts val="0"/>
              </a:spcAft>
              <a:buNone/>
            </a:pPr>
            <a:r>
              <a:rPr lang="en-US" sz="2600"/>
              <a:t>set x=15</a:t>
            </a:r>
            <a:endParaRPr sz="2600"/>
          </a:p>
          <a:p>
            <a:pPr marL="0" lvl="0" indent="0" algn="l" rtl="0">
              <a:spcBef>
                <a:spcPts val="1000"/>
              </a:spcBef>
              <a:spcAft>
                <a:spcPts val="0"/>
              </a:spcAft>
              <a:buNone/>
            </a:pPr>
            <a:r>
              <a:rPr lang="en-US" sz="2600"/>
              <a:t>while (x EQUALS 15)</a:t>
            </a:r>
            <a:endParaRPr sz="2600"/>
          </a:p>
          <a:p>
            <a:pPr marL="0" lvl="0" indent="0" algn="l" rtl="0">
              <a:spcBef>
                <a:spcPts val="1000"/>
              </a:spcBef>
              <a:spcAft>
                <a:spcPts val="0"/>
              </a:spcAft>
              <a:buNone/>
            </a:pPr>
            <a:r>
              <a:rPr lang="en-US" sz="2600"/>
              <a:t>print "STUDENT"</a:t>
            </a:r>
            <a:endParaRPr sz="2600"/>
          </a:p>
          <a:p>
            <a:pPr marL="0" lvl="0" indent="0" algn="l" rtl="0">
              <a:spcBef>
                <a:spcPts val="1000"/>
              </a:spcBef>
              <a:spcAft>
                <a:spcPts val="0"/>
              </a:spcAft>
              <a:buNone/>
            </a:pPr>
            <a:r>
              <a:rPr lang="en-US" sz="2600"/>
              <a:t>jump out of the loop</a:t>
            </a:r>
            <a:endParaRPr sz="2600"/>
          </a:p>
          <a:p>
            <a:pPr marL="0" lvl="0" indent="0" algn="l" rtl="0">
              <a:spcBef>
                <a:spcPts val="1000"/>
              </a:spcBef>
              <a:spcAft>
                <a:spcPts val="0"/>
              </a:spcAft>
              <a:buNone/>
            </a:pPr>
            <a:r>
              <a:rPr lang="en-US" sz="2600"/>
              <a:t>end while</a:t>
            </a:r>
            <a:endParaRPr sz="2600"/>
          </a:p>
        </p:txBody>
      </p:sp>
      <p:sp>
        <p:nvSpPr>
          <p:cNvPr id="987" name="Google Shape;987;g13a937d13f5_0_363"/>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it will print "STUDENT" 16 times</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it will print "STUDENT" unlimited number of times</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it will print "STUDENT" only one time</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it will print "STUDENT" 15 times</a:t>
            </a:r>
            <a:endParaRPr sz="2600">
              <a:solidFill>
                <a:schemeClr val="dk1"/>
              </a:solidFill>
              <a:latin typeface="Calibri"/>
              <a:ea typeface="Calibri"/>
              <a:cs typeface="Calibri"/>
              <a:sym typeface="Calibri"/>
            </a:endParaRPr>
          </a:p>
        </p:txBody>
      </p:sp>
      <p:pic>
        <p:nvPicPr>
          <p:cNvPr id="988" name="Google Shape;988;g13a937d13f5_0_363"/>
          <p:cNvPicPr preferRelativeResize="0"/>
          <p:nvPr/>
        </p:nvPicPr>
        <p:blipFill rotWithShape="1">
          <a:blip r:embed="rId3">
            <a:alphaModFix/>
          </a:blip>
          <a:srcRect/>
          <a:stretch/>
        </p:blipFill>
        <p:spPr>
          <a:xfrm>
            <a:off x="10240902" y="20824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8"/>
                                        </p:tgtEl>
                                        <p:attrNameLst>
                                          <p:attrName>style.visibility</p:attrName>
                                        </p:attrNameLst>
                                      </p:cBhvr>
                                      <p:to>
                                        <p:strVal val="visible"/>
                                      </p:to>
                                    </p:set>
                                    <p:animEffect transition="in" filter="fade">
                                      <p:cBhvr>
                                        <p:cTn id="7" dur="1000"/>
                                        <p:tgtEl>
                                          <p:spTgt spid="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g13a937d13f5_0_370"/>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r>
              <a:rPr lang="en-US" sz="2600"/>
              <a:t>integer a[5], k</a:t>
            </a:r>
            <a:endParaRPr sz="2600"/>
          </a:p>
          <a:p>
            <a:pPr marL="0" lvl="0" indent="0" algn="l" rtl="0">
              <a:spcBef>
                <a:spcPts val="1000"/>
              </a:spcBef>
              <a:spcAft>
                <a:spcPts val="0"/>
              </a:spcAft>
              <a:buNone/>
            </a:pPr>
            <a:r>
              <a:rPr lang="en-US" sz="2600"/>
              <a:t>set a[5]= {1, 2, 3, 4, 5}</a:t>
            </a:r>
            <a:endParaRPr sz="2600"/>
          </a:p>
          <a:p>
            <a:pPr marL="0" lvl="0" indent="0" algn="l" rtl="0">
              <a:spcBef>
                <a:spcPts val="1000"/>
              </a:spcBef>
              <a:spcAft>
                <a:spcPts val="0"/>
              </a:spcAft>
              <a:buNone/>
            </a:pPr>
            <a:r>
              <a:rPr lang="en-US" sz="2600"/>
              <a:t>for( each k from 0 to 4)</a:t>
            </a:r>
            <a:endParaRPr sz="2600"/>
          </a:p>
          <a:p>
            <a:pPr marL="0" lvl="0" indent="0" algn="l" rtl="0">
              <a:spcBef>
                <a:spcPts val="1000"/>
              </a:spcBef>
              <a:spcAft>
                <a:spcPts val="0"/>
              </a:spcAft>
              <a:buNone/>
            </a:pPr>
            <a:r>
              <a:rPr lang="en-US" sz="2600"/>
              <a:t>if (k mod 2 equals 0)</a:t>
            </a:r>
            <a:endParaRPr sz="2600"/>
          </a:p>
          <a:p>
            <a:pPr marL="0" lvl="0" indent="0" algn="l" rtl="0">
              <a:spcBef>
                <a:spcPts val="1000"/>
              </a:spcBef>
              <a:spcAft>
                <a:spcPts val="0"/>
              </a:spcAft>
              <a:buNone/>
            </a:pPr>
            <a:r>
              <a:rPr lang="en-US" sz="2600"/>
              <a:t>print a[k]* 2</a:t>
            </a:r>
            <a:endParaRPr sz="2600"/>
          </a:p>
          <a:p>
            <a:pPr marL="0" lvl="0" indent="0" algn="l" rtl="0">
              <a:spcBef>
                <a:spcPts val="1000"/>
              </a:spcBef>
              <a:spcAft>
                <a:spcPts val="0"/>
              </a:spcAft>
              <a:buNone/>
            </a:pPr>
            <a:r>
              <a:rPr lang="en-US" sz="2600"/>
              <a:t>else</a:t>
            </a:r>
            <a:endParaRPr sz="2600"/>
          </a:p>
          <a:p>
            <a:pPr marL="0" lvl="0" indent="0" algn="l" rtl="0">
              <a:spcBef>
                <a:spcPts val="1000"/>
              </a:spcBef>
              <a:spcAft>
                <a:spcPts val="0"/>
              </a:spcAft>
              <a:buNone/>
            </a:pPr>
            <a:r>
              <a:rPr lang="en-US" sz="2600"/>
              <a:t>print a[k]</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end for</a:t>
            </a:r>
            <a:endParaRPr sz="2600"/>
          </a:p>
          <a:p>
            <a:pPr marL="0" lvl="0" indent="0" algn="l" rtl="0">
              <a:spcBef>
                <a:spcPts val="1000"/>
              </a:spcBef>
              <a:spcAft>
                <a:spcPts val="0"/>
              </a:spcAft>
              <a:buNone/>
            </a:pPr>
            <a:r>
              <a:rPr lang="en-US" sz="2600"/>
              <a:t>[Note: MOD finds the remainder after the division of one number by another. For example, the expression "5 MOD" would  </a:t>
            </a:r>
            <a:endParaRPr sz="2600"/>
          </a:p>
          <a:p>
            <a:pPr marL="0" lvl="0" indent="0" algn="l" rtl="0">
              <a:spcBef>
                <a:spcPts val="1000"/>
              </a:spcBef>
              <a:spcAft>
                <a:spcPts val="0"/>
              </a:spcAft>
              <a:buNone/>
            </a:pPr>
            <a:r>
              <a:rPr lang="en-US" sz="2600"/>
              <a:t>evaluate to 1 because 2 leaves a quotient of 2 and a remainder 1]</a:t>
            </a:r>
            <a:endParaRPr sz="2600"/>
          </a:p>
        </p:txBody>
      </p:sp>
      <p:sp>
        <p:nvSpPr>
          <p:cNvPr id="995" name="Google Shape;995;g13a937d13f5_0_370"/>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1 4 3 8 5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none of the mentioned options</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1 2 6 4 10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2 2 6 4 10</a:t>
            </a:r>
            <a:endParaRPr sz="2600">
              <a:solidFill>
                <a:schemeClr val="dk1"/>
              </a:solidFill>
              <a:latin typeface="Calibri"/>
              <a:ea typeface="Calibri"/>
              <a:cs typeface="Calibri"/>
              <a:sym typeface="Calibri"/>
            </a:endParaRPr>
          </a:p>
        </p:txBody>
      </p:sp>
      <p:pic>
        <p:nvPicPr>
          <p:cNvPr id="996" name="Google Shape;996;g13a937d13f5_0_370"/>
          <p:cNvPicPr preferRelativeResize="0"/>
          <p:nvPr/>
        </p:nvPicPr>
        <p:blipFill rotWithShape="1">
          <a:blip r:embed="rId3">
            <a:alphaModFix/>
          </a:blip>
          <a:srcRect/>
          <a:stretch/>
        </p:blipFill>
        <p:spPr>
          <a:xfrm>
            <a:off x="6566977" y="25111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6"/>
                                        </p:tgtEl>
                                        <p:attrNameLst>
                                          <p:attrName>style.visibility</p:attrName>
                                        </p:attrNameLst>
                                      </p:cBhvr>
                                      <p:to>
                                        <p:strVal val="visible"/>
                                      </p:to>
                                    </p:set>
                                    <p:animEffect transition="in" filter="fade">
                                      <p:cBhvr>
                                        <p:cTn id="7" dur="1000"/>
                                        <p:tgtEl>
                                          <p:spTgt spid="9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g13a937d13f5_0_377"/>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character arr[ ]</a:t>
            </a:r>
            <a:endParaRPr sz="2600"/>
          </a:p>
          <a:p>
            <a:pPr marL="0" lvl="0" indent="0" algn="l" rtl="0">
              <a:spcBef>
                <a:spcPts val="1000"/>
              </a:spcBef>
              <a:spcAft>
                <a:spcPts val="0"/>
              </a:spcAft>
              <a:buNone/>
            </a:pPr>
            <a:r>
              <a:rPr lang="en-US" sz="2600"/>
              <a:t>integer size</a:t>
            </a:r>
            <a:endParaRPr sz="2600"/>
          </a:p>
          <a:p>
            <a:pPr marL="0" lvl="0" indent="0" algn="l" rtl="0">
              <a:spcBef>
                <a:spcPts val="1000"/>
              </a:spcBef>
              <a:spcAft>
                <a:spcPts val="0"/>
              </a:spcAft>
              <a:buNone/>
            </a:pPr>
            <a:r>
              <a:rPr lang="en-US" sz="2600"/>
              <a:t>set arr[ ]={'A', 'B', 'c', 'd', 'E', 'f'}</a:t>
            </a:r>
            <a:endParaRPr sz="2600"/>
          </a:p>
          <a:p>
            <a:pPr marL="0" lvl="0" indent="0" algn="l" rtl="0">
              <a:spcBef>
                <a:spcPts val="1000"/>
              </a:spcBef>
              <a:spcAft>
                <a:spcPts val="0"/>
              </a:spcAft>
              <a:buNone/>
            </a:pPr>
            <a:r>
              <a:rPr lang="en-US" sz="2600"/>
              <a:t>size= sizeof(arr)/sizeof ( arr[0] )</a:t>
            </a:r>
            <a:endParaRPr sz="2600"/>
          </a:p>
          <a:p>
            <a:pPr marL="0" lvl="0" indent="0" algn="l" rtl="0">
              <a:spcBef>
                <a:spcPts val="1000"/>
              </a:spcBef>
              <a:spcAft>
                <a:spcPts val="0"/>
              </a:spcAft>
              <a:buNone/>
            </a:pPr>
            <a:r>
              <a:rPr lang="en-US" sz="2600"/>
              <a:t>print size</a:t>
            </a:r>
            <a:endParaRPr sz="2600"/>
          </a:p>
          <a:p>
            <a:pPr marL="0" lvl="0" indent="0" algn="l" rtl="0">
              <a:spcBef>
                <a:spcPts val="1000"/>
              </a:spcBef>
              <a:spcAft>
                <a:spcPts val="0"/>
              </a:spcAft>
              <a:buNone/>
            </a:pPr>
            <a:r>
              <a:rPr lang="en-US" sz="2600"/>
              <a:t>[Note: sizeof is used to compute the size of its operand. It returns the size of a variable. It can be applied to any data type, float</a:t>
            </a:r>
            <a:endParaRPr sz="2600"/>
          </a:p>
          <a:p>
            <a:pPr marL="0" lvl="0" indent="0" algn="l" rtl="0">
              <a:spcBef>
                <a:spcPts val="1000"/>
              </a:spcBef>
              <a:spcAft>
                <a:spcPts val="0"/>
              </a:spcAft>
              <a:buNone/>
            </a:pPr>
            <a:r>
              <a:rPr lang="en-US" sz="2600"/>
              <a:t>type, integer.when sizeof ( ) is used with the data types, it simply returns the amount of memory allocated to that data type]</a:t>
            </a:r>
            <a:endParaRPr sz="2600"/>
          </a:p>
        </p:txBody>
      </p:sp>
      <p:sp>
        <p:nvSpPr>
          <p:cNvPr id="1003" name="Google Shape;1003;g13a937d13f5_0_377"/>
          <p:cNvSpPr txBox="1"/>
          <p:nvPr/>
        </p:nvSpPr>
        <p:spPr>
          <a:xfrm>
            <a:off x="5810575" y="1378100"/>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7</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8</a:t>
            </a:r>
            <a:endParaRPr sz="2600">
              <a:solidFill>
                <a:schemeClr val="dk1"/>
              </a:solidFill>
              <a:latin typeface="Calibri"/>
              <a:ea typeface="Calibri"/>
              <a:cs typeface="Calibri"/>
              <a:sym typeface="Calibri"/>
            </a:endParaRPr>
          </a:p>
        </p:txBody>
      </p:sp>
      <p:pic>
        <p:nvPicPr>
          <p:cNvPr id="1004" name="Google Shape;1004;g13a937d13f5_0_377"/>
          <p:cNvPicPr preferRelativeResize="0"/>
          <p:nvPr/>
        </p:nvPicPr>
        <p:blipFill rotWithShape="1">
          <a:blip r:embed="rId3">
            <a:alphaModFix/>
          </a:blip>
          <a:srcRect/>
          <a:stretch/>
        </p:blipFill>
        <p:spPr>
          <a:xfrm>
            <a:off x="6371027" y="21804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1000"/>
                                        <p:tgtEl>
                                          <p:spTgt spid="1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g13a937d13f5_0_384"/>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500"/>
              <a:t>What will be the output of the following pseudocode?</a:t>
            </a:r>
            <a:endParaRPr sz="2500"/>
          </a:p>
          <a:p>
            <a:pPr marL="0" lvl="0" indent="0" algn="l" rtl="0">
              <a:spcBef>
                <a:spcPts val="1000"/>
              </a:spcBef>
              <a:spcAft>
                <a:spcPts val="0"/>
              </a:spcAft>
              <a:buNone/>
            </a:pPr>
            <a:r>
              <a:rPr lang="en-US" sz="2500"/>
              <a:t>integer a, b, c</a:t>
            </a:r>
            <a:endParaRPr sz="2500"/>
          </a:p>
          <a:p>
            <a:pPr marL="0" lvl="0" indent="0" algn="l" rtl="0">
              <a:spcBef>
                <a:spcPts val="1000"/>
              </a:spcBef>
              <a:spcAft>
                <a:spcPts val="0"/>
              </a:spcAft>
              <a:buNone/>
            </a:pPr>
            <a:r>
              <a:rPr lang="en-US" sz="2500"/>
              <a:t>set b= 1, a= 5, c= 1</a:t>
            </a:r>
            <a:endParaRPr sz="2500"/>
          </a:p>
          <a:p>
            <a:pPr marL="0" lvl="0" indent="0" algn="l" rtl="0">
              <a:spcBef>
                <a:spcPts val="1000"/>
              </a:spcBef>
              <a:spcAft>
                <a:spcPts val="0"/>
              </a:spcAft>
              <a:buNone/>
            </a:pPr>
            <a:r>
              <a:rPr lang="en-US" sz="2500"/>
              <a:t>if ( b &lt; a)</a:t>
            </a:r>
            <a:endParaRPr sz="2500"/>
          </a:p>
          <a:p>
            <a:pPr marL="0" lvl="0" indent="0" algn="l" rtl="0">
              <a:spcBef>
                <a:spcPts val="1000"/>
              </a:spcBef>
              <a:spcAft>
                <a:spcPts val="0"/>
              </a:spcAft>
              <a:buNone/>
            </a:pPr>
            <a:r>
              <a:rPr lang="en-US" sz="2500"/>
              <a:t>b=a</a:t>
            </a:r>
            <a:endParaRPr sz="2500"/>
          </a:p>
          <a:p>
            <a:pPr marL="0" lvl="0" indent="0" algn="l" rtl="0">
              <a:spcBef>
                <a:spcPts val="1000"/>
              </a:spcBef>
              <a:spcAft>
                <a:spcPts val="0"/>
              </a:spcAft>
              <a:buNone/>
            </a:pPr>
            <a:r>
              <a:rPr lang="en-US" sz="2500"/>
              <a:t>end if</a:t>
            </a:r>
            <a:endParaRPr sz="2500"/>
          </a:p>
          <a:p>
            <a:pPr marL="0" lvl="0" indent="0" algn="l" rtl="0">
              <a:spcBef>
                <a:spcPts val="1000"/>
              </a:spcBef>
              <a:spcAft>
                <a:spcPts val="0"/>
              </a:spcAft>
              <a:buNone/>
            </a:pPr>
            <a:r>
              <a:rPr lang="en-US" sz="2500"/>
              <a:t>for(each b from 0 to ( 1 ^ 2^ 3))</a:t>
            </a:r>
            <a:endParaRPr sz="2500"/>
          </a:p>
          <a:p>
            <a:pPr marL="0" lvl="0" indent="0" algn="l" rtl="0">
              <a:spcBef>
                <a:spcPts val="1000"/>
              </a:spcBef>
              <a:spcAft>
                <a:spcPts val="0"/>
              </a:spcAft>
              <a:buNone/>
            </a:pPr>
            <a:r>
              <a:rPr lang="en-US" sz="2500"/>
              <a:t>b= b + 1</a:t>
            </a:r>
            <a:endParaRPr sz="2500"/>
          </a:p>
          <a:p>
            <a:pPr marL="0" lvl="0" indent="0" algn="l" rtl="0">
              <a:spcBef>
                <a:spcPts val="1000"/>
              </a:spcBef>
              <a:spcAft>
                <a:spcPts val="0"/>
              </a:spcAft>
              <a:buNone/>
            </a:pPr>
            <a:r>
              <a:rPr lang="en-US" sz="2500"/>
              <a:t>end for</a:t>
            </a:r>
            <a:endParaRPr sz="2500"/>
          </a:p>
          <a:p>
            <a:pPr marL="0" lvl="0" indent="0" algn="l" rtl="0">
              <a:spcBef>
                <a:spcPts val="1000"/>
              </a:spcBef>
              <a:spcAft>
                <a:spcPts val="0"/>
              </a:spcAft>
              <a:buNone/>
            </a:pPr>
            <a:r>
              <a:rPr lang="en-US" sz="2500"/>
              <a:t>print b</a:t>
            </a:r>
            <a:endParaRPr sz="2500"/>
          </a:p>
          <a:p>
            <a:pPr marL="0" lvl="0" indent="0" algn="l" rtl="0">
              <a:spcBef>
                <a:spcPts val="1000"/>
              </a:spcBef>
              <a:spcAft>
                <a:spcPts val="0"/>
              </a:spcAft>
              <a:buNone/>
            </a:pPr>
            <a:r>
              <a:rPr lang="en-US" sz="2500"/>
              <a:t>[Note: The bitwise exclusive OR operator(^) compares each bit of its first operands to the corresponding bit of its second operator.</a:t>
            </a:r>
            <a:endParaRPr sz="2500"/>
          </a:p>
          <a:p>
            <a:pPr marL="0" lvl="0" indent="0" algn="l" rtl="0">
              <a:spcBef>
                <a:spcPts val="1000"/>
              </a:spcBef>
              <a:spcAft>
                <a:spcPts val="0"/>
              </a:spcAft>
              <a:buNone/>
            </a:pPr>
            <a:r>
              <a:rPr lang="en-US" sz="2500"/>
              <a:t> The corresponding result bit is set to 1. Otherwise, the corresponding result bit is set to 0].</a:t>
            </a:r>
            <a:endParaRPr sz="2500"/>
          </a:p>
        </p:txBody>
      </p:sp>
      <p:sp>
        <p:nvSpPr>
          <p:cNvPr id="1011" name="Google Shape;1011;g13a937d13f5_0_384"/>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3</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a:t>
            </a:r>
            <a:endParaRPr sz="2600">
              <a:solidFill>
                <a:schemeClr val="dk1"/>
              </a:solidFill>
              <a:latin typeface="Calibri"/>
              <a:ea typeface="Calibri"/>
              <a:cs typeface="Calibri"/>
              <a:sym typeface="Calibri"/>
            </a:endParaRPr>
          </a:p>
        </p:txBody>
      </p:sp>
      <p:pic>
        <p:nvPicPr>
          <p:cNvPr id="1012" name="Google Shape;1012;g13a937d13f5_0_384"/>
          <p:cNvPicPr preferRelativeResize="0"/>
          <p:nvPr/>
        </p:nvPicPr>
        <p:blipFill rotWithShape="1">
          <a:blip r:embed="rId3">
            <a:alphaModFix/>
          </a:blip>
          <a:srcRect/>
          <a:stretch/>
        </p:blipFill>
        <p:spPr>
          <a:xfrm>
            <a:off x="5472527" y="16416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2"/>
                                        </p:tgtEl>
                                        <p:attrNameLst>
                                          <p:attrName>style.visibility</p:attrName>
                                        </p:attrNameLst>
                                      </p:cBhvr>
                                      <p:to>
                                        <p:strVal val="visible"/>
                                      </p:to>
                                    </p:set>
                                    <p:animEffect transition="in" filter="fade">
                                      <p:cBhvr>
                                        <p:cTn id="7" dur="1000"/>
                                        <p:tgtEl>
                                          <p:spTgt spid="1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8" name="Google Shape;1018;g13a937d13f5_0_391"/>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r>
              <a:rPr lang="en-US" sz="2600"/>
              <a:t>integer x, y, z</a:t>
            </a:r>
            <a:endParaRPr sz="2600"/>
          </a:p>
          <a:p>
            <a:pPr marL="0" lvl="0" indent="0" algn="l" rtl="0">
              <a:spcBef>
                <a:spcPts val="1000"/>
              </a:spcBef>
              <a:spcAft>
                <a:spcPts val="0"/>
              </a:spcAft>
              <a:buNone/>
            </a:pPr>
            <a:r>
              <a:rPr lang="en-US" sz="2600"/>
              <a:t>set x= 0, y= 1</a:t>
            </a:r>
            <a:endParaRPr sz="2600"/>
          </a:p>
          <a:p>
            <a:pPr marL="0" lvl="0" indent="0" algn="l" rtl="0">
              <a:spcBef>
                <a:spcPts val="1000"/>
              </a:spcBef>
              <a:spcAft>
                <a:spcPts val="0"/>
              </a:spcAft>
              <a:buNone/>
            </a:pPr>
            <a:r>
              <a:rPr lang="en-US" sz="2600"/>
              <a:t>for ( each z from 0 to 2)</a:t>
            </a:r>
            <a:endParaRPr sz="2600"/>
          </a:p>
          <a:p>
            <a:pPr marL="0" lvl="0" indent="0" algn="l" rtl="0">
              <a:spcBef>
                <a:spcPts val="1000"/>
              </a:spcBef>
              <a:spcAft>
                <a:spcPts val="0"/>
              </a:spcAft>
              <a:buNone/>
            </a:pPr>
            <a:r>
              <a:rPr lang="en-US" sz="2600"/>
              <a:t>x= x + y + z</a:t>
            </a:r>
            <a:endParaRPr sz="2600"/>
          </a:p>
          <a:p>
            <a:pPr marL="0" lvl="0" indent="0" algn="l" rtl="0">
              <a:spcBef>
                <a:spcPts val="1000"/>
              </a:spcBef>
              <a:spcAft>
                <a:spcPts val="0"/>
              </a:spcAft>
              <a:buNone/>
            </a:pPr>
            <a:r>
              <a:rPr lang="en-US" sz="2600"/>
              <a:t>end for</a:t>
            </a:r>
            <a:endParaRPr sz="2600"/>
          </a:p>
          <a:p>
            <a:pPr marL="0" lvl="0" indent="0" algn="l" rtl="0">
              <a:spcBef>
                <a:spcPts val="1000"/>
              </a:spcBef>
              <a:spcAft>
                <a:spcPts val="0"/>
              </a:spcAft>
              <a:buNone/>
            </a:pPr>
            <a:r>
              <a:rPr lang="en-US" sz="2600"/>
              <a:t>print x</a:t>
            </a:r>
            <a:endParaRPr sz="2600"/>
          </a:p>
        </p:txBody>
      </p:sp>
      <p:sp>
        <p:nvSpPr>
          <p:cNvPr id="1019" name="Google Shape;1019;g13a937d13f5_0_391"/>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7</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8</a:t>
            </a:r>
            <a:endParaRPr sz="2600">
              <a:solidFill>
                <a:schemeClr val="dk1"/>
              </a:solidFill>
              <a:latin typeface="Calibri"/>
              <a:ea typeface="Calibri"/>
              <a:cs typeface="Calibri"/>
              <a:sym typeface="Calibri"/>
            </a:endParaRPr>
          </a:p>
        </p:txBody>
      </p:sp>
      <p:pic>
        <p:nvPicPr>
          <p:cNvPr id="1020" name="Google Shape;1020;g13a937d13f5_0_391"/>
          <p:cNvPicPr preferRelativeResize="0"/>
          <p:nvPr/>
        </p:nvPicPr>
        <p:blipFill rotWithShape="1">
          <a:blip r:embed="rId3">
            <a:alphaModFix/>
          </a:blip>
          <a:srcRect/>
          <a:stretch/>
        </p:blipFill>
        <p:spPr>
          <a:xfrm>
            <a:off x="5391327" y="20457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0"/>
                                        </p:tgtEl>
                                        <p:attrNameLst>
                                          <p:attrName>style.visibility</p:attrName>
                                        </p:attrNameLst>
                                      </p:cBhvr>
                                      <p:to>
                                        <p:strVal val="visible"/>
                                      </p:to>
                                    </p:set>
                                    <p:animEffect transition="in" filter="fade">
                                      <p:cBhvr>
                                        <p:cTn id="7" dur="1000"/>
                                        <p:tgtEl>
                                          <p:spTgt spid="10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13a937d13f5_0_398"/>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r>
              <a:rPr lang="en-US" sz="2600"/>
              <a:t>integer i</a:t>
            </a:r>
            <a:endParaRPr sz="2600"/>
          </a:p>
          <a:p>
            <a:pPr marL="0" lvl="0" indent="0" algn="l" rtl="0">
              <a:spcBef>
                <a:spcPts val="1000"/>
              </a:spcBef>
              <a:spcAft>
                <a:spcPts val="0"/>
              </a:spcAft>
              <a:buNone/>
            </a:pPr>
            <a:r>
              <a:rPr lang="en-US" sz="2600"/>
              <a:t>set i = 100</a:t>
            </a:r>
            <a:endParaRPr sz="2600"/>
          </a:p>
          <a:p>
            <a:pPr marL="0" lvl="0" indent="0" algn="l" rtl="0">
              <a:spcBef>
                <a:spcPts val="1000"/>
              </a:spcBef>
              <a:spcAft>
                <a:spcPts val="0"/>
              </a:spcAft>
              <a:buNone/>
            </a:pPr>
            <a:r>
              <a:rPr lang="en-US" sz="2600"/>
              <a:t>if (i mod (1²) EQUALS 1)</a:t>
            </a:r>
            <a:endParaRPr sz="2600"/>
          </a:p>
          <a:p>
            <a:pPr marL="0" lvl="0" indent="0" algn="l" rtl="0">
              <a:spcBef>
                <a:spcPts val="1000"/>
              </a:spcBef>
              <a:spcAft>
                <a:spcPts val="0"/>
              </a:spcAft>
              <a:buNone/>
            </a:pPr>
            <a:r>
              <a:rPr lang="en-US" sz="2600"/>
              <a:t>i= i+9</a:t>
            </a:r>
            <a:endParaRPr sz="2600"/>
          </a:p>
          <a:p>
            <a:pPr marL="0" lvl="0" indent="0" algn="l" rtl="0">
              <a:spcBef>
                <a:spcPts val="1000"/>
              </a:spcBef>
              <a:spcAft>
                <a:spcPts val="0"/>
              </a:spcAft>
              <a:buNone/>
            </a:pPr>
            <a:r>
              <a:rPr lang="en-US" sz="2600"/>
              <a:t>else</a:t>
            </a:r>
            <a:endParaRPr sz="2600"/>
          </a:p>
          <a:p>
            <a:pPr marL="0" lvl="0" indent="0" algn="l" rtl="0">
              <a:spcBef>
                <a:spcPts val="1000"/>
              </a:spcBef>
              <a:spcAft>
                <a:spcPts val="0"/>
              </a:spcAft>
              <a:buNone/>
            </a:pPr>
            <a:r>
              <a:rPr lang="en-US" sz="2600"/>
              <a:t>i= i -11</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print i</a:t>
            </a:r>
            <a:endParaRPr sz="2600"/>
          </a:p>
          <a:p>
            <a:pPr marL="0" lvl="0" indent="0" algn="l" rtl="0">
              <a:spcBef>
                <a:spcPts val="1000"/>
              </a:spcBef>
              <a:spcAft>
                <a:spcPts val="0"/>
              </a:spcAft>
              <a:buNone/>
            </a:pPr>
            <a:r>
              <a:rPr lang="en-US" sz="2600"/>
              <a:t>[Note: MOD finds the remainder after the division of one number by another. For example, the expression "5 MOD" would  </a:t>
            </a:r>
            <a:endParaRPr sz="2600"/>
          </a:p>
          <a:p>
            <a:pPr marL="0" lvl="0" indent="0" algn="l" rtl="0">
              <a:spcBef>
                <a:spcPts val="1000"/>
              </a:spcBef>
              <a:spcAft>
                <a:spcPts val="0"/>
              </a:spcAft>
              <a:buNone/>
            </a:pPr>
            <a:r>
              <a:rPr lang="en-US" sz="2600"/>
              <a:t>evaluate to 1 because 2 leaves a quotient of 2 and a remainder 1]</a:t>
            </a:r>
            <a:endParaRPr sz="2600"/>
          </a:p>
        </p:txBody>
      </p:sp>
      <p:sp>
        <p:nvSpPr>
          <p:cNvPr id="1027" name="Google Shape;1027;g13a937d13f5_0_398"/>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118</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109</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none of the mentioned options</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89</a:t>
            </a:r>
            <a:endParaRPr sz="2600">
              <a:solidFill>
                <a:schemeClr val="dk1"/>
              </a:solidFill>
              <a:latin typeface="Calibri"/>
              <a:ea typeface="Calibri"/>
              <a:cs typeface="Calibri"/>
              <a:sym typeface="Calibri"/>
            </a:endParaRPr>
          </a:p>
        </p:txBody>
      </p:sp>
      <p:pic>
        <p:nvPicPr>
          <p:cNvPr id="1028" name="Google Shape;1028;g13a937d13f5_0_398"/>
          <p:cNvPicPr preferRelativeResize="0"/>
          <p:nvPr/>
        </p:nvPicPr>
        <p:blipFill rotWithShape="1">
          <a:blip r:embed="rId3">
            <a:alphaModFix/>
          </a:blip>
          <a:srcRect/>
          <a:stretch/>
        </p:blipFill>
        <p:spPr>
          <a:xfrm>
            <a:off x="5819552" y="15926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1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g13a937d13f5_0_405"/>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r>
              <a:rPr lang="en-US" sz="2600"/>
              <a:t>integer a, p</a:t>
            </a:r>
            <a:endParaRPr sz="2600"/>
          </a:p>
          <a:p>
            <a:pPr marL="0" lvl="0" indent="0" algn="l" rtl="0">
              <a:spcBef>
                <a:spcPts val="1000"/>
              </a:spcBef>
              <a:spcAft>
                <a:spcPts val="0"/>
              </a:spcAft>
              <a:buNone/>
            </a:pPr>
            <a:r>
              <a:rPr lang="en-US" sz="2600"/>
              <a:t>set a=5</a:t>
            </a:r>
            <a:endParaRPr sz="2600"/>
          </a:p>
          <a:p>
            <a:pPr marL="0" lvl="0" indent="0" algn="l" rtl="0">
              <a:spcBef>
                <a:spcPts val="1000"/>
              </a:spcBef>
              <a:spcAft>
                <a:spcPts val="0"/>
              </a:spcAft>
              <a:buNone/>
            </a:pPr>
            <a:r>
              <a:rPr lang="en-US" sz="2600"/>
              <a:t>a=a+1</a:t>
            </a:r>
            <a:endParaRPr sz="2600"/>
          </a:p>
          <a:p>
            <a:pPr marL="0" lvl="0" indent="0" algn="l" rtl="0">
              <a:spcBef>
                <a:spcPts val="1000"/>
              </a:spcBef>
              <a:spcAft>
                <a:spcPts val="0"/>
              </a:spcAft>
              <a:buNone/>
            </a:pPr>
            <a:r>
              <a:rPr lang="en-US" sz="2600"/>
              <a:t>a=a*2</a:t>
            </a:r>
            <a:endParaRPr sz="2600"/>
          </a:p>
          <a:p>
            <a:pPr marL="0" lvl="0" indent="0" algn="l" rtl="0">
              <a:spcBef>
                <a:spcPts val="1000"/>
              </a:spcBef>
              <a:spcAft>
                <a:spcPts val="0"/>
              </a:spcAft>
              <a:buNone/>
            </a:pPr>
            <a:r>
              <a:rPr lang="en-US" sz="2600"/>
              <a:t>a=a/2</a:t>
            </a:r>
            <a:endParaRPr sz="2600"/>
          </a:p>
          <a:p>
            <a:pPr marL="0" lvl="0" indent="0" algn="l" rtl="0">
              <a:spcBef>
                <a:spcPts val="1000"/>
              </a:spcBef>
              <a:spcAft>
                <a:spcPts val="0"/>
              </a:spcAft>
              <a:buNone/>
            </a:pPr>
            <a:r>
              <a:rPr lang="en-US" sz="2600"/>
              <a:t>p=a/ 5 + 6</a:t>
            </a:r>
            <a:endParaRPr sz="2600"/>
          </a:p>
          <a:p>
            <a:pPr marL="0" lvl="0" indent="0" algn="l" rtl="0">
              <a:spcBef>
                <a:spcPts val="1000"/>
              </a:spcBef>
              <a:spcAft>
                <a:spcPts val="0"/>
              </a:spcAft>
              <a:buNone/>
            </a:pPr>
            <a:r>
              <a:rPr lang="en-US" sz="2600"/>
              <a:t>print p</a:t>
            </a:r>
            <a:endParaRPr sz="2600"/>
          </a:p>
        </p:txBody>
      </p:sp>
      <p:sp>
        <p:nvSpPr>
          <p:cNvPr id="1035" name="Google Shape;1035;g13a937d13f5_0_405"/>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7</a:t>
            </a:r>
            <a:endParaRPr sz="2600">
              <a:solidFill>
                <a:schemeClr val="dk1"/>
              </a:solidFill>
              <a:latin typeface="Calibri"/>
              <a:ea typeface="Calibri"/>
              <a:cs typeface="Calibri"/>
              <a:sym typeface="Calibri"/>
            </a:endParaRPr>
          </a:p>
        </p:txBody>
      </p:sp>
      <p:pic>
        <p:nvPicPr>
          <p:cNvPr id="1036" name="Google Shape;1036;g13a937d13f5_0_405"/>
          <p:cNvPicPr preferRelativeResize="0"/>
          <p:nvPr/>
        </p:nvPicPr>
        <p:blipFill rotWithShape="1">
          <a:blip r:embed="rId3">
            <a:alphaModFix/>
          </a:blip>
          <a:srcRect/>
          <a:stretch/>
        </p:blipFill>
        <p:spPr>
          <a:xfrm>
            <a:off x="5472527" y="25478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6"/>
                                        </p:tgtEl>
                                        <p:attrNameLst>
                                          <p:attrName>style.visibility</p:attrName>
                                        </p:attrNameLst>
                                      </p:cBhvr>
                                      <p:to>
                                        <p:strVal val="visible"/>
                                      </p:to>
                                    </p:set>
                                    <p:animEffect transition="in" filter="fade">
                                      <p:cBhvr>
                                        <p:cTn id="7" dur="1000"/>
                                        <p:tgtEl>
                                          <p:spTgt spid="10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g13a937d13f5_0_412"/>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a1, p1</a:t>
            </a:r>
            <a:endParaRPr sz="2600"/>
          </a:p>
          <a:p>
            <a:pPr marL="0" lvl="0" indent="0" algn="l" rtl="0">
              <a:spcBef>
                <a:spcPts val="1000"/>
              </a:spcBef>
              <a:spcAft>
                <a:spcPts val="0"/>
              </a:spcAft>
              <a:buNone/>
            </a:pPr>
            <a:r>
              <a:rPr lang="en-US" sz="2600"/>
              <a:t>set a1= 15</a:t>
            </a:r>
            <a:endParaRPr sz="2600"/>
          </a:p>
          <a:p>
            <a:pPr marL="0" lvl="0" indent="0" algn="l" rtl="0">
              <a:spcBef>
                <a:spcPts val="1000"/>
              </a:spcBef>
              <a:spcAft>
                <a:spcPts val="0"/>
              </a:spcAft>
              <a:buNone/>
            </a:pPr>
            <a:r>
              <a:rPr lang="en-US" sz="2600"/>
              <a:t>a1= a1- 1</a:t>
            </a:r>
            <a:endParaRPr sz="2600"/>
          </a:p>
          <a:p>
            <a:pPr marL="0" lvl="0" indent="0" algn="l" rtl="0">
              <a:spcBef>
                <a:spcPts val="1000"/>
              </a:spcBef>
              <a:spcAft>
                <a:spcPts val="0"/>
              </a:spcAft>
              <a:buNone/>
            </a:pPr>
            <a:r>
              <a:rPr lang="en-US" sz="2600"/>
              <a:t>a1= a1 * 2 + 8</a:t>
            </a:r>
            <a:endParaRPr sz="2600"/>
          </a:p>
          <a:p>
            <a:pPr marL="0" lvl="0" indent="0" algn="l" rtl="0">
              <a:spcBef>
                <a:spcPts val="1000"/>
              </a:spcBef>
              <a:spcAft>
                <a:spcPts val="0"/>
              </a:spcAft>
              <a:buNone/>
            </a:pPr>
            <a:r>
              <a:rPr lang="en-US" sz="2600"/>
              <a:t>a1= a1 / 2 + 9 * 5</a:t>
            </a:r>
            <a:endParaRPr sz="2600"/>
          </a:p>
          <a:p>
            <a:pPr marL="0" lvl="0" indent="0" algn="l" rtl="0">
              <a:spcBef>
                <a:spcPts val="1000"/>
              </a:spcBef>
              <a:spcAft>
                <a:spcPts val="0"/>
              </a:spcAft>
              <a:buNone/>
            </a:pPr>
            <a:r>
              <a:rPr lang="en-US" sz="2600"/>
              <a:t>p1 = a1 / 5 + 6</a:t>
            </a:r>
            <a:endParaRPr sz="2600"/>
          </a:p>
          <a:p>
            <a:pPr marL="0" lvl="0" indent="0" algn="l" rtl="0">
              <a:spcBef>
                <a:spcPts val="1000"/>
              </a:spcBef>
              <a:spcAft>
                <a:spcPts val="0"/>
              </a:spcAft>
              <a:buNone/>
            </a:pPr>
            <a:r>
              <a:rPr lang="en-US" sz="2600"/>
              <a:t>print p1</a:t>
            </a:r>
            <a:endParaRPr sz="2600"/>
          </a:p>
        </p:txBody>
      </p:sp>
      <p:sp>
        <p:nvSpPr>
          <p:cNvPr id="1043" name="Google Shape;1043;g13a937d13f5_0_412"/>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18</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23</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19</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3</a:t>
            </a:r>
            <a:endParaRPr sz="2600">
              <a:solidFill>
                <a:schemeClr val="dk1"/>
              </a:solidFill>
              <a:latin typeface="Calibri"/>
              <a:ea typeface="Calibri"/>
              <a:cs typeface="Calibri"/>
              <a:sym typeface="Calibri"/>
            </a:endParaRPr>
          </a:p>
        </p:txBody>
      </p:sp>
      <p:pic>
        <p:nvPicPr>
          <p:cNvPr id="1044" name="Google Shape;1044;g13a937d13f5_0_412"/>
          <p:cNvPicPr preferRelativeResize="0"/>
          <p:nvPr/>
        </p:nvPicPr>
        <p:blipFill rotWithShape="1">
          <a:blip r:embed="rId3">
            <a:alphaModFix/>
          </a:blip>
          <a:srcRect/>
          <a:stretch/>
        </p:blipFill>
        <p:spPr>
          <a:xfrm>
            <a:off x="5543102" y="11762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4"/>
                                        </p:tgtEl>
                                        <p:attrNameLst>
                                          <p:attrName>style.visibility</p:attrName>
                                        </p:attrNameLst>
                                      </p:cBhvr>
                                      <p:to>
                                        <p:strVal val="visible"/>
                                      </p:to>
                                    </p:set>
                                    <p:animEffect transition="in" filter="fade">
                                      <p:cBhvr>
                                        <p:cTn id="7" dur="1000"/>
                                        <p:tgtEl>
                                          <p:spTgt spid="10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g13a937d13f5_0_419"/>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r>
              <a:rPr lang="en-US" sz="2600"/>
              <a:t>integer j,m</a:t>
            </a:r>
            <a:endParaRPr sz="2600"/>
          </a:p>
          <a:p>
            <a:pPr marL="0" lvl="0" indent="0" algn="l" rtl="0">
              <a:spcBef>
                <a:spcPts val="1000"/>
              </a:spcBef>
              <a:spcAft>
                <a:spcPts val="0"/>
              </a:spcAft>
              <a:buNone/>
            </a:pPr>
            <a:r>
              <a:rPr lang="en-US" sz="2600"/>
              <a:t>set m=1</a:t>
            </a:r>
            <a:endParaRPr sz="2600"/>
          </a:p>
          <a:p>
            <a:pPr marL="0" lvl="0" indent="0" algn="l" rtl="0">
              <a:spcBef>
                <a:spcPts val="1000"/>
              </a:spcBef>
              <a:spcAft>
                <a:spcPts val="0"/>
              </a:spcAft>
              <a:buNone/>
            </a:pPr>
            <a:r>
              <a:rPr lang="en-US" sz="2600"/>
              <a:t>integer a[4] = { 1,1,2,2}</a:t>
            </a:r>
            <a:endParaRPr sz="2600"/>
          </a:p>
          <a:p>
            <a:pPr marL="0" lvl="0" indent="0" algn="l" rtl="0">
              <a:spcBef>
                <a:spcPts val="1000"/>
              </a:spcBef>
              <a:spcAft>
                <a:spcPts val="0"/>
              </a:spcAft>
              <a:buNone/>
            </a:pPr>
            <a:r>
              <a:rPr lang="en-US" sz="2600"/>
              <a:t>a[0] = a[0] + a[1] + a[2] + a[3]</a:t>
            </a:r>
            <a:endParaRPr sz="2600"/>
          </a:p>
          <a:p>
            <a:pPr marL="0" lvl="0" indent="0" algn="l" rtl="0">
              <a:spcBef>
                <a:spcPts val="1000"/>
              </a:spcBef>
              <a:spcAft>
                <a:spcPts val="0"/>
              </a:spcAft>
              <a:buNone/>
            </a:pPr>
            <a:r>
              <a:rPr lang="en-US" sz="2600"/>
              <a:t>a[1] = a[0] + a[1] + a[2] + a[3]</a:t>
            </a:r>
            <a:endParaRPr sz="2600"/>
          </a:p>
          <a:p>
            <a:pPr marL="0" lvl="0" indent="0" algn="l" rtl="0">
              <a:spcBef>
                <a:spcPts val="1000"/>
              </a:spcBef>
              <a:spcAft>
                <a:spcPts val="0"/>
              </a:spcAft>
              <a:buNone/>
            </a:pPr>
            <a:r>
              <a:rPr lang="en-US" sz="2600"/>
              <a:t>a[2] = a[0] + a[1] + a[2] + a[3]</a:t>
            </a:r>
            <a:endParaRPr sz="2600"/>
          </a:p>
          <a:p>
            <a:pPr marL="0" lvl="0" indent="0" algn="l" rtl="0">
              <a:spcBef>
                <a:spcPts val="1000"/>
              </a:spcBef>
              <a:spcAft>
                <a:spcPts val="0"/>
              </a:spcAft>
              <a:buNone/>
            </a:pPr>
            <a:r>
              <a:rPr lang="en-US" sz="2600"/>
              <a:t>a[3] = a[0] + a[1] + a[2] + a[3]</a:t>
            </a:r>
            <a:endParaRPr sz="2600"/>
          </a:p>
          <a:p>
            <a:pPr marL="0" lvl="0" indent="0" algn="l" rtl="0">
              <a:spcBef>
                <a:spcPts val="1000"/>
              </a:spcBef>
              <a:spcAft>
                <a:spcPts val="0"/>
              </a:spcAft>
              <a:buNone/>
            </a:pPr>
            <a:r>
              <a:rPr lang="en-US" sz="2600"/>
              <a:t>m = a [3]</a:t>
            </a:r>
            <a:endParaRPr sz="2600"/>
          </a:p>
          <a:p>
            <a:pPr marL="0" lvl="0" indent="0" algn="l" rtl="0">
              <a:spcBef>
                <a:spcPts val="1000"/>
              </a:spcBef>
              <a:spcAft>
                <a:spcPts val="0"/>
              </a:spcAft>
              <a:buNone/>
            </a:pPr>
            <a:r>
              <a:rPr lang="en-US" sz="2600"/>
              <a:t>print m</a:t>
            </a:r>
            <a:endParaRPr sz="2600"/>
          </a:p>
        </p:txBody>
      </p:sp>
      <p:sp>
        <p:nvSpPr>
          <p:cNvPr id="1051" name="Google Shape;1051;g13a937d13f5_0_419"/>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30</a:t>
            </a:r>
            <a:endParaRPr sz="2600">
              <a:solidFill>
                <a:schemeClr val="dk1"/>
              </a:solidFill>
              <a:latin typeface="Calibri"/>
              <a:ea typeface="Calibri"/>
              <a:cs typeface="Calibri"/>
              <a:sym typeface="Calibri"/>
            </a:endParaRPr>
          </a:p>
        </p:txBody>
      </p:sp>
      <p:pic>
        <p:nvPicPr>
          <p:cNvPr id="1052" name="Google Shape;1052;g13a937d13f5_0_419"/>
          <p:cNvPicPr preferRelativeResize="0"/>
          <p:nvPr/>
        </p:nvPicPr>
        <p:blipFill rotWithShape="1">
          <a:blip r:embed="rId3">
            <a:alphaModFix/>
          </a:blip>
          <a:srcRect/>
          <a:stretch/>
        </p:blipFill>
        <p:spPr>
          <a:xfrm>
            <a:off x="5599502" y="20335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2"/>
                                        </p:tgtEl>
                                        <p:attrNameLst>
                                          <p:attrName>style.visibility</p:attrName>
                                        </p:attrNameLst>
                                      </p:cBhvr>
                                      <p:to>
                                        <p:strVal val="visible"/>
                                      </p:to>
                                    </p:set>
                                    <p:animEffect transition="in" filter="fade">
                                      <p:cBhvr>
                                        <p:cTn id="7" dur="1000"/>
                                        <p:tgtEl>
                                          <p:spTgt spid="1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g13a937d13f5_0_426"/>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2100"/>
              <a:t>What will be the output of the following pseudocode?</a:t>
            </a:r>
            <a:endParaRPr sz="2100"/>
          </a:p>
          <a:p>
            <a:pPr marL="0" lvl="0" indent="0" algn="l" rtl="0">
              <a:spcBef>
                <a:spcPts val="0"/>
              </a:spcBef>
              <a:spcAft>
                <a:spcPts val="0"/>
              </a:spcAft>
              <a:buNone/>
            </a:pPr>
            <a:r>
              <a:rPr lang="en-US" sz="2100"/>
              <a:t>integer a, b, c, d</a:t>
            </a:r>
            <a:endParaRPr sz="2100"/>
          </a:p>
          <a:p>
            <a:pPr marL="0" lvl="0" indent="0" algn="l" rtl="0">
              <a:spcBef>
                <a:spcPts val="0"/>
              </a:spcBef>
              <a:spcAft>
                <a:spcPts val="0"/>
              </a:spcAft>
              <a:buNone/>
            </a:pPr>
            <a:r>
              <a:rPr lang="en-US" sz="2100"/>
              <a:t>set a= 3, b= 1</a:t>
            </a:r>
            <a:endParaRPr sz="2100"/>
          </a:p>
          <a:p>
            <a:pPr marL="0" lvl="0" indent="0" algn="l" rtl="0">
              <a:spcBef>
                <a:spcPts val="0"/>
              </a:spcBef>
              <a:spcAft>
                <a:spcPts val="0"/>
              </a:spcAft>
              <a:buNone/>
            </a:pPr>
            <a:r>
              <a:rPr lang="en-US" sz="2100"/>
              <a:t>for (each c from b to b + 1)</a:t>
            </a:r>
            <a:endParaRPr sz="2100"/>
          </a:p>
          <a:p>
            <a:pPr marL="0" lvl="0" indent="0" algn="l" rtl="0">
              <a:spcBef>
                <a:spcPts val="0"/>
              </a:spcBef>
              <a:spcAft>
                <a:spcPts val="0"/>
              </a:spcAft>
              <a:buNone/>
            </a:pPr>
            <a:r>
              <a:rPr lang="en-US" sz="2100"/>
              <a:t>a= a+ 1</a:t>
            </a:r>
            <a:endParaRPr sz="2100"/>
          </a:p>
          <a:p>
            <a:pPr marL="0" lvl="0" indent="0" algn="l" rtl="0">
              <a:spcBef>
                <a:spcPts val="0"/>
              </a:spcBef>
              <a:spcAft>
                <a:spcPts val="0"/>
              </a:spcAft>
              <a:buNone/>
            </a:pPr>
            <a:r>
              <a:rPr lang="en-US" sz="2100"/>
              <a:t>if (1)</a:t>
            </a:r>
            <a:endParaRPr sz="2100"/>
          </a:p>
          <a:p>
            <a:pPr marL="0" lvl="0" indent="0" algn="l" rtl="0">
              <a:spcBef>
                <a:spcPts val="0"/>
              </a:spcBef>
              <a:spcAft>
                <a:spcPts val="0"/>
              </a:spcAft>
              <a:buNone/>
            </a:pPr>
            <a:r>
              <a:rPr lang="en-US" sz="2100"/>
              <a:t>continue</a:t>
            </a:r>
            <a:endParaRPr sz="2100"/>
          </a:p>
          <a:p>
            <a:pPr marL="0" lvl="0" indent="0" algn="l" rtl="0">
              <a:spcBef>
                <a:spcPts val="0"/>
              </a:spcBef>
              <a:spcAft>
                <a:spcPts val="0"/>
              </a:spcAft>
              <a:buNone/>
            </a:pPr>
            <a:r>
              <a:rPr lang="en-US" sz="2100"/>
              <a:t>for (each d 0 to 1)</a:t>
            </a:r>
            <a:endParaRPr sz="2100"/>
          </a:p>
          <a:p>
            <a:pPr marL="0" lvl="0" indent="0" algn="l" rtl="0">
              <a:spcBef>
                <a:spcPts val="0"/>
              </a:spcBef>
              <a:spcAft>
                <a:spcPts val="0"/>
              </a:spcAft>
              <a:buNone/>
            </a:pPr>
            <a:r>
              <a:rPr lang="en-US" sz="2100"/>
              <a:t>a= a + c + d</a:t>
            </a:r>
            <a:endParaRPr sz="2100"/>
          </a:p>
          <a:p>
            <a:pPr marL="0" lvl="0" indent="0" algn="l" rtl="0">
              <a:spcBef>
                <a:spcPts val="0"/>
              </a:spcBef>
              <a:spcAft>
                <a:spcPts val="0"/>
              </a:spcAft>
              <a:buNone/>
            </a:pPr>
            <a:r>
              <a:rPr lang="en-US" sz="2100"/>
              <a:t>if ( a&gt; d)</a:t>
            </a:r>
            <a:endParaRPr sz="2100"/>
          </a:p>
          <a:p>
            <a:pPr marL="0" lvl="0" indent="0" algn="l" rtl="0">
              <a:spcBef>
                <a:spcPts val="0"/>
              </a:spcBef>
              <a:spcAft>
                <a:spcPts val="0"/>
              </a:spcAft>
              <a:buNone/>
            </a:pPr>
            <a:r>
              <a:rPr lang="en-US" sz="2100"/>
              <a:t>jump out of the loop</a:t>
            </a:r>
            <a:endParaRPr sz="2100"/>
          </a:p>
          <a:p>
            <a:pPr marL="0" lvl="0" indent="0" algn="l" rtl="0">
              <a:spcBef>
                <a:spcPts val="0"/>
              </a:spcBef>
              <a:spcAft>
                <a:spcPts val="0"/>
              </a:spcAft>
              <a:buNone/>
            </a:pPr>
            <a:r>
              <a:rPr lang="en-US" sz="2100"/>
              <a:t>end if</a:t>
            </a:r>
            <a:endParaRPr sz="2100"/>
          </a:p>
          <a:p>
            <a:pPr marL="0" lvl="0" indent="0" algn="l" rtl="0">
              <a:spcBef>
                <a:spcPts val="0"/>
              </a:spcBef>
              <a:spcAft>
                <a:spcPts val="0"/>
              </a:spcAft>
              <a:buNone/>
            </a:pPr>
            <a:r>
              <a:rPr lang="en-US" sz="2100"/>
              <a:t>b= b + a - c + d</a:t>
            </a:r>
            <a:endParaRPr sz="2100"/>
          </a:p>
          <a:p>
            <a:pPr marL="0" lvl="0" indent="0" algn="l" rtl="0">
              <a:spcBef>
                <a:spcPts val="0"/>
              </a:spcBef>
              <a:spcAft>
                <a:spcPts val="0"/>
              </a:spcAft>
              <a:buNone/>
            </a:pPr>
            <a:r>
              <a:rPr lang="en-US" sz="2100"/>
              <a:t>end for</a:t>
            </a:r>
            <a:endParaRPr sz="2100"/>
          </a:p>
          <a:p>
            <a:pPr marL="0" lvl="0" indent="0" algn="l" rtl="0">
              <a:spcBef>
                <a:spcPts val="0"/>
              </a:spcBef>
              <a:spcAft>
                <a:spcPts val="0"/>
              </a:spcAft>
              <a:buNone/>
            </a:pPr>
            <a:r>
              <a:rPr lang="en-US" sz="2100"/>
              <a:t>end if</a:t>
            </a:r>
            <a:endParaRPr sz="2100"/>
          </a:p>
          <a:p>
            <a:pPr marL="0" lvl="0" indent="0" algn="l" rtl="0">
              <a:spcBef>
                <a:spcPts val="0"/>
              </a:spcBef>
              <a:spcAft>
                <a:spcPts val="0"/>
              </a:spcAft>
              <a:buNone/>
            </a:pPr>
            <a:r>
              <a:rPr lang="en-US" sz="2100"/>
              <a:t>end for</a:t>
            </a:r>
            <a:endParaRPr sz="2100"/>
          </a:p>
          <a:p>
            <a:pPr marL="0" lvl="0" indent="0" algn="l" rtl="0">
              <a:spcBef>
                <a:spcPts val="0"/>
              </a:spcBef>
              <a:spcAft>
                <a:spcPts val="0"/>
              </a:spcAft>
              <a:buNone/>
            </a:pPr>
            <a:r>
              <a:rPr lang="en-US" sz="2100"/>
              <a:t>print b + a</a:t>
            </a:r>
            <a:endParaRPr sz="2100"/>
          </a:p>
          <a:p>
            <a:pPr marL="0" lvl="0" indent="0" algn="l" rtl="0">
              <a:spcBef>
                <a:spcPts val="0"/>
              </a:spcBef>
              <a:spcAft>
                <a:spcPts val="0"/>
              </a:spcAft>
              <a:buNone/>
            </a:pPr>
            <a:r>
              <a:rPr lang="en-US" sz="2100"/>
              <a:t>[Note - continue :when a continue statement is encountered inside a loop, control jumps to the beginning of the loop for the next</a:t>
            </a:r>
            <a:endParaRPr sz="2100"/>
          </a:p>
          <a:p>
            <a:pPr marL="0" lvl="0" indent="0" algn="l" rtl="0">
              <a:spcBef>
                <a:spcPts val="0"/>
              </a:spcBef>
              <a:spcAft>
                <a:spcPts val="0"/>
              </a:spcAft>
              <a:buNone/>
            </a:pPr>
            <a:r>
              <a:rPr lang="en-US" sz="2100"/>
              <a:t>iteration ,skipping the execution of statements inside the body of the loop for the current iteration</a:t>
            </a:r>
            <a:endParaRPr sz="2100"/>
          </a:p>
          <a:p>
            <a:pPr marL="0" lvl="0" indent="0" algn="l" rtl="0">
              <a:spcBef>
                <a:spcPts val="0"/>
              </a:spcBef>
              <a:spcAft>
                <a:spcPts val="0"/>
              </a:spcAft>
              <a:buNone/>
            </a:pPr>
            <a:r>
              <a:rPr lang="en-US" sz="2100"/>
              <a:t>If (X) gets executed if the value inside if( ), ie, x is not zero]</a:t>
            </a:r>
            <a:endParaRPr sz="2100"/>
          </a:p>
        </p:txBody>
      </p:sp>
      <p:sp>
        <p:nvSpPr>
          <p:cNvPr id="1059" name="Google Shape;1059;g13a937d13f5_0_426"/>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3</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a:t>
            </a:r>
            <a:endParaRPr sz="2600">
              <a:solidFill>
                <a:schemeClr val="dk1"/>
              </a:solidFill>
              <a:latin typeface="Calibri"/>
              <a:ea typeface="Calibri"/>
              <a:cs typeface="Calibri"/>
              <a:sym typeface="Calibri"/>
            </a:endParaRPr>
          </a:p>
        </p:txBody>
      </p:sp>
      <p:pic>
        <p:nvPicPr>
          <p:cNvPr id="1060" name="Google Shape;1060;g13a937d13f5_0_426"/>
          <p:cNvPicPr preferRelativeResize="0"/>
          <p:nvPr/>
        </p:nvPicPr>
        <p:blipFill rotWithShape="1">
          <a:blip r:embed="rId3">
            <a:alphaModFix/>
          </a:blip>
          <a:srcRect/>
          <a:stretch/>
        </p:blipFill>
        <p:spPr>
          <a:xfrm>
            <a:off x="5391302" y="20579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60"/>
                                        </p:tgtEl>
                                        <p:attrNameLst>
                                          <p:attrName>style.visibility</p:attrName>
                                        </p:attrNameLst>
                                      </p:cBhvr>
                                      <p:to>
                                        <p:strVal val="visible"/>
                                      </p:to>
                                    </p:set>
                                    <p:animEffect transition="in" filter="fade">
                                      <p:cBhvr>
                                        <p:cTn id="7" dur="1000"/>
                                        <p:tgtEl>
                                          <p:spTgt spid="1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g13a937d13f5_0_433"/>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r>
              <a:rPr lang="en-US" sz="2600"/>
              <a:t>integer a, b, c</a:t>
            </a:r>
            <a:endParaRPr sz="2600"/>
          </a:p>
          <a:p>
            <a:pPr marL="0" lvl="0" indent="0" algn="l" rtl="0">
              <a:spcBef>
                <a:spcPts val="1000"/>
              </a:spcBef>
              <a:spcAft>
                <a:spcPts val="0"/>
              </a:spcAft>
              <a:buNone/>
            </a:pPr>
            <a:r>
              <a:rPr lang="en-US" sz="2600"/>
              <a:t>set a=1, b= 6,c= 12</a:t>
            </a:r>
            <a:endParaRPr sz="2600"/>
          </a:p>
          <a:p>
            <a:pPr marL="0" lvl="0" indent="0" algn="l" rtl="0">
              <a:spcBef>
                <a:spcPts val="1000"/>
              </a:spcBef>
              <a:spcAft>
                <a:spcPts val="0"/>
              </a:spcAft>
              <a:buNone/>
            </a:pPr>
            <a:r>
              <a:rPr lang="en-US" sz="2600"/>
              <a:t>if ( a&gt; b)</a:t>
            </a:r>
            <a:endParaRPr sz="2600"/>
          </a:p>
          <a:p>
            <a:pPr marL="0" lvl="0" indent="0" algn="l" rtl="0">
              <a:spcBef>
                <a:spcPts val="1000"/>
              </a:spcBef>
              <a:spcAft>
                <a:spcPts val="0"/>
              </a:spcAft>
              <a:buNone/>
            </a:pPr>
            <a:r>
              <a:rPr lang="en-US" sz="2600"/>
              <a:t>if (a&gt; c)</a:t>
            </a:r>
            <a:endParaRPr sz="2600"/>
          </a:p>
          <a:p>
            <a:pPr marL="0" lvl="0" indent="0" algn="l" rtl="0">
              <a:spcBef>
                <a:spcPts val="1000"/>
              </a:spcBef>
              <a:spcAft>
                <a:spcPts val="0"/>
              </a:spcAft>
              <a:buNone/>
            </a:pPr>
            <a:r>
              <a:rPr lang="en-US" sz="2600"/>
              <a:t>print c+ b</a:t>
            </a:r>
            <a:endParaRPr sz="2600"/>
          </a:p>
          <a:p>
            <a:pPr marL="0" lvl="0" indent="0" algn="l" rtl="0">
              <a:spcBef>
                <a:spcPts val="1000"/>
              </a:spcBef>
              <a:spcAft>
                <a:spcPts val="0"/>
              </a:spcAft>
              <a:buNone/>
            </a:pPr>
            <a:r>
              <a:rPr lang="en-US" sz="2600"/>
              <a:t>else</a:t>
            </a:r>
            <a:endParaRPr sz="2600"/>
          </a:p>
          <a:p>
            <a:pPr marL="0" lvl="0" indent="0" algn="l" rtl="0">
              <a:spcBef>
                <a:spcPts val="1000"/>
              </a:spcBef>
              <a:spcAft>
                <a:spcPts val="0"/>
              </a:spcAft>
              <a:buNone/>
            </a:pPr>
            <a:r>
              <a:rPr lang="en-US" sz="2600"/>
              <a:t>print b</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else</a:t>
            </a:r>
            <a:endParaRPr sz="2600"/>
          </a:p>
          <a:p>
            <a:pPr marL="0" lvl="0" indent="0" algn="l" rtl="0">
              <a:spcBef>
                <a:spcPts val="1000"/>
              </a:spcBef>
              <a:spcAft>
                <a:spcPts val="0"/>
              </a:spcAft>
              <a:buNone/>
            </a:pPr>
            <a:r>
              <a:rPr lang="en-US" sz="2600"/>
              <a:t>print b + 1</a:t>
            </a:r>
            <a:endParaRPr sz="2600"/>
          </a:p>
          <a:p>
            <a:pPr marL="0" lvl="0" indent="0" algn="l" rtl="0">
              <a:spcBef>
                <a:spcPts val="1000"/>
              </a:spcBef>
              <a:spcAft>
                <a:spcPts val="0"/>
              </a:spcAft>
              <a:buNone/>
            </a:pPr>
            <a:r>
              <a:rPr lang="en-US" sz="2600"/>
              <a:t>end if</a:t>
            </a:r>
            <a:endParaRPr sz="2600"/>
          </a:p>
        </p:txBody>
      </p:sp>
      <p:sp>
        <p:nvSpPr>
          <p:cNvPr id="1067" name="Google Shape;1067;g13a937d13f5_0_433"/>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7</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8</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9</a:t>
            </a:r>
            <a:endParaRPr sz="2600">
              <a:solidFill>
                <a:schemeClr val="dk1"/>
              </a:solidFill>
              <a:latin typeface="Calibri"/>
              <a:ea typeface="Calibri"/>
              <a:cs typeface="Calibri"/>
              <a:sym typeface="Calibri"/>
            </a:endParaRPr>
          </a:p>
        </p:txBody>
      </p:sp>
      <p:pic>
        <p:nvPicPr>
          <p:cNvPr id="1068" name="Google Shape;1068;g13a937d13f5_0_433"/>
          <p:cNvPicPr preferRelativeResize="0"/>
          <p:nvPr/>
        </p:nvPicPr>
        <p:blipFill rotWithShape="1">
          <a:blip r:embed="rId3">
            <a:alphaModFix/>
          </a:blip>
          <a:srcRect/>
          <a:stretch/>
        </p:blipFill>
        <p:spPr>
          <a:xfrm>
            <a:off x="5366827" y="16048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68"/>
                                        </p:tgtEl>
                                        <p:attrNameLst>
                                          <p:attrName>style.visibility</p:attrName>
                                        </p:attrNameLst>
                                      </p:cBhvr>
                                      <p:to>
                                        <p:strVal val="visible"/>
                                      </p:to>
                                    </p:set>
                                    <p:animEffect transition="in" filter="fade">
                                      <p:cBhvr>
                                        <p:cTn id="7" dur="1000"/>
                                        <p:tgtEl>
                                          <p:spTgt spid="1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sp>
        <p:nvSpPr>
          <p:cNvPr id="1074" name="Google Shape;1074;g13a937d13f5_0_466"/>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2600"/>
              <a:t>What will be the output of the following pseudocode?</a:t>
            </a:r>
            <a:endParaRPr sz="2600"/>
          </a:p>
          <a:p>
            <a:pPr marL="0" lvl="0" indent="0" algn="l" rtl="0">
              <a:spcBef>
                <a:spcPts val="0"/>
              </a:spcBef>
              <a:spcAft>
                <a:spcPts val="0"/>
              </a:spcAft>
              <a:buNone/>
            </a:pPr>
            <a:r>
              <a:rPr lang="en-US" sz="2600"/>
              <a:t>integer a, b, c</a:t>
            </a:r>
            <a:endParaRPr sz="2600"/>
          </a:p>
          <a:p>
            <a:pPr marL="0" lvl="0" indent="0" algn="l" rtl="0">
              <a:spcBef>
                <a:spcPts val="0"/>
              </a:spcBef>
              <a:spcAft>
                <a:spcPts val="0"/>
              </a:spcAft>
              <a:buNone/>
            </a:pPr>
            <a:r>
              <a:rPr lang="en-US" sz="2600"/>
              <a:t>set a= 3, b= 1</a:t>
            </a:r>
            <a:endParaRPr sz="2600"/>
          </a:p>
          <a:p>
            <a:pPr marL="0" lvl="0" indent="0" algn="l" rtl="0">
              <a:spcBef>
                <a:spcPts val="0"/>
              </a:spcBef>
              <a:spcAft>
                <a:spcPts val="0"/>
              </a:spcAft>
              <a:buNone/>
            </a:pPr>
            <a:r>
              <a:rPr lang="en-US" sz="2600"/>
              <a:t>for (each c from b to a)</a:t>
            </a:r>
            <a:endParaRPr sz="2600"/>
          </a:p>
          <a:p>
            <a:pPr marL="0" lvl="0" indent="0" algn="l" rtl="0">
              <a:spcBef>
                <a:spcPts val="0"/>
              </a:spcBef>
              <a:spcAft>
                <a:spcPts val="0"/>
              </a:spcAft>
              <a:buNone/>
            </a:pPr>
            <a:r>
              <a:rPr lang="en-US" sz="2600"/>
              <a:t>if ( a + b &gt; 0)</a:t>
            </a:r>
            <a:endParaRPr sz="2600"/>
          </a:p>
          <a:p>
            <a:pPr marL="0" lvl="0" indent="0" algn="l" rtl="0">
              <a:spcBef>
                <a:spcPts val="0"/>
              </a:spcBef>
              <a:spcAft>
                <a:spcPts val="0"/>
              </a:spcAft>
              <a:buNone/>
            </a:pPr>
            <a:r>
              <a:rPr lang="en-US" sz="2600"/>
              <a:t>b = a</a:t>
            </a:r>
            <a:endParaRPr sz="2600"/>
          </a:p>
          <a:p>
            <a:pPr marL="0" lvl="0" indent="0" algn="l" rtl="0">
              <a:spcBef>
                <a:spcPts val="0"/>
              </a:spcBef>
              <a:spcAft>
                <a:spcPts val="0"/>
              </a:spcAft>
              <a:buNone/>
            </a:pPr>
            <a:r>
              <a:rPr lang="en-US" sz="2600"/>
              <a:t>continue</a:t>
            </a:r>
            <a:endParaRPr sz="2600"/>
          </a:p>
          <a:p>
            <a:pPr marL="0" lvl="0" indent="0" algn="l" rtl="0">
              <a:spcBef>
                <a:spcPts val="0"/>
              </a:spcBef>
              <a:spcAft>
                <a:spcPts val="0"/>
              </a:spcAft>
              <a:buNone/>
            </a:pPr>
            <a:r>
              <a:rPr lang="en-US" sz="2600"/>
              <a:t>end if</a:t>
            </a:r>
            <a:endParaRPr sz="2600"/>
          </a:p>
          <a:p>
            <a:pPr marL="0" lvl="0" indent="0" algn="l" rtl="0">
              <a:spcBef>
                <a:spcPts val="0"/>
              </a:spcBef>
              <a:spcAft>
                <a:spcPts val="0"/>
              </a:spcAft>
              <a:buNone/>
            </a:pPr>
            <a:r>
              <a:rPr lang="en-US" sz="2600"/>
              <a:t>a= a + b</a:t>
            </a:r>
            <a:endParaRPr sz="2600"/>
          </a:p>
          <a:p>
            <a:pPr marL="0" lvl="0" indent="0" algn="l" rtl="0">
              <a:spcBef>
                <a:spcPts val="0"/>
              </a:spcBef>
              <a:spcAft>
                <a:spcPts val="0"/>
              </a:spcAft>
              <a:buNone/>
            </a:pPr>
            <a:r>
              <a:rPr lang="en-US" sz="2600"/>
              <a:t>a= a + 1</a:t>
            </a:r>
            <a:endParaRPr sz="2600"/>
          </a:p>
          <a:p>
            <a:pPr marL="0" lvl="0" indent="0" algn="l" rtl="0">
              <a:spcBef>
                <a:spcPts val="0"/>
              </a:spcBef>
              <a:spcAft>
                <a:spcPts val="0"/>
              </a:spcAft>
              <a:buNone/>
            </a:pPr>
            <a:r>
              <a:rPr lang="en-US" sz="2600"/>
              <a:t>end for</a:t>
            </a:r>
            <a:endParaRPr sz="2600"/>
          </a:p>
          <a:p>
            <a:pPr marL="0" lvl="0" indent="0" algn="l" rtl="0">
              <a:spcBef>
                <a:spcPts val="0"/>
              </a:spcBef>
              <a:spcAft>
                <a:spcPts val="0"/>
              </a:spcAft>
              <a:buNone/>
            </a:pPr>
            <a:r>
              <a:rPr lang="en-US" sz="2600"/>
              <a:t>print a</a:t>
            </a:r>
            <a:endParaRPr sz="2600"/>
          </a:p>
          <a:p>
            <a:pPr marL="0" lvl="0" indent="0" algn="l" rtl="0">
              <a:spcBef>
                <a:spcPts val="0"/>
              </a:spcBef>
              <a:spcAft>
                <a:spcPts val="0"/>
              </a:spcAft>
              <a:buNone/>
            </a:pPr>
            <a:r>
              <a:rPr lang="en-US" sz="2600"/>
              <a:t>[Note - continue :when a continue statement is encountered inside a loop, control jumps to the beginning of the loop for the next</a:t>
            </a:r>
            <a:endParaRPr sz="2600"/>
          </a:p>
          <a:p>
            <a:pPr marL="0" lvl="0" indent="0" algn="l" rtl="0">
              <a:spcBef>
                <a:spcPts val="0"/>
              </a:spcBef>
              <a:spcAft>
                <a:spcPts val="0"/>
              </a:spcAft>
              <a:buNone/>
            </a:pPr>
            <a:r>
              <a:rPr lang="en-US" sz="2600"/>
              <a:t>iteration ,skipping the execution of statements inside the body of the loop for the current iteration]</a:t>
            </a:r>
            <a:endParaRPr sz="2600"/>
          </a:p>
        </p:txBody>
      </p:sp>
      <p:sp>
        <p:nvSpPr>
          <p:cNvPr id="1075" name="Google Shape;1075;g13a937d13f5_0_466"/>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3</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8</a:t>
            </a:r>
            <a:endParaRPr sz="2600">
              <a:solidFill>
                <a:schemeClr val="dk1"/>
              </a:solidFill>
              <a:latin typeface="Calibri"/>
              <a:ea typeface="Calibri"/>
              <a:cs typeface="Calibri"/>
              <a:sym typeface="Calibri"/>
            </a:endParaRPr>
          </a:p>
        </p:txBody>
      </p:sp>
      <p:pic>
        <p:nvPicPr>
          <p:cNvPr id="1076" name="Google Shape;1076;g13a937d13f5_0_466"/>
          <p:cNvPicPr preferRelativeResize="0"/>
          <p:nvPr/>
        </p:nvPicPr>
        <p:blipFill rotWithShape="1">
          <a:blip r:embed="rId3">
            <a:alphaModFix/>
          </a:blip>
          <a:srcRect/>
          <a:stretch/>
        </p:blipFill>
        <p:spPr>
          <a:xfrm>
            <a:off x="5472527" y="20580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76"/>
                                        </p:tgtEl>
                                        <p:attrNameLst>
                                          <p:attrName>style.visibility</p:attrName>
                                        </p:attrNameLst>
                                      </p:cBhvr>
                                      <p:to>
                                        <p:strVal val="visible"/>
                                      </p:to>
                                    </p:set>
                                    <p:animEffect transition="in" filter="fade">
                                      <p:cBhvr>
                                        <p:cTn id="7" dur="1000"/>
                                        <p:tgtEl>
                                          <p:spTgt spid="1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g13a937d13f5_0_473"/>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 for s= 12, k= 4, m= 2?</a:t>
            </a:r>
            <a:endParaRPr sz="2600"/>
          </a:p>
          <a:p>
            <a:pPr marL="0" lvl="0" indent="0" algn="l" rtl="0">
              <a:spcBef>
                <a:spcPts val="1000"/>
              </a:spcBef>
              <a:spcAft>
                <a:spcPts val="0"/>
              </a:spcAft>
              <a:buNone/>
            </a:pPr>
            <a:r>
              <a:rPr lang="en-US" sz="2600"/>
              <a:t>integer mul(integer s, integer k, integer m)</a:t>
            </a:r>
            <a:endParaRPr sz="2600"/>
          </a:p>
          <a:p>
            <a:pPr marL="0" lvl="0" indent="0" algn="l" rtl="0">
              <a:spcBef>
                <a:spcPts val="1000"/>
              </a:spcBef>
              <a:spcAft>
                <a:spcPts val="0"/>
              </a:spcAft>
              <a:buNone/>
            </a:pPr>
            <a:r>
              <a:rPr lang="en-US" sz="2600"/>
              <a:t>if (s + m &gt; 1)</a:t>
            </a:r>
            <a:endParaRPr sz="2600"/>
          </a:p>
          <a:p>
            <a:pPr marL="0" lvl="0" indent="0" algn="l" rtl="0">
              <a:spcBef>
                <a:spcPts val="1000"/>
              </a:spcBef>
              <a:spcAft>
                <a:spcPts val="0"/>
              </a:spcAft>
              <a:buNone/>
            </a:pPr>
            <a:r>
              <a:rPr lang="en-US" sz="2600"/>
              <a:t>return ( s / m + k mod 5 + mul ( s/3, k/2, m/2))</a:t>
            </a:r>
            <a:endParaRPr sz="2600"/>
          </a:p>
          <a:p>
            <a:pPr marL="0" lvl="0" indent="0" algn="l" rtl="0">
              <a:spcBef>
                <a:spcPts val="1000"/>
              </a:spcBef>
              <a:spcAft>
                <a:spcPts val="0"/>
              </a:spcAft>
              <a:buNone/>
            </a:pPr>
            <a:r>
              <a:rPr lang="en-US" sz="2600"/>
              <a:t>else</a:t>
            </a:r>
            <a:endParaRPr sz="2600"/>
          </a:p>
          <a:p>
            <a:pPr marL="0" lvl="0" indent="0" algn="l" rtl="0">
              <a:spcBef>
                <a:spcPts val="1000"/>
              </a:spcBef>
              <a:spcAft>
                <a:spcPts val="0"/>
              </a:spcAft>
              <a:buNone/>
            </a:pPr>
            <a:r>
              <a:rPr lang="en-US" sz="2600"/>
              <a:t>return 0</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end function mul ()</a:t>
            </a:r>
            <a:endParaRPr sz="2600"/>
          </a:p>
          <a:p>
            <a:pPr marL="0" lvl="0" indent="0" algn="l" rtl="0">
              <a:spcBef>
                <a:spcPts val="1000"/>
              </a:spcBef>
              <a:spcAft>
                <a:spcPts val="0"/>
              </a:spcAft>
              <a:buNone/>
            </a:pPr>
            <a:r>
              <a:rPr lang="en-US" sz="2600"/>
              <a:t>[Note: MOD finds the remainder after the division of one number by another. For example, the expression "5 MOD" would  </a:t>
            </a:r>
            <a:endParaRPr sz="2600"/>
          </a:p>
          <a:p>
            <a:pPr marL="0" lvl="0" indent="0" algn="l" rtl="0">
              <a:spcBef>
                <a:spcPts val="1000"/>
              </a:spcBef>
              <a:spcAft>
                <a:spcPts val="0"/>
              </a:spcAft>
              <a:buNone/>
            </a:pPr>
            <a:r>
              <a:rPr lang="en-US" sz="2600"/>
              <a:t>evaluate to 1 because 2 leaves a quotient of 2 and a remainder 1]</a:t>
            </a:r>
            <a:endParaRPr sz="2600"/>
          </a:p>
        </p:txBody>
      </p:sp>
      <p:sp>
        <p:nvSpPr>
          <p:cNvPr id="1083" name="Google Shape;1083;g13a937d13f5_0_473"/>
          <p:cNvSpPr txBox="1"/>
          <p:nvPr/>
        </p:nvSpPr>
        <p:spPr>
          <a:xfrm>
            <a:off x="6949475" y="1561800"/>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16</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32</a:t>
            </a:r>
            <a:endParaRPr sz="2600">
              <a:solidFill>
                <a:schemeClr val="dk1"/>
              </a:solidFill>
              <a:latin typeface="Calibri"/>
              <a:ea typeface="Calibri"/>
              <a:cs typeface="Calibri"/>
              <a:sym typeface="Calibri"/>
            </a:endParaRPr>
          </a:p>
        </p:txBody>
      </p:sp>
      <p:pic>
        <p:nvPicPr>
          <p:cNvPr id="1084" name="Google Shape;1084;g13a937d13f5_0_473"/>
          <p:cNvPicPr preferRelativeResize="0"/>
          <p:nvPr/>
        </p:nvPicPr>
        <p:blipFill rotWithShape="1">
          <a:blip r:embed="rId3">
            <a:alphaModFix/>
          </a:blip>
          <a:srcRect/>
          <a:stretch/>
        </p:blipFill>
        <p:spPr>
          <a:xfrm>
            <a:off x="7595677" y="14456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84"/>
                                        </p:tgtEl>
                                        <p:attrNameLst>
                                          <p:attrName>style.visibility</p:attrName>
                                        </p:attrNameLst>
                                      </p:cBhvr>
                                      <p:to>
                                        <p:strVal val="visible"/>
                                      </p:to>
                                    </p:set>
                                    <p:animEffect transition="in" filter="fade">
                                      <p:cBhvr>
                                        <p:cTn id="7" dur="1000"/>
                                        <p:tgtEl>
                                          <p:spTgt spid="1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1089"/>
        <p:cNvGrpSpPr/>
        <p:nvPr/>
      </p:nvGrpSpPr>
      <p:grpSpPr>
        <a:xfrm>
          <a:off x="0" y="0"/>
          <a:ext cx="0" cy="0"/>
          <a:chOff x="0" y="0"/>
          <a:chExt cx="0" cy="0"/>
        </a:xfrm>
      </p:grpSpPr>
      <p:sp>
        <p:nvSpPr>
          <p:cNvPr id="1090" name="Google Shape;1090;g13a937d13f5_0_480"/>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US" sz="2600"/>
              <a:t>What will be the output of the following pseudocode?</a:t>
            </a:r>
            <a:endParaRPr sz="2600"/>
          </a:p>
          <a:p>
            <a:pPr marL="0" lvl="0" indent="0" algn="l" rtl="0">
              <a:lnSpc>
                <a:spcPct val="100000"/>
              </a:lnSpc>
              <a:spcBef>
                <a:spcPts val="0"/>
              </a:spcBef>
              <a:spcAft>
                <a:spcPts val="0"/>
              </a:spcAft>
              <a:buNone/>
            </a:pPr>
            <a:r>
              <a:rPr lang="en-US" sz="2600"/>
              <a:t>integer a, b,c</a:t>
            </a:r>
            <a:endParaRPr sz="2600"/>
          </a:p>
          <a:p>
            <a:pPr marL="0" lvl="0" indent="0" algn="l" rtl="0">
              <a:lnSpc>
                <a:spcPct val="100000"/>
              </a:lnSpc>
              <a:spcBef>
                <a:spcPts val="0"/>
              </a:spcBef>
              <a:spcAft>
                <a:spcPts val="0"/>
              </a:spcAft>
              <a:buNone/>
            </a:pPr>
            <a:r>
              <a:rPr lang="en-US" sz="2600"/>
              <a:t>set a=1, b=1</a:t>
            </a:r>
            <a:endParaRPr sz="2600"/>
          </a:p>
          <a:p>
            <a:pPr marL="0" lvl="0" indent="0" algn="l" rtl="0">
              <a:lnSpc>
                <a:spcPct val="100000"/>
              </a:lnSpc>
              <a:spcBef>
                <a:spcPts val="0"/>
              </a:spcBef>
              <a:spcAft>
                <a:spcPts val="0"/>
              </a:spcAft>
              <a:buNone/>
            </a:pPr>
            <a:r>
              <a:rPr lang="en-US" sz="2600"/>
              <a:t>for (each c from 4 to 7)</a:t>
            </a:r>
            <a:endParaRPr sz="2600"/>
          </a:p>
          <a:p>
            <a:pPr marL="0" lvl="0" indent="0" algn="l" rtl="0">
              <a:lnSpc>
                <a:spcPct val="100000"/>
              </a:lnSpc>
              <a:spcBef>
                <a:spcPts val="0"/>
              </a:spcBef>
              <a:spcAft>
                <a:spcPts val="0"/>
              </a:spcAft>
              <a:buNone/>
            </a:pPr>
            <a:r>
              <a:rPr lang="en-US" sz="2600"/>
              <a:t>a= a+1</a:t>
            </a:r>
            <a:endParaRPr sz="2600"/>
          </a:p>
          <a:p>
            <a:pPr marL="0" lvl="0" indent="0" algn="l" rtl="0">
              <a:lnSpc>
                <a:spcPct val="100000"/>
              </a:lnSpc>
              <a:spcBef>
                <a:spcPts val="0"/>
              </a:spcBef>
              <a:spcAft>
                <a:spcPts val="0"/>
              </a:spcAft>
              <a:buNone/>
            </a:pPr>
            <a:r>
              <a:rPr lang="en-US" sz="2600"/>
              <a:t>if (a &lt; 10)</a:t>
            </a:r>
            <a:endParaRPr sz="2600"/>
          </a:p>
          <a:p>
            <a:pPr marL="0" lvl="0" indent="0" algn="l" rtl="0">
              <a:lnSpc>
                <a:spcPct val="100000"/>
              </a:lnSpc>
              <a:spcBef>
                <a:spcPts val="0"/>
              </a:spcBef>
              <a:spcAft>
                <a:spcPts val="0"/>
              </a:spcAft>
              <a:buNone/>
            </a:pPr>
            <a:r>
              <a:rPr lang="en-US" sz="2600"/>
              <a:t>a= a-1</a:t>
            </a:r>
            <a:endParaRPr sz="2600"/>
          </a:p>
          <a:p>
            <a:pPr marL="0" lvl="0" indent="0" algn="l" rtl="0">
              <a:lnSpc>
                <a:spcPct val="100000"/>
              </a:lnSpc>
              <a:spcBef>
                <a:spcPts val="0"/>
              </a:spcBef>
              <a:spcAft>
                <a:spcPts val="0"/>
              </a:spcAft>
              <a:buNone/>
            </a:pPr>
            <a:r>
              <a:rPr lang="en-US" sz="2600"/>
              <a:t>continue</a:t>
            </a:r>
            <a:endParaRPr sz="2600"/>
          </a:p>
          <a:p>
            <a:pPr marL="0" lvl="0" indent="0" algn="l" rtl="0">
              <a:lnSpc>
                <a:spcPct val="100000"/>
              </a:lnSpc>
              <a:spcBef>
                <a:spcPts val="0"/>
              </a:spcBef>
              <a:spcAft>
                <a:spcPts val="0"/>
              </a:spcAft>
              <a:buNone/>
            </a:pPr>
            <a:r>
              <a:rPr lang="en-US" sz="2600"/>
              <a:t>end if</a:t>
            </a:r>
            <a:endParaRPr sz="2600"/>
          </a:p>
          <a:p>
            <a:pPr marL="0" lvl="0" indent="0" algn="l" rtl="0">
              <a:lnSpc>
                <a:spcPct val="100000"/>
              </a:lnSpc>
              <a:spcBef>
                <a:spcPts val="0"/>
              </a:spcBef>
              <a:spcAft>
                <a:spcPts val="0"/>
              </a:spcAft>
              <a:buNone/>
            </a:pPr>
            <a:r>
              <a:rPr lang="en-US" sz="2600"/>
              <a:t>a= a+ 2</a:t>
            </a:r>
            <a:endParaRPr sz="2600"/>
          </a:p>
          <a:p>
            <a:pPr marL="0" lvl="0" indent="0" algn="l" rtl="0">
              <a:lnSpc>
                <a:spcPct val="100000"/>
              </a:lnSpc>
              <a:spcBef>
                <a:spcPts val="0"/>
              </a:spcBef>
              <a:spcAft>
                <a:spcPts val="0"/>
              </a:spcAft>
              <a:buNone/>
            </a:pPr>
            <a:r>
              <a:rPr lang="en-US" sz="2600"/>
              <a:t>end for</a:t>
            </a:r>
            <a:endParaRPr sz="2600"/>
          </a:p>
          <a:p>
            <a:pPr marL="0" lvl="0" indent="0" algn="l" rtl="0">
              <a:lnSpc>
                <a:spcPct val="100000"/>
              </a:lnSpc>
              <a:spcBef>
                <a:spcPts val="0"/>
              </a:spcBef>
              <a:spcAft>
                <a:spcPts val="0"/>
              </a:spcAft>
              <a:buNone/>
            </a:pPr>
            <a:r>
              <a:rPr lang="en-US" sz="2600"/>
              <a:t>print b + a</a:t>
            </a:r>
            <a:endParaRPr sz="2600"/>
          </a:p>
          <a:p>
            <a:pPr marL="0" lvl="0" indent="0" algn="l" rtl="0">
              <a:lnSpc>
                <a:spcPct val="100000"/>
              </a:lnSpc>
              <a:spcBef>
                <a:spcPts val="0"/>
              </a:spcBef>
              <a:spcAft>
                <a:spcPts val="0"/>
              </a:spcAft>
              <a:buNone/>
            </a:pPr>
            <a:r>
              <a:rPr lang="en-US" sz="2600"/>
              <a:t>[Note - continue :when a continue statement is encountered inside a loop, control jumps to the beginning of the loop for the next</a:t>
            </a:r>
            <a:endParaRPr sz="2600"/>
          </a:p>
          <a:p>
            <a:pPr marL="0" lvl="0" indent="0" algn="l" rtl="0">
              <a:lnSpc>
                <a:spcPct val="100000"/>
              </a:lnSpc>
              <a:spcBef>
                <a:spcPts val="0"/>
              </a:spcBef>
              <a:spcAft>
                <a:spcPts val="0"/>
              </a:spcAft>
              <a:buNone/>
            </a:pPr>
            <a:r>
              <a:rPr lang="en-US" sz="2600"/>
              <a:t>iteration ,skipping the execution </a:t>
            </a:r>
            <a:endParaRPr sz="2600"/>
          </a:p>
          <a:p>
            <a:pPr marL="0" lvl="0" indent="0" algn="l" rtl="0">
              <a:lnSpc>
                <a:spcPct val="100000"/>
              </a:lnSpc>
              <a:spcBef>
                <a:spcPts val="0"/>
              </a:spcBef>
              <a:spcAft>
                <a:spcPts val="0"/>
              </a:spcAft>
              <a:buNone/>
            </a:pPr>
            <a:r>
              <a:rPr lang="en-US" sz="2600"/>
              <a:t>of statements inside the body of the loop for the current iteration]</a:t>
            </a:r>
            <a:endParaRPr sz="2600"/>
          </a:p>
        </p:txBody>
      </p:sp>
      <p:sp>
        <p:nvSpPr>
          <p:cNvPr id="1091" name="Google Shape;1091;g13a937d13f5_0_480"/>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9</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8</a:t>
            </a:r>
            <a:endParaRPr sz="2600">
              <a:solidFill>
                <a:schemeClr val="dk1"/>
              </a:solidFill>
              <a:latin typeface="Calibri"/>
              <a:ea typeface="Calibri"/>
              <a:cs typeface="Calibri"/>
              <a:sym typeface="Calibri"/>
            </a:endParaRPr>
          </a:p>
        </p:txBody>
      </p:sp>
      <p:pic>
        <p:nvPicPr>
          <p:cNvPr id="1092" name="Google Shape;1092;g13a937d13f5_0_480"/>
          <p:cNvPicPr preferRelativeResize="0"/>
          <p:nvPr/>
        </p:nvPicPr>
        <p:blipFill rotWithShape="1">
          <a:blip r:embed="rId3">
            <a:alphaModFix/>
          </a:blip>
          <a:srcRect/>
          <a:stretch/>
        </p:blipFill>
        <p:spPr>
          <a:xfrm>
            <a:off x="5543102" y="15681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92"/>
                                        </p:tgtEl>
                                        <p:attrNameLst>
                                          <p:attrName>style.visibility</p:attrName>
                                        </p:attrNameLst>
                                      </p:cBhvr>
                                      <p:to>
                                        <p:strVal val="visible"/>
                                      </p:to>
                                    </p:set>
                                    <p:animEffect transition="in" filter="fade">
                                      <p:cBhvr>
                                        <p:cTn id="7" dur="1000"/>
                                        <p:tgtEl>
                                          <p:spTgt spid="1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g13a937d13f5_0_487"/>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r>
              <a:rPr lang="en-US" sz="2600"/>
              <a:t>integer a, b, c</a:t>
            </a:r>
            <a:endParaRPr sz="2600"/>
          </a:p>
          <a:p>
            <a:pPr marL="0" lvl="0" indent="0" algn="l" rtl="0">
              <a:spcBef>
                <a:spcPts val="1000"/>
              </a:spcBef>
              <a:spcAft>
                <a:spcPts val="0"/>
              </a:spcAft>
              <a:buNone/>
            </a:pPr>
            <a:r>
              <a:rPr lang="en-US" sz="2600"/>
              <a:t>set a=3, b=2</a:t>
            </a:r>
            <a:endParaRPr sz="2600"/>
          </a:p>
          <a:p>
            <a:pPr marL="0" lvl="0" indent="0" algn="l" rtl="0">
              <a:spcBef>
                <a:spcPts val="1000"/>
              </a:spcBef>
              <a:spcAft>
                <a:spcPts val="0"/>
              </a:spcAft>
              <a:buNone/>
            </a:pPr>
            <a:r>
              <a:rPr lang="en-US" sz="2600"/>
              <a:t>if (b-1)</a:t>
            </a:r>
            <a:endParaRPr sz="2600"/>
          </a:p>
          <a:p>
            <a:pPr marL="0" lvl="0" indent="0" algn="l" rtl="0">
              <a:spcBef>
                <a:spcPts val="1000"/>
              </a:spcBef>
              <a:spcAft>
                <a:spcPts val="0"/>
              </a:spcAft>
              <a:buNone/>
            </a:pPr>
            <a:r>
              <a:rPr lang="en-US" sz="2600"/>
              <a:t>for (each c from 1 to 3)</a:t>
            </a:r>
            <a:endParaRPr sz="2600"/>
          </a:p>
          <a:p>
            <a:pPr marL="0" lvl="0" indent="0" algn="l" rtl="0">
              <a:spcBef>
                <a:spcPts val="1000"/>
              </a:spcBef>
              <a:spcAft>
                <a:spcPts val="0"/>
              </a:spcAft>
              <a:buNone/>
            </a:pPr>
            <a:r>
              <a:rPr lang="en-US" sz="2600"/>
              <a:t>a= a-1</a:t>
            </a:r>
            <a:endParaRPr sz="2600"/>
          </a:p>
          <a:p>
            <a:pPr marL="0" lvl="0" indent="0" algn="l" rtl="0">
              <a:spcBef>
                <a:spcPts val="1000"/>
              </a:spcBef>
              <a:spcAft>
                <a:spcPts val="0"/>
              </a:spcAft>
              <a:buNone/>
            </a:pPr>
            <a:r>
              <a:rPr lang="en-US" sz="2600"/>
              <a:t>end for</a:t>
            </a:r>
            <a:endParaRPr sz="2600"/>
          </a:p>
          <a:p>
            <a:pPr marL="0" lvl="0" indent="0" algn="l" rtl="0">
              <a:spcBef>
                <a:spcPts val="1000"/>
              </a:spcBef>
              <a:spcAft>
                <a:spcPts val="0"/>
              </a:spcAft>
              <a:buNone/>
            </a:pPr>
            <a:r>
              <a:rPr lang="en-US" sz="2600"/>
              <a:t>for(each c from 1 to 3)</a:t>
            </a:r>
            <a:endParaRPr sz="2600"/>
          </a:p>
          <a:p>
            <a:pPr marL="0" lvl="0" indent="0" algn="l" rtl="0">
              <a:spcBef>
                <a:spcPts val="1000"/>
              </a:spcBef>
              <a:spcAft>
                <a:spcPts val="0"/>
              </a:spcAft>
              <a:buNone/>
            </a:pPr>
            <a:r>
              <a:rPr lang="en-US" sz="2600"/>
              <a:t>a= a + b</a:t>
            </a:r>
            <a:endParaRPr sz="2600"/>
          </a:p>
          <a:p>
            <a:pPr marL="0" lvl="0" indent="0" algn="l" rtl="0">
              <a:spcBef>
                <a:spcPts val="1000"/>
              </a:spcBef>
              <a:spcAft>
                <a:spcPts val="0"/>
              </a:spcAft>
              <a:buNone/>
            </a:pPr>
            <a:r>
              <a:rPr lang="en-US" sz="2600"/>
              <a:t>end for</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print a+ b</a:t>
            </a:r>
            <a:endParaRPr sz="2600"/>
          </a:p>
          <a:p>
            <a:pPr marL="0" lvl="0" indent="0" algn="l" rtl="0">
              <a:spcBef>
                <a:spcPts val="1000"/>
              </a:spcBef>
              <a:spcAft>
                <a:spcPts val="0"/>
              </a:spcAft>
              <a:buNone/>
            </a:pPr>
            <a:r>
              <a:rPr lang="en-US" sz="2600"/>
              <a:t>[ Note: If (X) gets executed if the value inside if( ), ie, x is not zero]</a:t>
            </a:r>
            <a:endParaRPr sz="2600"/>
          </a:p>
        </p:txBody>
      </p:sp>
      <p:sp>
        <p:nvSpPr>
          <p:cNvPr id="1099" name="Google Shape;1099;g13a937d13f5_0_487"/>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8</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a:t>
            </a:r>
            <a:endParaRPr sz="2600">
              <a:solidFill>
                <a:schemeClr val="dk1"/>
              </a:solidFill>
              <a:latin typeface="Calibri"/>
              <a:ea typeface="Calibri"/>
              <a:cs typeface="Calibri"/>
              <a:sym typeface="Calibri"/>
            </a:endParaRPr>
          </a:p>
        </p:txBody>
      </p:sp>
      <p:pic>
        <p:nvPicPr>
          <p:cNvPr id="1100" name="Google Shape;1100;g13a937d13f5_0_487"/>
          <p:cNvPicPr preferRelativeResize="0"/>
          <p:nvPr/>
        </p:nvPicPr>
        <p:blipFill rotWithShape="1">
          <a:blip r:embed="rId3">
            <a:alphaModFix/>
          </a:blip>
          <a:srcRect/>
          <a:stretch/>
        </p:blipFill>
        <p:spPr>
          <a:xfrm>
            <a:off x="5599502" y="15558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00"/>
                                        </p:tgtEl>
                                        <p:attrNameLst>
                                          <p:attrName>style.visibility</p:attrName>
                                        </p:attrNameLst>
                                      </p:cBhvr>
                                      <p:to>
                                        <p:strVal val="visible"/>
                                      </p:to>
                                    </p:set>
                                    <p:animEffect transition="in" filter="fade">
                                      <p:cBhvr>
                                        <p:cTn id="7" dur="1000"/>
                                        <p:tgtEl>
                                          <p:spTgt spid="1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6" name="Google Shape;1106;g13a937d13f5_0_494"/>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2600"/>
              <a:t>What will be the output of the following pseudocode?</a:t>
            </a:r>
            <a:endParaRPr sz="2600"/>
          </a:p>
          <a:p>
            <a:pPr marL="0" lvl="0" indent="0" algn="l" rtl="0">
              <a:spcBef>
                <a:spcPts val="0"/>
              </a:spcBef>
              <a:spcAft>
                <a:spcPts val="0"/>
              </a:spcAft>
              <a:buNone/>
            </a:pPr>
            <a:r>
              <a:rPr lang="en-US" sz="2600"/>
              <a:t>integer a1, a2, p</a:t>
            </a:r>
            <a:endParaRPr sz="2600"/>
          </a:p>
          <a:p>
            <a:pPr marL="0" lvl="0" indent="0" algn="l" rtl="0">
              <a:spcBef>
                <a:spcPts val="0"/>
              </a:spcBef>
              <a:spcAft>
                <a:spcPts val="0"/>
              </a:spcAft>
              <a:buNone/>
            </a:pPr>
            <a:r>
              <a:rPr lang="en-US" sz="2600"/>
              <a:t>set a1= 16, a2= 234</a:t>
            </a:r>
            <a:endParaRPr sz="2600"/>
          </a:p>
          <a:p>
            <a:pPr marL="0" lvl="0" indent="0" algn="l" rtl="0">
              <a:spcBef>
                <a:spcPts val="0"/>
              </a:spcBef>
              <a:spcAft>
                <a:spcPts val="0"/>
              </a:spcAft>
              <a:buNone/>
            </a:pPr>
            <a:r>
              <a:rPr lang="en-US" sz="2600"/>
              <a:t>p= (a1 + a2) AND (a1) OR (a2)</a:t>
            </a:r>
            <a:endParaRPr sz="2600"/>
          </a:p>
          <a:p>
            <a:pPr marL="0" lvl="0" indent="0" algn="l" rtl="0">
              <a:spcBef>
                <a:spcPts val="0"/>
              </a:spcBef>
              <a:spcAft>
                <a:spcPts val="0"/>
              </a:spcAft>
              <a:buNone/>
            </a:pPr>
            <a:r>
              <a:rPr lang="en-US" sz="2600"/>
              <a:t>if ( p not equqls 0)</a:t>
            </a:r>
            <a:endParaRPr sz="2600"/>
          </a:p>
          <a:p>
            <a:pPr marL="0" lvl="0" indent="0" algn="l" rtl="0">
              <a:spcBef>
                <a:spcPts val="0"/>
              </a:spcBef>
              <a:spcAft>
                <a:spcPts val="0"/>
              </a:spcAft>
              <a:buNone/>
            </a:pPr>
            <a:r>
              <a:rPr lang="en-US" sz="2600"/>
              <a:t>print p + p</a:t>
            </a:r>
            <a:endParaRPr sz="2600"/>
          </a:p>
          <a:p>
            <a:pPr marL="0" lvl="0" indent="0" algn="l" rtl="0">
              <a:spcBef>
                <a:spcPts val="0"/>
              </a:spcBef>
              <a:spcAft>
                <a:spcPts val="0"/>
              </a:spcAft>
              <a:buNone/>
            </a:pPr>
            <a:r>
              <a:rPr lang="en-US" sz="2600"/>
              <a:t>else</a:t>
            </a:r>
            <a:endParaRPr sz="2600"/>
          </a:p>
          <a:p>
            <a:pPr marL="0" lvl="0" indent="0" algn="l" rtl="0">
              <a:spcBef>
                <a:spcPts val="0"/>
              </a:spcBef>
              <a:spcAft>
                <a:spcPts val="0"/>
              </a:spcAft>
              <a:buNone/>
            </a:pPr>
            <a:r>
              <a:rPr lang="en-US" sz="2600"/>
              <a:t>print p</a:t>
            </a:r>
            <a:endParaRPr sz="2600"/>
          </a:p>
          <a:p>
            <a:pPr marL="0" lvl="0" indent="0" algn="l" rtl="0">
              <a:spcBef>
                <a:spcPts val="0"/>
              </a:spcBef>
              <a:spcAft>
                <a:spcPts val="0"/>
              </a:spcAft>
              <a:buNone/>
            </a:pPr>
            <a:r>
              <a:rPr lang="en-US" sz="2600"/>
              <a:t>end if</a:t>
            </a:r>
            <a:endParaRPr sz="2600"/>
          </a:p>
          <a:p>
            <a:pPr marL="0" lvl="0" indent="0" algn="l" rtl="0">
              <a:spcBef>
                <a:spcPts val="0"/>
              </a:spcBef>
              <a:spcAft>
                <a:spcPts val="0"/>
              </a:spcAft>
              <a:buNone/>
            </a:pPr>
            <a:endParaRPr sz="2600"/>
          </a:p>
          <a:p>
            <a:pPr marL="0" lvl="0" indent="0" algn="l" rtl="0">
              <a:spcBef>
                <a:spcPts val="0"/>
              </a:spcBef>
              <a:spcAft>
                <a:spcPts val="0"/>
              </a:spcAft>
              <a:buNone/>
            </a:pPr>
            <a:r>
              <a:rPr lang="en-US" sz="2600"/>
              <a:t>[Note-:&amp;&amp; : Logical AND - The logical AND operator (&amp;&amp; ) returns the boolean value True (or 1) if either or both operands is True and returns False( or 0)]</a:t>
            </a:r>
            <a:endParaRPr sz="2600"/>
          </a:p>
          <a:p>
            <a:pPr marL="0" lvl="0" indent="0" algn="l" rtl="0">
              <a:spcBef>
                <a:spcPts val="0"/>
              </a:spcBef>
              <a:spcAft>
                <a:spcPts val="0"/>
              </a:spcAft>
              <a:buNone/>
            </a:pPr>
            <a:endParaRPr sz="2600"/>
          </a:p>
          <a:p>
            <a:pPr marL="0" lvl="0" indent="0" algn="l" rtl="0">
              <a:spcBef>
                <a:spcPts val="0"/>
              </a:spcBef>
              <a:spcAft>
                <a:spcPts val="0"/>
              </a:spcAft>
              <a:buNone/>
            </a:pPr>
            <a:r>
              <a:rPr lang="en-US" sz="2600"/>
              <a:t>| | : Logical OR - The logical OR operator (| | ) returns the boolean value True (or 1) if either or both operands is True and returns</a:t>
            </a:r>
            <a:endParaRPr sz="2600"/>
          </a:p>
          <a:p>
            <a:pPr marL="0" lvl="0" indent="0" algn="l" rtl="0">
              <a:spcBef>
                <a:spcPts val="0"/>
              </a:spcBef>
              <a:spcAft>
                <a:spcPts val="0"/>
              </a:spcAft>
              <a:buNone/>
            </a:pPr>
            <a:r>
              <a:rPr lang="en-US" sz="2600"/>
              <a:t>False( or 0), Otherwise ]</a:t>
            </a:r>
            <a:endParaRPr sz="2600"/>
          </a:p>
        </p:txBody>
      </p:sp>
      <p:sp>
        <p:nvSpPr>
          <p:cNvPr id="1107" name="Google Shape;1107;g13a937d13f5_0_494"/>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3</a:t>
            </a:r>
            <a:endParaRPr sz="2600">
              <a:solidFill>
                <a:schemeClr val="dk1"/>
              </a:solidFill>
              <a:latin typeface="Calibri"/>
              <a:ea typeface="Calibri"/>
              <a:cs typeface="Calibri"/>
              <a:sym typeface="Calibri"/>
            </a:endParaRPr>
          </a:p>
        </p:txBody>
      </p:sp>
      <p:pic>
        <p:nvPicPr>
          <p:cNvPr id="1108" name="Google Shape;1108;g13a937d13f5_0_494"/>
          <p:cNvPicPr preferRelativeResize="0"/>
          <p:nvPr/>
        </p:nvPicPr>
        <p:blipFill rotWithShape="1">
          <a:blip r:embed="rId3">
            <a:alphaModFix/>
          </a:blip>
          <a:srcRect/>
          <a:stretch/>
        </p:blipFill>
        <p:spPr>
          <a:xfrm>
            <a:off x="5472527" y="11885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08"/>
                                        </p:tgtEl>
                                        <p:attrNameLst>
                                          <p:attrName>style.visibility</p:attrName>
                                        </p:attrNameLst>
                                      </p:cBhvr>
                                      <p:to>
                                        <p:strVal val="visible"/>
                                      </p:to>
                                    </p:set>
                                    <p:animEffect transition="in" filter="fade">
                                      <p:cBhvr>
                                        <p:cTn id="7" dur="1000"/>
                                        <p:tgtEl>
                                          <p:spTgt spid="1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sp>
        <p:nvSpPr>
          <p:cNvPr id="1114" name="Google Shape;1114;g13a937d13f5_0_501"/>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r>
              <a:rPr lang="en-US" sz="2600"/>
              <a:t>integer a, b, j</a:t>
            </a:r>
            <a:endParaRPr sz="2600"/>
          </a:p>
          <a:p>
            <a:pPr marL="0" lvl="0" indent="0" algn="l" rtl="0">
              <a:spcBef>
                <a:spcPts val="1000"/>
              </a:spcBef>
              <a:spcAft>
                <a:spcPts val="0"/>
              </a:spcAft>
              <a:buNone/>
            </a:pPr>
            <a:r>
              <a:rPr lang="en-US" sz="2600"/>
              <a:t>set a=10, b= 18</a:t>
            </a:r>
            <a:endParaRPr sz="2600"/>
          </a:p>
          <a:p>
            <a:pPr marL="0" lvl="0" indent="0" algn="l" rtl="0">
              <a:spcBef>
                <a:spcPts val="1000"/>
              </a:spcBef>
              <a:spcAft>
                <a:spcPts val="0"/>
              </a:spcAft>
              <a:buNone/>
            </a:pPr>
            <a:r>
              <a:rPr lang="en-US" sz="2600"/>
              <a:t>for (i=6 to a-1) increase i by</a:t>
            </a:r>
            <a:endParaRPr sz="2600"/>
          </a:p>
          <a:p>
            <a:pPr marL="0" lvl="0" indent="0" algn="l" rtl="0">
              <a:spcBef>
                <a:spcPts val="1000"/>
              </a:spcBef>
              <a:spcAft>
                <a:spcPts val="0"/>
              </a:spcAft>
              <a:buNone/>
            </a:pPr>
            <a:r>
              <a:rPr lang="en-US" sz="2600"/>
              <a:t>b= ((b*2)/ 2) + 3</a:t>
            </a:r>
            <a:endParaRPr sz="2600"/>
          </a:p>
          <a:p>
            <a:pPr marL="0" lvl="0" indent="0" algn="l" rtl="0">
              <a:spcBef>
                <a:spcPts val="1000"/>
              </a:spcBef>
              <a:spcAft>
                <a:spcPts val="0"/>
              </a:spcAft>
              <a:buNone/>
            </a:pPr>
            <a:r>
              <a:rPr lang="en-US" sz="2600"/>
              <a:t>print b</a:t>
            </a:r>
            <a:endParaRPr sz="2600"/>
          </a:p>
          <a:p>
            <a:pPr marL="0" lvl="0" indent="0" algn="l" rtl="0">
              <a:spcBef>
                <a:spcPts val="1000"/>
              </a:spcBef>
              <a:spcAft>
                <a:spcPts val="0"/>
              </a:spcAft>
              <a:buNone/>
            </a:pPr>
            <a:r>
              <a:rPr lang="en-US" sz="2600"/>
              <a:t>end for</a:t>
            </a:r>
            <a:endParaRPr sz="2600"/>
          </a:p>
        </p:txBody>
      </p:sp>
      <p:sp>
        <p:nvSpPr>
          <p:cNvPr id="1115" name="Google Shape;1115;g13a937d13f5_0_501"/>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21 24 27</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21 24 27 30 33</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18 21 24 27</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21 24 27 30</a:t>
            </a:r>
            <a:endParaRPr sz="2600">
              <a:solidFill>
                <a:schemeClr val="dk1"/>
              </a:solidFill>
              <a:latin typeface="Calibri"/>
              <a:ea typeface="Calibri"/>
              <a:cs typeface="Calibri"/>
              <a:sym typeface="Calibri"/>
            </a:endParaRPr>
          </a:p>
        </p:txBody>
      </p:sp>
      <p:pic>
        <p:nvPicPr>
          <p:cNvPr id="1116" name="Google Shape;1116;g13a937d13f5_0_501"/>
          <p:cNvPicPr preferRelativeResize="0"/>
          <p:nvPr/>
        </p:nvPicPr>
        <p:blipFill rotWithShape="1">
          <a:blip r:embed="rId3">
            <a:alphaModFix/>
          </a:blip>
          <a:srcRect/>
          <a:stretch/>
        </p:blipFill>
        <p:spPr>
          <a:xfrm>
            <a:off x="7252777" y="15191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16"/>
                                        </p:tgtEl>
                                        <p:attrNameLst>
                                          <p:attrName>style.visibility</p:attrName>
                                        </p:attrNameLst>
                                      </p:cBhvr>
                                      <p:to>
                                        <p:strVal val="visible"/>
                                      </p:to>
                                    </p:set>
                                    <p:animEffect transition="in" filter="fade">
                                      <p:cBhvr>
                                        <p:cTn id="7" dur="1000"/>
                                        <p:tgtEl>
                                          <p:spTgt spid="1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1121"/>
        <p:cNvGrpSpPr/>
        <p:nvPr/>
      </p:nvGrpSpPr>
      <p:grpSpPr>
        <a:xfrm>
          <a:off x="0" y="0"/>
          <a:ext cx="0" cy="0"/>
          <a:chOff x="0" y="0"/>
          <a:chExt cx="0" cy="0"/>
        </a:xfrm>
      </p:grpSpPr>
      <p:sp>
        <p:nvSpPr>
          <p:cNvPr id="1122" name="Google Shape;1122;g13a937d13f5_0_527"/>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2600"/>
              <a:t>What will be the output of the following pseudocode?</a:t>
            </a:r>
            <a:endParaRPr sz="2600"/>
          </a:p>
          <a:p>
            <a:pPr marL="0" lvl="0" indent="0" algn="l" rtl="0">
              <a:spcBef>
                <a:spcPts val="0"/>
              </a:spcBef>
              <a:spcAft>
                <a:spcPts val="0"/>
              </a:spcAft>
              <a:buNone/>
            </a:pPr>
            <a:r>
              <a:rPr lang="en-US" sz="2600"/>
              <a:t>integer a, b, c</a:t>
            </a:r>
            <a:endParaRPr sz="2600"/>
          </a:p>
          <a:p>
            <a:pPr marL="0" lvl="0" indent="0" algn="l" rtl="0">
              <a:spcBef>
                <a:spcPts val="0"/>
              </a:spcBef>
              <a:spcAft>
                <a:spcPts val="0"/>
              </a:spcAft>
              <a:buNone/>
            </a:pPr>
            <a:r>
              <a:rPr lang="en-US" sz="2600"/>
              <a:t>set a=13, b= 9, c= 6</a:t>
            </a:r>
            <a:endParaRPr sz="2600"/>
          </a:p>
          <a:p>
            <a:pPr marL="0" lvl="0" indent="0" algn="l" rtl="0">
              <a:spcBef>
                <a:spcPts val="0"/>
              </a:spcBef>
              <a:spcAft>
                <a:spcPts val="0"/>
              </a:spcAft>
              <a:buNone/>
            </a:pPr>
            <a:r>
              <a:rPr lang="en-US" sz="2600"/>
              <a:t>if (a&lt; b)</a:t>
            </a:r>
            <a:endParaRPr sz="2600"/>
          </a:p>
          <a:p>
            <a:pPr marL="0" lvl="0" indent="0" algn="l" rtl="0">
              <a:spcBef>
                <a:spcPts val="0"/>
              </a:spcBef>
              <a:spcAft>
                <a:spcPts val="0"/>
              </a:spcAft>
              <a:buNone/>
            </a:pPr>
            <a:r>
              <a:rPr lang="en-US" sz="2600"/>
              <a:t>if (a &lt; c)</a:t>
            </a:r>
            <a:endParaRPr sz="2600"/>
          </a:p>
          <a:p>
            <a:pPr marL="0" lvl="0" indent="0" algn="l" rtl="0">
              <a:spcBef>
                <a:spcPts val="0"/>
              </a:spcBef>
              <a:spcAft>
                <a:spcPts val="0"/>
              </a:spcAft>
              <a:buNone/>
            </a:pPr>
            <a:r>
              <a:rPr lang="en-US" sz="2600"/>
              <a:t>print a</a:t>
            </a:r>
            <a:endParaRPr sz="2600"/>
          </a:p>
          <a:p>
            <a:pPr marL="0" lvl="0" indent="0" algn="l" rtl="0">
              <a:spcBef>
                <a:spcPts val="0"/>
              </a:spcBef>
              <a:spcAft>
                <a:spcPts val="0"/>
              </a:spcAft>
              <a:buNone/>
            </a:pPr>
            <a:r>
              <a:rPr lang="en-US" sz="2600"/>
              <a:t>else</a:t>
            </a:r>
            <a:endParaRPr sz="2600"/>
          </a:p>
          <a:p>
            <a:pPr marL="0" lvl="0" indent="0" algn="l" rtl="0">
              <a:spcBef>
                <a:spcPts val="0"/>
              </a:spcBef>
              <a:spcAft>
                <a:spcPts val="0"/>
              </a:spcAft>
              <a:buNone/>
            </a:pPr>
            <a:r>
              <a:rPr lang="en-US" sz="2600"/>
              <a:t>print c</a:t>
            </a:r>
            <a:endParaRPr sz="2600"/>
          </a:p>
          <a:p>
            <a:pPr marL="0" lvl="0" indent="0" algn="l" rtl="0">
              <a:spcBef>
                <a:spcPts val="0"/>
              </a:spcBef>
              <a:spcAft>
                <a:spcPts val="0"/>
              </a:spcAft>
              <a:buNone/>
            </a:pPr>
            <a:r>
              <a:rPr lang="en-US" sz="2600"/>
              <a:t>end if</a:t>
            </a:r>
            <a:endParaRPr sz="2600"/>
          </a:p>
          <a:p>
            <a:pPr marL="0" lvl="0" indent="0" algn="l" rtl="0">
              <a:spcBef>
                <a:spcPts val="0"/>
              </a:spcBef>
              <a:spcAft>
                <a:spcPts val="0"/>
              </a:spcAft>
              <a:buNone/>
            </a:pPr>
            <a:r>
              <a:rPr lang="en-US" sz="2600"/>
              <a:t>else if (b &lt; c)</a:t>
            </a:r>
            <a:endParaRPr sz="2600"/>
          </a:p>
          <a:p>
            <a:pPr marL="0" lvl="0" indent="0" algn="l" rtl="0">
              <a:spcBef>
                <a:spcPts val="0"/>
              </a:spcBef>
              <a:spcAft>
                <a:spcPts val="0"/>
              </a:spcAft>
              <a:buNone/>
            </a:pPr>
            <a:r>
              <a:rPr lang="en-US" sz="2600"/>
              <a:t>print b</a:t>
            </a:r>
            <a:endParaRPr sz="2600"/>
          </a:p>
          <a:p>
            <a:pPr marL="0" lvl="0" indent="0" algn="l" rtl="0">
              <a:spcBef>
                <a:spcPts val="0"/>
              </a:spcBef>
              <a:spcAft>
                <a:spcPts val="0"/>
              </a:spcAft>
              <a:buNone/>
            </a:pPr>
            <a:r>
              <a:rPr lang="en-US" sz="2600"/>
              <a:t>else</a:t>
            </a:r>
            <a:endParaRPr sz="2600"/>
          </a:p>
          <a:p>
            <a:pPr marL="0" lvl="0" indent="0" algn="l" rtl="0">
              <a:spcBef>
                <a:spcPts val="0"/>
              </a:spcBef>
              <a:spcAft>
                <a:spcPts val="0"/>
              </a:spcAft>
              <a:buNone/>
            </a:pPr>
            <a:r>
              <a:rPr lang="en-US" sz="2600"/>
              <a:t>print c</a:t>
            </a:r>
            <a:endParaRPr sz="2600"/>
          </a:p>
          <a:p>
            <a:pPr marL="0" lvl="0" indent="0" algn="l" rtl="0">
              <a:spcBef>
                <a:spcPts val="0"/>
              </a:spcBef>
              <a:spcAft>
                <a:spcPts val="0"/>
              </a:spcAft>
              <a:buNone/>
            </a:pPr>
            <a:r>
              <a:rPr lang="en-US" sz="2600"/>
              <a:t>end if</a:t>
            </a:r>
            <a:endParaRPr sz="2600"/>
          </a:p>
        </p:txBody>
      </p:sp>
      <p:sp>
        <p:nvSpPr>
          <p:cNvPr id="1123" name="Google Shape;1123;g13a937d13f5_0_527"/>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6 9</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9</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13</a:t>
            </a:r>
            <a:endParaRPr sz="2600">
              <a:solidFill>
                <a:schemeClr val="dk1"/>
              </a:solidFill>
              <a:latin typeface="Calibri"/>
              <a:ea typeface="Calibri"/>
              <a:cs typeface="Calibri"/>
              <a:sym typeface="Calibri"/>
            </a:endParaRPr>
          </a:p>
        </p:txBody>
      </p:sp>
      <p:pic>
        <p:nvPicPr>
          <p:cNvPr id="1124" name="Google Shape;1124;g13a937d13f5_0_527"/>
          <p:cNvPicPr preferRelativeResize="0"/>
          <p:nvPr/>
        </p:nvPicPr>
        <p:blipFill rotWithShape="1">
          <a:blip r:embed="rId3">
            <a:alphaModFix/>
          </a:blip>
          <a:srcRect/>
          <a:stretch/>
        </p:blipFill>
        <p:spPr>
          <a:xfrm>
            <a:off x="5543102" y="20579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4"/>
                                        </p:tgtEl>
                                        <p:attrNameLst>
                                          <p:attrName>style.visibility</p:attrName>
                                        </p:attrNameLst>
                                      </p:cBhvr>
                                      <p:to>
                                        <p:strVal val="visible"/>
                                      </p:to>
                                    </p:set>
                                    <p:animEffect transition="in" filter="fade">
                                      <p:cBhvr>
                                        <p:cTn id="7" dur="1000"/>
                                        <p:tgtEl>
                                          <p:spTgt spid="1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1129"/>
        <p:cNvGrpSpPr/>
        <p:nvPr/>
      </p:nvGrpSpPr>
      <p:grpSpPr>
        <a:xfrm>
          <a:off x="0" y="0"/>
          <a:ext cx="0" cy="0"/>
          <a:chOff x="0" y="0"/>
          <a:chExt cx="0" cy="0"/>
        </a:xfrm>
      </p:grpSpPr>
      <p:sp>
        <p:nvSpPr>
          <p:cNvPr id="1130" name="Google Shape;1130;g13a937d13f5_0_534"/>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2600"/>
              <a:t>What will be the output of the following pseudocode?</a:t>
            </a:r>
            <a:endParaRPr sz="2600"/>
          </a:p>
          <a:p>
            <a:pPr marL="0" lvl="0" indent="0" algn="l" rtl="0">
              <a:spcBef>
                <a:spcPts val="0"/>
              </a:spcBef>
              <a:spcAft>
                <a:spcPts val="0"/>
              </a:spcAft>
              <a:buNone/>
            </a:pPr>
            <a:r>
              <a:rPr lang="en-US" sz="2600"/>
              <a:t>integer i, a, j</a:t>
            </a:r>
            <a:endParaRPr sz="2600"/>
          </a:p>
          <a:p>
            <a:pPr marL="0" lvl="0" indent="0" algn="l" rtl="0">
              <a:spcBef>
                <a:spcPts val="0"/>
              </a:spcBef>
              <a:spcAft>
                <a:spcPts val="0"/>
              </a:spcAft>
              <a:buNone/>
            </a:pPr>
            <a:r>
              <a:rPr lang="en-US" sz="2600"/>
              <a:t>set i=6, a=23</a:t>
            </a:r>
            <a:endParaRPr sz="2600"/>
          </a:p>
          <a:p>
            <a:pPr marL="0" lvl="0" indent="0" algn="l" rtl="0">
              <a:spcBef>
                <a:spcPts val="0"/>
              </a:spcBef>
              <a:spcAft>
                <a:spcPts val="0"/>
              </a:spcAft>
              <a:buNone/>
            </a:pPr>
            <a:r>
              <a:rPr lang="en-US" sz="2600"/>
              <a:t>j= i + a &amp;&amp; i / a &amp;&amp; a/ i + i</a:t>
            </a:r>
            <a:endParaRPr sz="2600"/>
          </a:p>
          <a:p>
            <a:pPr marL="0" lvl="0" indent="0" algn="l" rtl="0">
              <a:spcBef>
                <a:spcPts val="0"/>
              </a:spcBef>
              <a:spcAft>
                <a:spcPts val="0"/>
              </a:spcAft>
              <a:buNone/>
            </a:pPr>
            <a:r>
              <a:rPr lang="en-US" sz="2600"/>
              <a:t>if (j)</a:t>
            </a:r>
            <a:endParaRPr sz="2600"/>
          </a:p>
          <a:p>
            <a:pPr marL="0" lvl="0" indent="0" algn="l" rtl="0">
              <a:spcBef>
                <a:spcPts val="0"/>
              </a:spcBef>
              <a:spcAft>
                <a:spcPts val="0"/>
              </a:spcAft>
              <a:buNone/>
            </a:pPr>
            <a:r>
              <a:rPr lang="en-US" sz="2600"/>
              <a:t>print j</a:t>
            </a:r>
            <a:endParaRPr sz="2600"/>
          </a:p>
          <a:p>
            <a:pPr marL="0" lvl="0" indent="0" algn="l" rtl="0">
              <a:spcBef>
                <a:spcPts val="0"/>
              </a:spcBef>
              <a:spcAft>
                <a:spcPts val="0"/>
              </a:spcAft>
              <a:buNone/>
            </a:pPr>
            <a:r>
              <a:rPr lang="en-US" sz="2600"/>
              <a:t>else</a:t>
            </a:r>
            <a:endParaRPr sz="2600"/>
          </a:p>
          <a:p>
            <a:pPr marL="0" lvl="0" indent="0" algn="l" rtl="0">
              <a:spcBef>
                <a:spcPts val="0"/>
              </a:spcBef>
              <a:spcAft>
                <a:spcPts val="0"/>
              </a:spcAft>
              <a:buNone/>
            </a:pPr>
            <a:r>
              <a:rPr lang="en-US" sz="2600"/>
              <a:t>print j + j</a:t>
            </a:r>
            <a:endParaRPr sz="2600"/>
          </a:p>
          <a:p>
            <a:pPr marL="0" lvl="0" indent="0" algn="l" rtl="0">
              <a:spcBef>
                <a:spcPts val="0"/>
              </a:spcBef>
              <a:spcAft>
                <a:spcPts val="0"/>
              </a:spcAft>
              <a:buNone/>
            </a:pPr>
            <a:r>
              <a:rPr lang="en-US" sz="2600"/>
              <a:t>end if</a:t>
            </a:r>
            <a:endParaRPr sz="2600"/>
          </a:p>
          <a:p>
            <a:pPr marL="0" lvl="0" indent="0" algn="l" rtl="0">
              <a:spcBef>
                <a:spcPts val="0"/>
              </a:spcBef>
              <a:spcAft>
                <a:spcPts val="0"/>
              </a:spcAft>
              <a:buNone/>
            </a:pPr>
            <a:r>
              <a:rPr lang="en-US" sz="2600"/>
              <a:t>[&amp;&amp; : Logical AND - The logical AND operator (&amp;&amp; ) returns the boolean value True (or 1) if either or both operands is True and</a:t>
            </a:r>
            <a:endParaRPr sz="2600"/>
          </a:p>
          <a:p>
            <a:pPr marL="0" lvl="0" indent="0" algn="l" rtl="0">
              <a:spcBef>
                <a:spcPts val="0"/>
              </a:spcBef>
              <a:spcAft>
                <a:spcPts val="0"/>
              </a:spcAft>
              <a:buNone/>
            </a:pPr>
            <a:r>
              <a:rPr lang="en-US" sz="2600"/>
              <a:t>returns False( or 0)</a:t>
            </a:r>
            <a:endParaRPr sz="2600"/>
          </a:p>
          <a:p>
            <a:pPr marL="0" lvl="0" indent="0" algn="l" rtl="0">
              <a:spcBef>
                <a:spcPts val="0"/>
              </a:spcBef>
              <a:spcAft>
                <a:spcPts val="0"/>
              </a:spcAft>
              <a:buNone/>
            </a:pPr>
            <a:r>
              <a:rPr lang="en-US" sz="2600"/>
              <a:t>If (X) gets executed if the value inside if( ), ie, x is not zero]</a:t>
            </a:r>
            <a:endParaRPr sz="2600"/>
          </a:p>
        </p:txBody>
      </p:sp>
      <p:sp>
        <p:nvSpPr>
          <p:cNvPr id="1131" name="Google Shape;1131;g13a937d13f5_0_534"/>
          <p:cNvSpPr txBox="1"/>
          <p:nvPr/>
        </p:nvSpPr>
        <p:spPr>
          <a:xfrm>
            <a:off x="6582075" y="128012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a:t>
            </a:r>
            <a:endParaRPr sz="2600">
              <a:solidFill>
                <a:schemeClr val="dk1"/>
              </a:solidFill>
              <a:latin typeface="Calibri"/>
              <a:ea typeface="Calibri"/>
              <a:cs typeface="Calibri"/>
              <a:sym typeface="Calibri"/>
            </a:endParaRPr>
          </a:p>
        </p:txBody>
      </p:sp>
      <p:pic>
        <p:nvPicPr>
          <p:cNvPr id="1132" name="Google Shape;1132;g13a937d13f5_0_534"/>
          <p:cNvPicPr preferRelativeResize="0"/>
          <p:nvPr/>
        </p:nvPicPr>
        <p:blipFill rotWithShape="1">
          <a:blip r:embed="rId3">
            <a:alphaModFix/>
          </a:blip>
          <a:srcRect/>
          <a:stretch/>
        </p:blipFill>
        <p:spPr>
          <a:xfrm>
            <a:off x="7228277" y="11272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32"/>
                                        </p:tgtEl>
                                        <p:attrNameLst>
                                          <p:attrName>style.visibility</p:attrName>
                                        </p:attrNameLst>
                                      </p:cBhvr>
                                      <p:to>
                                        <p:strVal val="visible"/>
                                      </p:to>
                                    </p:set>
                                    <p:animEffect transition="in" filter="fade">
                                      <p:cBhvr>
                                        <p:cTn id="7" dur="1000"/>
                                        <p:tgtEl>
                                          <p:spTgt spid="1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g13a937d13f5_0_541"/>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2600"/>
              <a:t>What will be the output of the following pseudocode?</a:t>
            </a:r>
            <a:endParaRPr sz="2600"/>
          </a:p>
          <a:p>
            <a:pPr marL="0" lvl="0" indent="0" algn="l" rtl="0">
              <a:spcBef>
                <a:spcPts val="0"/>
              </a:spcBef>
              <a:spcAft>
                <a:spcPts val="0"/>
              </a:spcAft>
              <a:buNone/>
            </a:pPr>
            <a:r>
              <a:rPr lang="en-US" sz="2600"/>
              <a:t>integer a, b , a, d</a:t>
            </a:r>
            <a:endParaRPr sz="2600"/>
          </a:p>
          <a:p>
            <a:pPr marL="0" lvl="0" indent="0" algn="l" rtl="0">
              <a:spcBef>
                <a:spcPts val="0"/>
              </a:spcBef>
              <a:spcAft>
                <a:spcPts val="0"/>
              </a:spcAft>
              <a:buNone/>
            </a:pPr>
            <a:r>
              <a:rPr lang="en-US" sz="2600"/>
              <a:t>set a=3, b= 1, c=1</a:t>
            </a:r>
            <a:endParaRPr sz="2600"/>
          </a:p>
          <a:p>
            <a:pPr marL="0" lvl="0" indent="0" algn="l" rtl="0">
              <a:spcBef>
                <a:spcPts val="0"/>
              </a:spcBef>
              <a:spcAft>
                <a:spcPts val="0"/>
              </a:spcAft>
              <a:buNone/>
            </a:pPr>
            <a:r>
              <a:rPr lang="en-US" sz="2600"/>
              <a:t>for (each d from 1 to 3)</a:t>
            </a:r>
            <a:endParaRPr sz="2600"/>
          </a:p>
          <a:p>
            <a:pPr marL="0" lvl="0" indent="0" algn="l" rtl="0">
              <a:spcBef>
                <a:spcPts val="0"/>
              </a:spcBef>
              <a:spcAft>
                <a:spcPts val="0"/>
              </a:spcAft>
              <a:buNone/>
            </a:pPr>
            <a:r>
              <a:rPr lang="en-US" sz="2600"/>
              <a:t>a= a-1</a:t>
            </a:r>
            <a:endParaRPr sz="2600"/>
          </a:p>
          <a:p>
            <a:pPr marL="0" lvl="0" indent="0" algn="l" rtl="0">
              <a:spcBef>
                <a:spcPts val="0"/>
              </a:spcBef>
              <a:spcAft>
                <a:spcPts val="0"/>
              </a:spcAft>
              <a:buNone/>
            </a:pPr>
            <a:r>
              <a:rPr lang="en-US" sz="2600"/>
              <a:t>if(d&gt; 2)</a:t>
            </a:r>
            <a:endParaRPr sz="2600"/>
          </a:p>
          <a:p>
            <a:pPr marL="0" lvl="0" indent="0" algn="l" rtl="0">
              <a:spcBef>
                <a:spcPts val="0"/>
              </a:spcBef>
              <a:spcAft>
                <a:spcPts val="0"/>
              </a:spcAft>
              <a:buNone/>
            </a:pPr>
            <a:r>
              <a:rPr lang="en-US" sz="2600"/>
              <a:t>a= a- b</a:t>
            </a:r>
            <a:endParaRPr sz="2600"/>
          </a:p>
          <a:p>
            <a:pPr marL="0" lvl="0" indent="0" algn="l" rtl="0">
              <a:spcBef>
                <a:spcPts val="0"/>
              </a:spcBef>
              <a:spcAft>
                <a:spcPts val="0"/>
              </a:spcAft>
              <a:buNone/>
            </a:pPr>
            <a:r>
              <a:rPr lang="en-US" sz="2600"/>
              <a:t>b=a</a:t>
            </a:r>
            <a:endParaRPr sz="2600"/>
          </a:p>
          <a:p>
            <a:pPr marL="0" lvl="0" indent="0" algn="l" rtl="0">
              <a:spcBef>
                <a:spcPts val="0"/>
              </a:spcBef>
              <a:spcAft>
                <a:spcPts val="0"/>
              </a:spcAft>
              <a:buNone/>
            </a:pPr>
            <a:r>
              <a:rPr lang="en-US" sz="2600"/>
              <a:t>if (d &lt; 2)</a:t>
            </a:r>
            <a:endParaRPr sz="2600"/>
          </a:p>
          <a:p>
            <a:pPr marL="0" lvl="0" indent="0" algn="l" rtl="0">
              <a:spcBef>
                <a:spcPts val="0"/>
              </a:spcBef>
              <a:spcAft>
                <a:spcPts val="0"/>
              </a:spcAft>
              <a:buNone/>
            </a:pPr>
            <a:r>
              <a:rPr lang="en-US" sz="2600"/>
              <a:t>jump out of the loop</a:t>
            </a:r>
            <a:endParaRPr sz="2600"/>
          </a:p>
          <a:p>
            <a:pPr marL="0" lvl="0" indent="0" algn="l" rtl="0">
              <a:spcBef>
                <a:spcPts val="0"/>
              </a:spcBef>
              <a:spcAft>
                <a:spcPts val="0"/>
              </a:spcAft>
              <a:buNone/>
            </a:pPr>
            <a:r>
              <a:rPr lang="en-US" sz="2600"/>
              <a:t>end if</a:t>
            </a:r>
            <a:endParaRPr sz="2600"/>
          </a:p>
          <a:p>
            <a:pPr marL="0" lvl="0" indent="0" algn="l" rtl="0">
              <a:spcBef>
                <a:spcPts val="0"/>
              </a:spcBef>
              <a:spcAft>
                <a:spcPts val="0"/>
              </a:spcAft>
              <a:buNone/>
            </a:pPr>
            <a:r>
              <a:rPr lang="en-US" sz="2600"/>
              <a:t>a= a + 1</a:t>
            </a:r>
            <a:endParaRPr sz="2600"/>
          </a:p>
          <a:p>
            <a:pPr marL="0" lvl="0" indent="0" algn="l" rtl="0">
              <a:spcBef>
                <a:spcPts val="0"/>
              </a:spcBef>
              <a:spcAft>
                <a:spcPts val="0"/>
              </a:spcAft>
              <a:buNone/>
            </a:pPr>
            <a:r>
              <a:rPr lang="en-US" sz="2600"/>
              <a:t>end for</a:t>
            </a:r>
            <a:endParaRPr sz="2600"/>
          </a:p>
          <a:p>
            <a:pPr marL="0" lvl="0" indent="0" algn="l" rtl="0">
              <a:spcBef>
                <a:spcPts val="0"/>
              </a:spcBef>
              <a:spcAft>
                <a:spcPts val="0"/>
              </a:spcAft>
              <a:buNone/>
            </a:pPr>
            <a:r>
              <a:rPr lang="en-US" sz="2600"/>
              <a:t>print a + c</a:t>
            </a:r>
            <a:endParaRPr sz="2600"/>
          </a:p>
        </p:txBody>
      </p:sp>
      <p:sp>
        <p:nvSpPr>
          <p:cNvPr id="1139" name="Google Shape;1139;g13a937d13f5_0_541"/>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3</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a:t>
            </a:r>
            <a:endParaRPr sz="2600">
              <a:solidFill>
                <a:schemeClr val="dk1"/>
              </a:solidFill>
              <a:latin typeface="Calibri"/>
              <a:ea typeface="Calibri"/>
              <a:cs typeface="Calibri"/>
              <a:sym typeface="Calibri"/>
            </a:endParaRPr>
          </a:p>
        </p:txBody>
      </p:sp>
      <p:pic>
        <p:nvPicPr>
          <p:cNvPr id="1140" name="Google Shape;1140;g13a937d13f5_0_541"/>
          <p:cNvPicPr preferRelativeResize="0"/>
          <p:nvPr/>
        </p:nvPicPr>
        <p:blipFill rotWithShape="1">
          <a:blip r:embed="rId3">
            <a:alphaModFix/>
          </a:blip>
          <a:srcRect/>
          <a:stretch/>
        </p:blipFill>
        <p:spPr>
          <a:xfrm>
            <a:off x="5403577" y="11150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0"/>
                                        </p:tgtEl>
                                        <p:attrNameLst>
                                          <p:attrName>style.visibility</p:attrName>
                                        </p:attrNameLst>
                                      </p:cBhvr>
                                      <p:to>
                                        <p:strVal val="visible"/>
                                      </p:to>
                                    </p:set>
                                    <p:animEffect transition="in" filter="fade">
                                      <p:cBhvr>
                                        <p:cTn id="7" dur="1000"/>
                                        <p:tgtEl>
                                          <p:spTgt spid="1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1145"/>
        <p:cNvGrpSpPr/>
        <p:nvPr/>
      </p:nvGrpSpPr>
      <p:grpSpPr>
        <a:xfrm>
          <a:off x="0" y="0"/>
          <a:ext cx="0" cy="0"/>
          <a:chOff x="0" y="0"/>
          <a:chExt cx="0" cy="0"/>
        </a:xfrm>
      </p:grpSpPr>
      <p:sp>
        <p:nvSpPr>
          <p:cNvPr id="1146" name="Google Shape;1146;g13a937d13f5_0_548"/>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endParaRPr sz="2600"/>
          </a:p>
          <a:p>
            <a:pPr marL="0" lvl="0" indent="0" algn="l" rtl="0">
              <a:spcBef>
                <a:spcPts val="1000"/>
              </a:spcBef>
              <a:spcAft>
                <a:spcPts val="0"/>
              </a:spcAft>
              <a:buNone/>
            </a:pPr>
            <a:r>
              <a:rPr lang="en-US" sz="2600"/>
              <a:t>integer a, b</a:t>
            </a:r>
            <a:endParaRPr sz="2600"/>
          </a:p>
          <a:p>
            <a:pPr marL="0" lvl="0" indent="0" algn="l" rtl="0">
              <a:spcBef>
                <a:spcPts val="1000"/>
              </a:spcBef>
              <a:spcAft>
                <a:spcPts val="0"/>
              </a:spcAft>
              <a:buNone/>
            </a:pPr>
            <a:r>
              <a:rPr lang="en-US" sz="2600"/>
              <a:t>for (each a from 1 to 2)</a:t>
            </a:r>
            <a:endParaRPr sz="2600"/>
          </a:p>
          <a:p>
            <a:pPr marL="0" lvl="0" indent="0" algn="l" rtl="0">
              <a:spcBef>
                <a:spcPts val="1000"/>
              </a:spcBef>
              <a:spcAft>
                <a:spcPts val="0"/>
              </a:spcAft>
              <a:buNone/>
            </a:pPr>
            <a:r>
              <a:rPr lang="en-US" sz="2600"/>
              <a:t>b= 17</a:t>
            </a:r>
            <a:endParaRPr sz="2600"/>
          </a:p>
          <a:p>
            <a:pPr marL="0" lvl="0" indent="0" algn="l" rtl="0">
              <a:spcBef>
                <a:spcPts val="1000"/>
              </a:spcBef>
              <a:spcAft>
                <a:spcPts val="0"/>
              </a:spcAft>
              <a:buNone/>
            </a:pPr>
            <a:r>
              <a:rPr lang="en-US" sz="2600"/>
              <a:t>print b + a - a * a</a:t>
            </a:r>
            <a:endParaRPr sz="2600"/>
          </a:p>
          <a:p>
            <a:pPr marL="0" lvl="0" indent="0" algn="l" rtl="0">
              <a:spcBef>
                <a:spcPts val="1000"/>
              </a:spcBef>
              <a:spcAft>
                <a:spcPts val="0"/>
              </a:spcAft>
              <a:buNone/>
            </a:pPr>
            <a:r>
              <a:rPr lang="en-US" sz="2600"/>
              <a:t>end for</a:t>
            </a:r>
            <a:endParaRPr sz="2600"/>
          </a:p>
          <a:p>
            <a:pPr marL="0" lvl="0" indent="0" algn="l" rtl="0">
              <a:spcBef>
                <a:spcPts val="1000"/>
              </a:spcBef>
              <a:spcAft>
                <a:spcPts val="0"/>
              </a:spcAft>
              <a:buNone/>
            </a:pPr>
            <a:r>
              <a:rPr lang="en-US" sz="2600"/>
              <a:t>print a + 1</a:t>
            </a:r>
            <a:endParaRPr sz="2600"/>
          </a:p>
        </p:txBody>
      </p:sp>
      <p:sp>
        <p:nvSpPr>
          <p:cNvPr id="1147" name="Google Shape;1147;g13a937d13f5_0_548"/>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17 17 16</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17 15 4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1 2 3</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17 4 15</a:t>
            </a:r>
            <a:endParaRPr sz="2600">
              <a:solidFill>
                <a:schemeClr val="dk1"/>
              </a:solidFill>
              <a:latin typeface="Calibri"/>
              <a:ea typeface="Calibri"/>
              <a:cs typeface="Calibri"/>
              <a:sym typeface="Calibri"/>
            </a:endParaRPr>
          </a:p>
        </p:txBody>
      </p:sp>
      <p:pic>
        <p:nvPicPr>
          <p:cNvPr id="1148" name="Google Shape;1148;g13a937d13f5_0_548"/>
          <p:cNvPicPr preferRelativeResize="0"/>
          <p:nvPr/>
        </p:nvPicPr>
        <p:blipFill rotWithShape="1">
          <a:blip r:embed="rId3">
            <a:alphaModFix/>
          </a:blip>
          <a:srcRect/>
          <a:stretch/>
        </p:blipFill>
        <p:spPr>
          <a:xfrm>
            <a:off x="6273052" y="16416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fade">
                                      <p:cBhvr>
                                        <p:cTn id="7" dur="1000"/>
                                        <p:tgtEl>
                                          <p:spTgt spid="1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1153"/>
        <p:cNvGrpSpPr/>
        <p:nvPr/>
      </p:nvGrpSpPr>
      <p:grpSpPr>
        <a:xfrm>
          <a:off x="0" y="0"/>
          <a:ext cx="0" cy="0"/>
          <a:chOff x="0" y="0"/>
          <a:chExt cx="0" cy="0"/>
        </a:xfrm>
      </p:grpSpPr>
      <p:sp>
        <p:nvSpPr>
          <p:cNvPr id="1154" name="Google Shape;1154;g13a937d13f5_0_555"/>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2600"/>
              <a:t>What will be the output of the following pseudocode?</a:t>
            </a:r>
            <a:endParaRPr sz="2600"/>
          </a:p>
          <a:p>
            <a:pPr marL="0" lvl="0" indent="0" algn="l" rtl="0">
              <a:spcBef>
                <a:spcPts val="0"/>
              </a:spcBef>
              <a:spcAft>
                <a:spcPts val="0"/>
              </a:spcAft>
              <a:buNone/>
            </a:pPr>
            <a:r>
              <a:rPr lang="en-US" sz="2600"/>
              <a:t>integer k</a:t>
            </a:r>
            <a:endParaRPr sz="2600"/>
          </a:p>
          <a:p>
            <a:pPr marL="0" lvl="0" indent="0" algn="l" rtl="0">
              <a:spcBef>
                <a:spcPts val="0"/>
              </a:spcBef>
              <a:spcAft>
                <a:spcPts val="0"/>
              </a:spcAft>
              <a:buNone/>
            </a:pPr>
            <a:r>
              <a:rPr lang="en-US" sz="2600"/>
              <a:t>set k=6/7 + 3 - 3</a:t>
            </a:r>
            <a:endParaRPr sz="2600"/>
          </a:p>
          <a:p>
            <a:pPr marL="0" lvl="0" indent="0" algn="l" rtl="0">
              <a:spcBef>
                <a:spcPts val="0"/>
              </a:spcBef>
              <a:spcAft>
                <a:spcPts val="0"/>
              </a:spcAft>
              <a:buNone/>
            </a:pPr>
            <a:r>
              <a:rPr lang="en-US" sz="2600"/>
              <a:t>if ( k &lt; = 0)</a:t>
            </a:r>
            <a:endParaRPr sz="2600"/>
          </a:p>
          <a:p>
            <a:pPr marL="0" lvl="0" indent="0" algn="l" rtl="0">
              <a:spcBef>
                <a:spcPts val="0"/>
              </a:spcBef>
              <a:spcAft>
                <a:spcPts val="0"/>
              </a:spcAft>
              <a:buNone/>
            </a:pPr>
            <a:r>
              <a:rPr lang="en-US" sz="2600"/>
              <a:t>if ( k equals 0)</a:t>
            </a:r>
            <a:endParaRPr sz="2600"/>
          </a:p>
          <a:p>
            <a:pPr marL="0" lvl="0" indent="0" algn="l" rtl="0">
              <a:spcBef>
                <a:spcPts val="0"/>
              </a:spcBef>
              <a:spcAft>
                <a:spcPts val="0"/>
              </a:spcAft>
              <a:buNone/>
            </a:pPr>
            <a:r>
              <a:rPr lang="en-US" sz="2600"/>
              <a:t>print "test1"</a:t>
            </a:r>
            <a:endParaRPr sz="2600"/>
          </a:p>
          <a:p>
            <a:pPr marL="0" lvl="0" indent="0" algn="l" rtl="0">
              <a:spcBef>
                <a:spcPts val="0"/>
              </a:spcBef>
              <a:spcAft>
                <a:spcPts val="0"/>
              </a:spcAft>
              <a:buNone/>
            </a:pPr>
            <a:r>
              <a:rPr lang="en-US" sz="2600"/>
              <a:t>else</a:t>
            </a:r>
            <a:endParaRPr sz="2600"/>
          </a:p>
          <a:p>
            <a:pPr marL="0" lvl="0" indent="0" algn="l" rtl="0">
              <a:spcBef>
                <a:spcPts val="0"/>
              </a:spcBef>
              <a:spcAft>
                <a:spcPts val="0"/>
              </a:spcAft>
              <a:buNone/>
            </a:pPr>
            <a:r>
              <a:rPr lang="en-US" sz="2600"/>
              <a:t>print " test2"</a:t>
            </a:r>
            <a:endParaRPr sz="2600"/>
          </a:p>
          <a:p>
            <a:pPr marL="0" lvl="0" indent="0" algn="l" rtl="0">
              <a:spcBef>
                <a:spcPts val="0"/>
              </a:spcBef>
              <a:spcAft>
                <a:spcPts val="0"/>
              </a:spcAft>
              <a:buNone/>
            </a:pPr>
            <a:r>
              <a:rPr lang="en-US" sz="2600"/>
              <a:t>end if</a:t>
            </a:r>
            <a:endParaRPr sz="2600"/>
          </a:p>
          <a:p>
            <a:pPr marL="0" lvl="0" indent="0" algn="l" rtl="0">
              <a:spcBef>
                <a:spcPts val="0"/>
              </a:spcBef>
              <a:spcAft>
                <a:spcPts val="0"/>
              </a:spcAft>
              <a:buNone/>
            </a:pPr>
            <a:r>
              <a:rPr lang="en-US" sz="2600"/>
              <a:t>else</a:t>
            </a:r>
            <a:endParaRPr sz="2600"/>
          </a:p>
          <a:p>
            <a:pPr marL="0" lvl="0" indent="0" algn="l" rtl="0">
              <a:spcBef>
                <a:spcPts val="0"/>
              </a:spcBef>
              <a:spcAft>
                <a:spcPts val="0"/>
              </a:spcAft>
              <a:buNone/>
            </a:pPr>
            <a:r>
              <a:rPr lang="en-US" sz="2600"/>
              <a:t>print "test3"</a:t>
            </a:r>
            <a:endParaRPr sz="2600"/>
          </a:p>
          <a:p>
            <a:pPr marL="0" lvl="0" indent="0" algn="l" rtl="0">
              <a:spcBef>
                <a:spcPts val="0"/>
              </a:spcBef>
              <a:spcAft>
                <a:spcPts val="0"/>
              </a:spcAft>
              <a:buNone/>
            </a:pPr>
            <a:r>
              <a:rPr lang="en-US" sz="2600"/>
              <a:t>end if</a:t>
            </a:r>
            <a:endParaRPr sz="2600"/>
          </a:p>
          <a:p>
            <a:pPr marL="0" lvl="0" indent="0" algn="l" rtl="0">
              <a:spcBef>
                <a:spcPts val="0"/>
              </a:spcBef>
              <a:spcAft>
                <a:spcPts val="0"/>
              </a:spcAft>
              <a:buNone/>
            </a:pPr>
            <a:r>
              <a:rPr lang="en-US" sz="2600"/>
              <a:t>print " test completed"</a:t>
            </a:r>
            <a:endParaRPr sz="2600"/>
          </a:p>
        </p:txBody>
      </p:sp>
      <p:sp>
        <p:nvSpPr>
          <p:cNvPr id="1155" name="Google Shape;1155;g13a937d13f5_0_555"/>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test3 test completed</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test2 test completed</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test completed</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test1 test completed</a:t>
            </a:r>
            <a:endParaRPr sz="2600">
              <a:solidFill>
                <a:schemeClr val="dk1"/>
              </a:solidFill>
              <a:latin typeface="Calibri"/>
              <a:ea typeface="Calibri"/>
              <a:cs typeface="Calibri"/>
              <a:sym typeface="Calibri"/>
            </a:endParaRPr>
          </a:p>
        </p:txBody>
      </p:sp>
      <p:pic>
        <p:nvPicPr>
          <p:cNvPr id="1156" name="Google Shape;1156;g13a937d13f5_0_555"/>
          <p:cNvPicPr preferRelativeResize="0"/>
          <p:nvPr/>
        </p:nvPicPr>
        <p:blipFill rotWithShape="1">
          <a:blip r:embed="rId3">
            <a:alphaModFix/>
          </a:blip>
          <a:srcRect/>
          <a:stretch/>
        </p:blipFill>
        <p:spPr>
          <a:xfrm>
            <a:off x="7975327" y="25356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56"/>
                                        </p:tgtEl>
                                        <p:attrNameLst>
                                          <p:attrName>style.visibility</p:attrName>
                                        </p:attrNameLst>
                                      </p:cBhvr>
                                      <p:to>
                                        <p:strVal val="visible"/>
                                      </p:to>
                                    </p:set>
                                    <p:animEffect transition="in" filter="fade">
                                      <p:cBhvr>
                                        <p:cTn id="7" dur="1000"/>
                                        <p:tgtEl>
                                          <p:spTgt spid="1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1161"/>
        <p:cNvGrpSpPr/>
        <p:nvPr/>
      </p:nvGrpSpPr>
      <p:grpSpPr>
        <a:xfrm>
          <a:off x="0" y="0"/>
          <a:ext cx="0" cy="0"/>
          <a:chOff x="0" y="0"/>
          <a:chExt cx="0" cy="0"/>
        </a:xfrm>
      </p:grpSpPr>
      <p:sp>
        <p:nvSpPr>
          <p:cNvPr id="1162" name="Google Shape;1162;g13a937d13f5_0_508"/>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r>
              <a:rPr lang="en-US" sz="2600"/>
              <a:t>integer j, m</a:t>
            </a:r>
            <a:endParaRPr sz="2600"/>
          </a:p>
          <a:p>
            <a:pPr marL="0" lvl="0" indent="0" algn="l" rtl="0">
              <a:spcBef>
                <a:spcPts val="1000"/>
              </a:spcBef>
              <a:spcAft>
                <a:spcPts val="0"/>
              </a:spcAft>
              <a:buNone/>
            </a:pPr>
            <a:r>
              <a:rPr lang="en-US" sz="2600"/>
              <a:t>set m=1</a:t>
            </a:r>
            <a:endParaRPr sz="2600"/>
          </a:p>
          <a:p>
            <a:pPr marL="0" lvl="0" indent="0" algn="l" rtl="0">
              <a:spcBef>
                <a:spcPts val="1000"/>
              </a:spcBef>
              <a:spcAft>
                <a:spcPts val="0"/>
              </a:spcAft>
              <a:buNone/>
            </a:pPr>
            <a:r>
              <a:rPr lang="en-US" sz="2600"/>
              <a:t>integer a[4]= {0, 1,0,2}</a:t>
            </a:r>
            <a:endParaRPr sz="2600"/>
          </a:p>
          <a:p>
            <a:pPr marL="0" lvl="0" indent="0" algn="l" rtl="0">
              <a:spcBef>
                <a:spcPts val="1000"/>
              </a:spcBef>
              <a:spcAft>
                <a:spcPts val="0"/>
              </a:spcAft>
              <a:buNone/>
            </a:pPr>
            <a:r>
              <a:rPr lang="en-US" sz="2600"/>
              <a:t>a[0] = a[0] - a[2] + a[3]</a:t>
            </a:r>
            <a:endParaRPr sz="2600"/>
          </a:p>
          <a:p>
            <a:pPr marL="0" lvl="0" indent="0" algn="l" rtl="0">
              <a:spcBef>
                <a:spcPts val="1000"/>
              </a:spcBef>
              <a:spcAft>
                <a:spcPts val="0"/>
              </a:spcAft>
              <a:buNone/>
            </a:pPr>
            <a:r>
              <a:rPr lang="en-US" sz="2600"/>
              <a:t>a[1] = a[0] -a[3]</a:t>
            </a:r>
            <a:endParaRPr sz="2600"/>
          </a:p>
          <a:p>
            <a:pPr marL="0" lvl="0" indent="0" algn="l" rtl="0">
              <a:spcBef>
                <a:spcPts val="1000"/>
              </a:spcBef>
              <a:spcAft>
                <a:spcPts val="0"/>
              </a:spcAft>
              <a:buNone/>
            </a:pPr>
            <a:r>
              <a:rPr lang="en-US" sz="2600"/>
              <a:t>a[2]= a[1] - a[2]</a:t>
            </a:r>
            <a:endParaRPr sz="2600"/>
          </a:p>
          <a:p>
            <a:pPr marL="0" lvl="0" indent="0" algn="l" rtl="0">
              <a:spcBef>
                <a:spcPts val="1000"/>
              </a:spcBef>
              <a:spcAft>
                <a:spcPts val="0"/>
              </a:spcAft>
              <a:buNone/>
            </a:pPr>
            <a:r>
              <a:rPr lang="en-US" sz="2600"/>
              <a:t>a[3] = a[2]</a:t>
            </a:r>
            <a:endParaRPr sz="2600"/>
          </a:p>
          <a:p>
            <a:pPr marL="0" lvl="0" indent="0" algn="l" rtl="0">
              <a:spcBef>
                <a:spcPts val="1000"/>
              </a:spcBef>
              <a:spcAft>
                <a:spcPts val="0"/>
              </a:spcAft>
              <a:buNone/>
            </a:pPr>
            <a:r>
              <a:rPr lang="en-US" sz="2600"/>
              <a:t>m = a[3]</a:t>
            </a:r>
            <a:endParaRPr sz="2600"/>
          </a:p>
          <a:p>
            <a:pPr marL="0" lvl="0" indent="0" algn="l" rtl="0">
              <a:spcBef>
                <a:spcPts val="1000"/>
              </a:spcBef>
              <a:spcAft>
                <a:spcPts val="0"/>
              </a:spcAft>
              <a:buNone/>
            </a:pPr>
            <a:r>
              <a:rPr lang="en-US" sz="2600"/>
              <a:t>print m</a:t>
            </a:r>
            <a:endParaRPr sz="2600"/>
          </a:p>
        </p:txBody>
      </p:sp>
      <p:sp>
        <p:nvSpPr>
          <p:cNvPr id="1163" name="Google Shape;1163;g13a937d13f5_0_508"/>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a:t>
            </a:r>
            <a:endParaRPr sz="2600">
              <a:solidFill>
                <a:schemeClr val="dk1"/>
              </a:solidFill>
              <a:latin typeface="Calibri"/>
              <a:ea typeface="Calibri"/>
              <a:cs typeface="Calibri"/>
              <a:sym typeface="Calibri"/>
            </a:endParaRPr>
          </a:p>
        </p:txBody>
      </p:sp>
      <p:pic>
        <p:nvPicPr>
          <p:cNvPr id="1164" name="Google Shape;1164;g13a937d13f5_0_508"/>
          <p:cNvPicPr preferRelativeResize="0"/>
          <p:nvPr/>
        </p:nvPicPr>
        <p:blipFill rotWithShape="1">
          <a:blip r:embed="rId3">
            <a:alphaModFix/>
          </a:blip>
          <a:srcRect/>
          <a:stretch/>
        </p:blipFill>
        <p:spPr>
          <a:xfrm>
            <a:off x="5543102" y="15681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64"/>
                                        </p:tgtEl>
                                        <p:attrNameLst>
                                          <p:attrName>style.visibility</p:attrName>
                                        </p:attrNameLst>
                                      </p:cBhvr>
                                      <p:to>
                                        <p:strVal val="visible"/>
                                      </p:to>
                                    </p:set>
                                    <p:animEffect transition="in" filter="fade">
                                      <p:cBhvr>
                                        <p:cTn id="7" dur="1000"/>
                                        <p:tgtEl>
                                          <p:spTgt spid="1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1169"/>
        <p:cNvGrpSpPr/>
        <p:nvPr/>
      </p:nvGrpSpPr>
      <p:grpSpPr>
        <a:xfrm>
          <a:off x="0" y="0"/>
          <a:ext cx="0" cy="0"/>
          <a:chOff x="0" y="0"/>
          <a:chExt cx="0" cy="0"/>
        </a:xfrm>
      </p:grpSpPr>
      <p:sp>
        <p:nvSpPr>
          <p:cNvPr id="1170" name="Google Shape;1170;g13a937d13f5_0_574"/>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r>
              <a:rPr lang="en-US" sz="2600"/>
              <a:t>integer n</a:t>
            </a:r>
            <a:endParaRPr sz="2600"/>
          </a:p>
          <a:p>
            <a:pPr marL="0" lvl="0" indent="0" algn="l" rtl="0">
              <a:spcBef>
                <a:spcPts val="1000"/>
              </a:spcBef>
              <a:spcAft>
                <a:spcPts val="0"/>
              </a:spcAft>
              <a:buNone/>
            </a:pPr>
            <a:r>
              <a:rPr lang="en-US" sz="2600"/>
              <a:t>set n=15</a:t>
            </a:r>
            <a:endParaRPr sz="2600"/>
          </a:p>
          <a:p>
            <a:pPr marL="0" lvl="0" indent="0" algn="l" rtl="0">
              <a:spcBef>
                <a:spcPts val="1000"/>
              </a:spcBef>
              <a:spcAft>
                <a:spcPts val="0"/>
              </a:spcAft>
              <a:buNone/>
            </a:pPr>
            <a:r>
              <a:rPr lang="en-US" sz="2600"/>
              <a:t>while( n &lt;=15)</a:t>
            </a:r>
            <a:endParaRPr sz="2600"/>
          </a:p>
          <a:p>
            <a:pPr marL="0" lvl="0" indent="0" algn="l" rtl="0">
              <a:spcBef>
                <a:spcPts val="1000"/>
              </a:spcBef>
              <a:spcAft>
                <a:spcPts val="0"/>
              </a:spcAft>
              <a:buNone/>
            </a:pPr>
            <a:r>
              <a:rPr lang="en-US" sz="2600"/>
              <a:t>n= n + 6/3</a:t>
            </a:r>
            <a:endParaRPr sz="2600"/>
          </a:p>
          <a:p>
            <a:pPr marL="0" lvl="0" indent="0" algn="l" rtl="0">
              <a:spcBef>
                <a:spcPts val="1000"/>
              </a:spcBef>
              <a:spcAft>
                <a:spcPts val="0"/>
              </a:spcAft>
              <a:buNone/>
            </a:pPr>
            <a:r>
              <a:rPr lang="en-US" sz="2600"/>
              <a:t>print " biography"</a:t>
            </a:r>
            <a:endParaRPr sz="2600"/>
          </a:p>
          <a:p>
            <a:pPr marL="0" lvl="0" indent="0" algn="l" rtl="0">
              <a:spcBef>
                <a:spcPts val="1000"/>
              </a:spcBef>
              <a:spcAft>
                <a:spcPts val="0"/>
              </a:spcAft>
              <a:buNone/>
            </a:pPr>
            <a:r>
              <a:rPr lang="en-US" sz="2600"/>
              <a:t>continue with next iteration</a:t>
            </a:r>
            <a:endParaRPr sz="2600"/>
          </a:p>
          <a:p>
            <a:pPr marL="0" lvl="0" indent="0" algn="l" rtl="0">
              <a:spcBef>
                <a:spcPts val="1000"/>
              </a:spcBef>
              <a:spcAft>
                <a:spcPts val="0"/>
              </a:spcAft>
              <a:buNone/>
            </a:pPr>
            <a:r>
              <a:rPr lang="en-US" sz="2600"/>
              <a:t>end while</a:t>
            </a:r>
            <a:endParaRPr sz="2600"/>
          </a:p>
        </p:txBody>
      </p:sp>
      <p:sp>
        <p:nvSpPr>
          <p:cNvPr id="1171" name="Google Shape;1171;g13a937d13f5_0_574"/>
          <p:cNvSpPr txBox="1"/>
          <p:nvPr/>
        </p:nvSpPr>
        <p:spPr>
          <a:xfrm>
            <a:off x="4754500" y="2749700"/>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it will print biography 13 times</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it will print biography 15 times</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it will print biography 1 time</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it will print biography 14 times</a:t>
            </a:r>
            <a:endParaRPr sz="2600">
              <a:solidFill>
                <a:schemeClr val="dk1"/>
              </a:solidFill>
              <a:latin typeface="Calibri"/>
              <a:ea typeface="Calibri"/>
              <a:cs typeface="Calibri"/>
              <a:sym typeface="Calibri"/>
            </a:endParaRPr>
          </a:p>
        </p:txBody>
      </p:sp>
      <p:pic>
        <p:nvPicPr>
          <p:cNvPr id="1172" name="Google Shape;1172;g13a937d13f5_0_574"/>
          <p:cNvPicPr preferRelativeResize="0"/>
          <p:nvPr/>
        </p:nvPicPr>
        <p:blipFill rotWithShape="1">
          <a:blip r:embed="rId3">
            <a:alphaModFix/>
          </a:blip>
          <a:srcRect/>
          <a:stretch/>
        </p:blipFill>
        <p:spPr>
          <a:xfrm>
            <a:off x="4754502" y="353982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72"/>
                                        </p:tgtEl>
                                        <p:attrNameLst>
                                          <p:attrName>style.visibility</p:attrName>
                                        </p:attrNameLst>
                                      </p:cBhvr>
                                      <p:to>
                                        <p:strVal val="visible"/>
                                      </p:to>
                                    </p:set>
                                    <p:animEffect transition="in" filter="fade">
                                      <p:cBhvr>
                                        <p:cTn id="7" dur="1000"/>
                                        <p:tgtEl>
                                          <p:spTgt spid="1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1177"/>
        <p:cNvGrpSpPr/>
        <p:nvPr/>
      </p:nvGrpSpPr>
      <p:grpSpPr>
        <a:xfrm>
          <a:off x="0" y="0"/>
          <a:ext cx="0" cy="0"/>
          <a:chOff x="0" y="0"/>
          <a:chExt cx="0" cy="0"/>
        </a:xfrm>
      </p:grpSpPr>
      <p:sp>
        <p:nvSpPr>
          <p:cNvPr id="1178" name="Google Shape;1178;g13a937d13f5_0_581"/>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 for p= 8?</a:t>
            </a:r>
            <a:endParaRPr sz="2600"/>
          </a:p>
          <a:p>
            <a:pPr marL="0" lvl="0" indent="0" algn="l" rtl="0">
              <a:spcBef>
                <a:spcPts val="1000"/>
              </a:spcBef>
              <a:spcAft>
                <a:spcPts val="0"/>
              </a:spcAft>
              <a:buNone/>
            </a:pPr>
            <a:r>
              <a:rPr lang="en-US" sz="2600"/>
              <a:t>integer combine(integer p)</a:t>
            </a:r>
            <a:endParaRPr sz="2600"/>
          </a:p>
          <a:p>
            <a:pPr marL="0" lvl="0" indent="0" algn="l" rtl="0">
              <a:spcBef>
                <a:spcPts val="1000"/>
              </a:spcBef>
              <a:spcAft>
                <a:spcPts val="0"/>
              </a:spcAft>
              <a:buNone/>
            </a:pPr>
            <a:r>
              <a:rPr lang="en-US" sz="2600"/>
              <a:t>if (p &lt; = 17)</a:t>
            </a:r>
            <a:endParaRPr sz="2600"/>
          </a:p>
          <a:p>
            <a:pPr marL="0" lvl="0" indent="0" algn="l" rtl="0">
              <a:spcBef>
                <a:spcPts val="1000"/>
              </a:spcBef>
              <a:spcAft>
                <a:spcPts val="0"/>
              </a:spcAft>
              <a:buNone/>
            </a:pPr>
            <a:r>
              <a:rPr lang="en-US" sz="2600"/>
              <a:t>combine(combine(p * 2))</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return p + 3</a:t>
            </a:r>
            <a:endParaRPr sz="2600"/>
          </a:p>
          <a:p>
            <a:pPr marL="0" lvl="0" indent="0" algn="l" rtl="0">
              <a:spcBef>
                <a:spcPts val="1000"/>
              </a:spcBef>
              <a:spcAft>
                <a:spcPts val="0"/>
              </a:spcAft>
              <a:buNone/>
            </a:pPr>
            <a:r>
              <a:rPr lang="en-US" sz="2600"/>
              <a:t>end function combine ()</a:t>
            </a:r>
            <a:endParaRPr sz="2600"/>
          </a:p>
        </p:txBody>
      </p:sp>
      <p:sp>
        <p:nvSpPr>
          <p:cNvPr id="1179" name="Google Shape;1179;g13a937d13f5_0_581"/>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13</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34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12</a:t>
            </a:r>
            <a:endParaRPr sz="2600">
              <a:solidFill>
                <a:schemeClr val="dk1"/>
              </a:solidFill>
              <a:latin typeface="Calibri"/>
              <a:ea typeface="Calibri"/>
              <a:cs typeface="Calibri"/>
              <a:sym typeface="Calibri"/>
            </a:endParaRPr>
          </a:p>
        </p:txBody>
      </p:sp>
      <p:pic>
        <p:nvPicPr>
          <p:cNvPr id="1180" name="Google Shape;1180;g13a937d13f5_0_581"/>
          <p:cNvPicPr preferRelativeResize="0"/>
          <p:nvPr/>
        </p:nvPicPr>
        <p:blipFill rotWithShape="1">
          <a:blip r:embed="rId3">
            <a:alphaModFix/>
          </a:blip>
          <a:srcRect/>
          <a:stretch/>
        </p:blipFill>
        <p:spPr>
          <a:xfrm>
            <a:off x="4855352" y="20824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0"/>
                                        </p:tgtEl>
                                        <p:attrNameLst>
                                          <p:attrName>style.visibility</p:attrName>
                                        </p:attrNameLst>
                                      </p:cBhvr>
                                      <p:to>
                                        <p:strVal val="visible"/>
                                      </p:to>
                                    </p:set>
                                    <p:animEffect transition="in" filter="fade">
                                      <p:cBhvr>
                                        <p:cTn id="7" dur="1000"/>
                                        <p:tgtEl>
                                          <p:spTgt spid="1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1185"/>
        <p:cNvGrpSpPr/>
        <p:nvPr/>
      </p:nvGrpSpPr>
      <p:grpSpPr>
        <a:xfrm>
          <a:off x="0" y="0"/>
          <a:ext cx="0" cy="0"/>
          <a:chOff x="0" y="0"/>
          <a:chExt cx="0" cy="0"/>
        </a:xfrm>
      </p:grpSpPr>
      <p:sp>
        <p:nvSpPr>
          <p:cNvPr id="1186" name="Google Shape;1186;g13a937d13f5_0_588"/>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 for a= 22 ?</a:t>
            </a:r>
            <a:endParaRPr sz="2600"/>
          </a:p>
          <a:p>
            <a:pPr marL="0" lvl="0" indent="0" algn="l" rtl="0">
              <a:spcBef>
                <a:spcPts val="1000"/>
              </a:spcBef>
              <a:spcAft>
                <a:spcPts val="0"/>
              </a:spcAft>
              <a:buNone/>
            </a:pPr>
            <a:r>
              <a:rPr lang="en-US" sz="2600"/>
              <a:t>integer compact(integer a)</a:t>
            </a:r>
            <a:endParaRPr sz="2600"/>
          </a:p>
          <a:p>
            <a:pPr marL="0" lvl="0" indent="0" algn="l" rtl="0">
              <a:spcBef>
                <a:spcPts val="1000"/>
              </a:spcBef>
              <a:spcAft>
                <a:spcPts val="0"/>
              </a:spcAft>
              <a:buNone/>
            </a:pPr>
            <a:r>
              <a:rPr lang="en-US" sz="2600"/>
              <a:t>if( a &lt;= 45)</a:t>
            </a:r>
            <a:endParaRPr sz="2600"/>
          </a:p>
          <a:p>
            <a:pPr marL="0" lvl="0" indent="0" algn="l" rtl="0">
              <a:spcBef>
                <a:spcPts val="1000"/>
              </a:spcBef>
              <a:spcAft>
                <a:spcPts val="0"/>
              </a:spcAft>
              <a:buNone/>
            </a:pPr>
            <a:r>
              <a:rPr lang="en-US" sz="2600"/>
              <a:t>compact( compact (compact (a * 5 + 1)))</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return a*2</a:t>
            </a:r>
            <a:endParaRPr sz="2600"/>
          </a:p>
          <a:p>
            <a:pPr marL="0" lvl="0" indent="0" algn="l" rtl="0">
              <a:spcBef>
                <a:spcPts val="1000"/>
              </a:spcBef>
              <a:spcAft>
                <a:spcPts val="0"/>
              </a:spcAft>
              <a:buNone/>
            </a:pPr>
            <a:r>
              <a:rPr lang="en-US" sz="2600"/>
              <a:t>end function compact ()</a:t>
            </a:r>
            <a:endParaRPr sz="2600"/>
          </a:p>
        </p:txBody>
      </p:sp>
      <p:sp>
        <p:nvSpPr>
          <p:cNvPr id="1187" name="Google Shape;1187;g13a937d13f5_0_588"/>
          <p:cNvSpPr txBox="1"/>
          <p:nvPr/>
        </p:nvSpPr>
        <p:spPr>
          <a:xfrm>
            <a:off x="4965575" y="33252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56</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44</a:t>
            </a:r>
            <a:endParaRPr sz="2600">
              <a:solidFill>
                <a:schemeClr val="dk1"/>
              </a:solidFill>
              <a:latin typeface="Calibri"/>
              <a:ea typeface="Calibri"/>
              <a:cs typeface="Calibri"/>
              <a:sym typeface="Calibri"/>
            </a:endParaRPr>
          </a:p>
        </p:txBody>
      </p:sp>
      <p:pic>
        <p:nvPicPr>
          <p:cNvPr id="1188" name="Google Shape;1188;g13a937d13f5_0_588"/>
          <p:cNvPicPr preferRelativeResize="0"/>
          <p:nvPr/>
        </p:nvPicPr>
        <p:blipFill rotWithShape="1">
          <a:blip r:embed="rId3">
            <a:alphaModFix/>
          </a:blip>
          <a:srcRect/>
          <a:stretch/>
        </p:blipFill>
        <p:spPr>
          <a:xfrm>
            <a:off x="4901477" y="47042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8"/>
                                        </p:tgtEl>
                                        <p:attrNameLst>
                                          <p:attrName>style.visibility</p:attrName>
                                        </p:attrNameLst>
                                      </p:cBhvr>
                                      <p:to>
                                        <p:strVal val="visible"/>
                                      </p:to>
                                    </p:set>
                                    <p:animEffect transition="in" filter="fade">
                                      <p:cBhvr>
                                        <p:cTn id="7" dur="1000"/>
                                        <p:tgtEl>
                                          <p:spTgt spid="1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1193"/>
        <p:cNvGrpSpPr/>
        <p:nvPr/>
      </p:nvGrpSpPr>
      <p:grpSpPr>
        <a:xfrm>
          <a:off x="0" y="0"/>
          <a:ext cx="0" cy="0"/>
          <a:chOff x="0" y="0"/>
          <a:chExt cx="0" cy="0"/>
        </a:xfrm>
      </p:grpSpPr>
      <p:sp>
        <p:nvSpPr>
          <p:cNvPr id="1194" name="Google Shape;1194;g13a937d13f5_0_608"/>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 if a = 2 b = 7?</a:t>
            </a:r>
            <a:endParaRPr sz="2600"/>
          </a:p>
          <a:p>
            <a:pPr marL="0" lvl="0" indent="0" algn="l" rtl="0">
              <a:spcBef>
                <a:spcPts val="1000"/>
              </a:spcBef>
              <a:spcAft>
                <a:spcPts val="0"/>
              </a:spcAft>
              <a:buNone/>
            </a:pPr>
            <a:r>
              <a:rPr lang="en-US" sz="2600"/>
              <a:t>integer funn( integer a, integer b)</a:t>
            </a:r>
            <a:endParaRPr sz="2600"/>
          </a:p>
          <a:p>
            <a:pPr marL="0" lvl="0" indent="0" algn="l" rtl="0">
              <a:spcBef>
                <a:spcPts val="1000"/>
              </a:spcBef>
              <a:spcAft>
                <a:spcPts val="0"/>
              </a:spcAft>
              <a:buNone/>
            </a:pPr>
            <a:r>
              <a:rPr lang="en-US" sz="2600"/>
              <a:t>if (a &gt; -2)</a:t>
            </a:r>
            <a:endParaRPr sz="2600"/>
          </a:p>
          <a:p>
            <a:pPr marL="0" lvl="0" indent="0" algn="l" rtl="0">
              <a:spcBef>
                <a:spcPts val="1000"/>
              </a:spcBef>
              <a:spcAft>
                <a:spcPts val="0"/>
              </a:spcAft>
              <a:buNone/>
            </a:pPr>
            <a:r>
              <a:rPr lang="en-US" sz="2600"/>
              <a:t>if(b + 1)</a:t>
            </a:r>
            <a:endParaRPr sz="2600"/>
          </a:p>
          <a:p>
            <a:pPr marL="0" lvl="0" indent="0" algn="l" rtl="0">
              <a:spcBef>
                <a:spcPts val="1000"/>
              </a:spcBef>
              <a:spcAft>
                <a:spcPts val="0"/>
              </a:spcAft>
              <a:buNone/>
            </a:pPr>
            <a:r>
              <a:rPr lang="en-US" sz="2600"/>
              <a:t>return 2</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return a</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return b</a:t>
            </a:r>
            <a:endParaRPr sz="2600"/>
          </a:p>
          <a:p>
            <a:pPr marL="0" lvl="0" indent="0" algn="l" rtl="0">
              <a:spcBef>
                <a:spcPts val="1000"/>
              </a:spcBef>
              <a:spcAft>
                <a:spcPts val="0"/>
              </a:spcAft>
              <a:buNone/>
            </a:pPr>
            <a:r>
              <a:rPr lang="en-US" sz="2600"/>
              <a:t>end function funn ( )</a:t>
            </a:r>
            <a:endParaRPr sz="2600"/>
          </a:p>
          <a:p>
            <a:pPr marL="0" lvl="0" indent="0" algn="l" rtl="0">
              <a:spcBef>
                <a:spcPts val="1000"/>
              </a:spcBef>
              <a:spcAft>
                <a:spcPts val="0"/>
              </a:spcAft>
              <a:buNone/>
            </a:pPr>
            <a:r>
              <a:rPr lang="en-US" sz="2600"/>
              <a:t>[Note:If (X) gets executed if the value inside</a:t>
            </a:r>
            <a:endParaRPr sz="2600"/>
          </a:p>
          <a:p>
            <a:pPr marL="0" lvl="0" indent="0" algn="l" rtl="0">
              <a:spcBef>
                <a:spcPts val="1000"/>
              </a:spcBef>
              <a:spcAft>
                <a:spcPts val="0"/>
              </a:spcAft>
              <a:buNone/>
            </a:pPr>
            <a:r>
              <a:rPr lang="en-US" sz="2600"/>
              <a:t>if( ), ie, x is not zero]</a:t>
            </a:r>
            <a:endParaRPr sz="2600"/>
          </a:p>
        </p:txBody>
      </p:sp>
      <p:sp>
        <p:nvSpPr>
          <p:cNvPr id="1195" name="Google Shape;1195;g13a937d13f5_0_608"/>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a:t>
            </a:r>
            <a:endParaRPr sz="2600">
              <a:solidFill>
                <a:schemeClr val="dk1"/>
              </a:solidFill>
              <a:latin typeface="Calibri"/>
              <a:ea typeface="Calibri"/>
              <a:cs typeface="Calibri"/>
              <a:sym typeface="Calibri"/>
            </a:endParaRPr>
          </a:p>
        </p:txBody>
      </p:sp>
      <p:pic>
        <p:nvPicPr>
          <p:cNvPr id="1196" name="Google Shape;1196;g13a937d13f5_0_608"/>
          <p:cNvPicPr preferRelativeResize="0"/>
          <p:nvPr/>
        </p:nvPicPr>
        <p:blipFill rotWithShape="1">
          <a:blip r:embed="rId3">
            <a:alphaModFix/>
          </a:blip>
          <a:srcRect/>
          <a:stretch/>
        </p:blipFill>
        <p:spPr>
          <a:xfrm>
            <a:off x="4705527" y="16783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96"/>
                                        </p:tgtEl>
                                        <p:attrNameLst>
                                          <p:attrName>style.visibility</p:attrName>
                                        </p:attrNameLst>
                                      </p:cBhvr>
                                      <p:to>
                                        <p:strVal val="visible"/>
                                      </p:to>
                                    </p:set>
                                    <p:animEffect transition="in" filter="fade">
                                      <p:cBhvr>
                                        <p:cTn id="7" dur="1000"/>
                                        <p:tgtEl>
                                          <p:spTgt spid="1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1201"/>
        <p:cNvGrpSpPr/>
        <p:nvPr/>
      </p:nvGrpSpPr>
      <p:grpSpPr>
        <a:xfrm>
          <a:off x="0" y="0"/>
          <a:ext cx="0" cy="0"/>
          <a:chOff x="0" y="0"/>
          <a:chExt cx="0" cy="0"/>
        </a:xfrm>
      </p:grpSpPr>
      <p:sp>
        <p:nvSpPr>
          <p:cNvPr id="1202" name="Google Shape;1202;g13a937d13f5_0_615"/>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 for a=100?</a:t>
            </a:r>
            <a:endParaRPr sz="2600"/>
          </a:p>
          <a:p>
            <a:pPr marL="0" lvl="0" indent="0" algn="l" rtl="0">
              <a:spcBef>
                <a:spcPts val="1000"/>
              </a:spcBef>
              <a:spcAft>
                <a:spcPts val="0"/>
              </a:spcAft>
              <a:buNone/>
            </a:pPr>
            <a:r>
              <a:rPr lang="en-US" sz="2600"/>
              <a:t>integer f5( integer a)</a:t>
            </a:r>
            <a:endParaRPr sz="2600"/>
          </a:p>
          <a:p>
            <a:pPr marL="0" lvl="0" indent="0" algn="l" rtl="0">
              <a:spcBef>
                <a:spcPts val="1000"/>
              </a:spcBef>
              <a:spcAft>
                <a:spcPts val="0"/>
              </a:spcAft>
              <a:buNone/>
            </a:pPr>
            <a:r>
              <a:rPr lang="en-US" sz="2600"/>
              <a:t>if ( a mod 2)</a:t>
            </a:r>
            <a:endParaRPr sz="2600"/>
          </a:p>
          <a:p>
            <a:pPr marL="0" lvl="0" indent="0" algn="l" rtl="0">
              <a:spcBef>
                <a:spcPts val="1000"/>
              </a:spcBef>
              <a:spcAft>
                <a:spcPts val="0"/>
              </a:spcAft>
              <a:buNone/>
            </a:pPr>
            <a:r>
              <a:rPr lang="en-US" sz="2600"/>
              <a:t>return a++</a:t>
            </a:r>
            <a:endParaRPr sz="2600"/>
          </a:p>
          <a:p>
            <a:pPr marL="0" lvl="0" indent="0" algn="l" rtl="0">
              <a:spcBef>
                <a:spcPts val="1000"/>
              </a:spcBef>
              <a:spcAft>
                <a:spcPts val="0"/>
              </a:spcAft>
              <a:buNone/>
            </a:pPr>
            <a:r>
              <a:rPr lang="en-US" sz="2600"/>
              <a:t>else</a:t>
            </a:r>
            <a:endParaRPr sz="2600"/>
          </a:p>
          <a:p>
            <a:pPr marL="0" lvl="0" indent="0" algn="l" rtl="0">
              <a:spcBef>
                <a:spcPts val="1000"/>
              </a:spcBef>
              <a:spcAft>
                <a:spcPts val="0"/>
              </a:spcAft>
              <a:buNone/>
            </a:pPr>
            <a:r>
              <a:rPr lang="en-US" sz="2600"/>
              <a:t>return f5(f5 ( a- 1))</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end function f5()</a:t>
            </a:r>
            <a:endParaRPr sz="2600"/>
          </a:p>
          <a:p>
            <a:pPr marL="0" lvl="0" indent="0" algn="l" rtl="0">
              <a:spcBef>
                <a:spcPts val="1000"/>
              </a:spcBef>
              <a:spcAft>
                <a:spcPts val="0"/>
              </a:spcAft>
              <a:buNone/>
            </a:pPr>
            <a:r>
              <a:rPr lang="en-US" sz="2600"/>
              <a:t>[Note: MOD finds the remainder after the division of one number by another. For example, the expression "5 MOD" would  </a:t>
            </a:r>
            <a:endParaRPr sz="2600"/>
          </a:p>
          <a:p>
            <a:pPr marL="0" lvl="0" indent="0" algn="l" rtl="0">
              <a:spcBef>
                <a:spcPts val="1000"/>
              </a:spcBef>
              <a:spcAft>
                <a:spcPts val="0"/>
              </a:spcAft>
              <a:buNone/>
            </a:pPr>
            <a:r>
              <a:rPr lang="en-US" sz="2600"/>
              <a:t>evaluate to 1 because 2 leaves a quotient of 2 and a remainder 1]</a:t>
            </a:r>
            <a:endParaRPr sz="2600"/>
          </a:p>
        </p:txBody>
      </p:sp>
      <p:sp>
        <p:nvSpPr>
          <p:cNvPr id="1203" name="Google Shape;1203;g13a937d13f5_0_615"/>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99</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98</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101</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87</a:t>
            </a:r>
            <a:endParaRPr sz="2600">
              <a:solidFill>
                <a:schemeClr val="dk1"/>
              </a:solidFill>
              <a:latin typeface="Calibri"/>
              <a:ea typeface="Calibri"/>
              <a:cs typeface="Calibri"/>
              <a:sym typeface="Calibri"/>
            </a:endParaRPr>
          </a:p>
        </p:txBody>
      </p:sp>
      <p:pic>
        <p:nvPicPr>
          <p:cNvPr id="1204" name="Google Shape;1204;g13a937d13f5_0_615"/>
          <p:cNvPicPr preferRelativeResize="0"/>
          <p:nvPr/>
        </p:nvPicPr>
        <p:blipFill rotWithShape="1">
          <a:blip r:embed="rId3">
            <a:alphaModFix/>
          </a:blip>
          <a:srcRect/>
          <a:stretch/>
        </p:blipFill>
        <p:spPr>
          <a:xfrm>
            <a:off x="4855352" y="11884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4"/>
                                        </p:tgtEl>
                                        <p:attrNameLst>
                                          <p:attrName>style.visibility</p:attrName>
                                        </p:attrNameLst>
                                      </p:cBhvr>
                                      <p:to>
                                        <p:strVal val="visible"/>
                                      </p:to>
                                    </p:set>
                                    <p:animEffect transition="in" filter="fade">
                                      <p:cBhvr>
                                        <p:cTn id="7" dur="1000"/>
                                        <p:tgtEl>
                                          <p:spTgt spid="1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1209"/>
        <p:cNvGrpSpPr/>
        <p:nvPr/>
      </p:nvGrpSpPr>
      <p:grpSpPr>
        <a:xfrm>
          <a:off x="0" y="0"/>
          <a:ext cx="0" cy="0"/>
          <a:chOff x="0" y="0"/>
          <a:chExt cx="0" cy="0"/>
        </a:xfrm>
      </p:grpSpPr>
      <p:sp>
        <p:nvSpPr>
          <p:cNvPr id="1210" name="Google Shape;1210;g13a937d13f5_0_622"/>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2000"/>
              <a:t>What will be the output of the following pseudocode?</a:t>
            </a:r>
            <a:endParaRPr sz="2000"/>
          </a:p>
          <a:p>
            <a:pPr marL="0" lvl="0" indent="0" algn="l" rtl="0">
              <a:spcBef>
                <a:spcPts val="0"/>
              </a:spcBef>
              <a:spcAft>
                <a:spcPts val="0"/>
              </a:spcAft>
              <a:buNone/>
            </a:pPr>
            <a:r>
              <a:rPr lang="en-US" sz="2000"/>
              <a:t>character a[20], b[20]</a:t>
            </a:r>
            <a:endParaRPr sz="2000"/>
          </a:p>
          <a:p>
            <a:pPr marL="0" lvl="0" indent="0" algn="l" rtl="0">
              <a:spcBef>
                <a:spcPts val="0"/>
              </a:spcBef>
              <a:spcAft>
                <a:spcPts val="0"/>
              </a:spcAft>
              <a:buNone/>
            </a:pPr>
            <a:r>
              <a:rPr lang="en-US" sz="2000"/>
              <a:t>set a[20] = "Alpital"</a:t>
            </a:r>
            <a:endParaRPr sz="2000"/>
          </a:p>
          <a:p>
            <a:pPr marL="0" lvl="0" indent="0" algn="l" rtl="0">
              <a:spcBef>
                <a:spcPts val="0"/>
              </a:spcBef>
              <a:spcAft>
                <a:spcPts val="0"/>
              </a:spcAft>
              <a:buNone/>
            </a:pPr>
            <a:r>
              <a:rPr lang="en-US" sz="2000"/>
              <a:t>integer j, k</a:t>
            </a:r>
            <a:endParaRPr sz="2000"/>
          </a:p>
          <a:p>
            <a:pPr marL="0" lvl="0" indent="0" algn="l" rtl="0">
              <a:spcBef>
                <a:spcPts val="0"/>
              </a:spcBef>
              <a:spcAft>
                <a:spcPts val="0"/>
              </a:spcAft>
              <a:buNone/>
            </a:pPr>
            <a:r>
              <a:rPr lang="en-US" sz="2000"/>
              <a:t>set j= 0, k=0</a:t>
            </a:r>
            <a:endParaRPr sz="2000"/>
          </a:p>
          <a:p>
            <a:pPr marL="0" lvl="0" indent="0" algn="l" rtl="0">
              <a:spcBef>
                <a:spcPts val="0"/>
              </a:spcBef>
              <a:spcAft>
                <a:spcPts val="0"/>
              </a:spcAft>
              <a:buNone/>
            </a:pPr>
            <a:r>
              <a:rPr lang="en-US" sz="2000"/>
              <a:t>while (a[j] NOT EQUALS null character)</a:t>
            </a:r>
            <a:endParaRPr sz="2000"/>
          </a:p>
          <a:p>
            <a:pPr marL="0" lvl="0" indent="0" algn="l" rtl="0">
              <a:spcBef>
                <a:spcPts val="0"/>
              </a:spcBef>
              <a:spcAft>
                <a:spcPts val="0"/>
              </a:spcAft>
              <a:buNone/>
            </a:pPr>
            <a:r>
              <a:rPr lang="en-US" sz="2000"/>
              <a:t>if (j mod 2 EQUALS 0)</a:t>
            </a:r>
            <a:endParaRPr sz="2000"/>
          </a:p>
          <a:p>
            <a:pPr marL="0" lvl="0" indent="0" algn="l" rtl="0">
              <a:spcBef>
                <a:spcPts val="0"/>
              </a:spcBef>
              <a:spcAft>
                <a:spcPts val="0"/>
              </a:spcAft>
              <a:buNone/>
            </a:pPr>
            <a:r>
              <a:rPr lang="en-US" sz="2000"/>
              <a:t>b[k]= a[j]</a:t>
            </a:r>
            <a:endParaRPr sz="2000"/>
          </a:p>
          <a:p>
            <a:pPr marL="0" lvl="0" indent="0" algn="l" rtl="0">
              <a:spcBef>
                <a:spcPts val="0"/>
              </a:spcBef>
              <a:spcAft>
                <a:spcPts val="0"/>
              </a:spcAft>
              <a:buNone/>
            </a:pPr>
            <a:r>
              <a:rPr lang="en-US" sz="2000"/>
              <a:t>else</a:t>
            </a:r>
            <a:endParaRPr sz="2000"/>
          </a:p>
          <a:p>
            <a:pPr marL="0" lvl="0" indent="0" algn="l" rtl="0">
              <a:spcBef>
                <a:spcPts val="0"/>
              </a:spcBef>
              <a:spcAft>
                <a:spcPts val="0"/>
              </a:spcAft>
              <a:buNone/>
            </a:pPr>
            <a:r>
              <a:rPr lang="en-US" sz="2000"/>
              <a:t>b[k]= ' '</a:t>
            </a:r>
            <a:endParaRPr sz="2000"/>
          </a:p>
          <a:p>
            <a:pPr marL="0" lvl="0" indent="0" algn="l" rtl="0">
              <a:spcBef>
                <a:spcPts val="0"/>
              </a:spcBef>
              <a:spcAft>
                <a:spcPts val="0"/>
              </a:spcAft>
              <a:buNone/>
            </a:pPr>
            <a:r>
              <a:rPr lang="en-US" sz="2000"/>
              <a:t>end if</a:t>
            </a:r>
            <a:endParaRPr sz="2000"/>
          </a:p>
          <a:p>
            <a:pPr marL="0" lvl="0" indent="0" algn="l" rtl="0">
              <a:spcBef>
                <a:spcPts val="0"/>
              </a:spcBef>
              <a:spcAft>
                <a:spcPts val="0"/>
              </a:spcAft>
              <a:buNone/>
            </a:pPr>
            <a:r>
              <a:rPr lang="en-US" sz="2000"/>
              <a:t>k= k + 1</a:t>
            </a:r>
            <a:endParaRPr sz="2000"/>
          </a:p>
          <a:p>
            <a:pPr marL="0" lvl="0" indent="0" algn="l" rtl="0">
              <a:spcBef>
                <a:spcPts val="0"/>
              </a:spcBef>
              <a:spcAft>
                <a:spcPts val="0"/>
              </a:spcAft>
              <a:buNone/>
            </a:pPr>
            <a:r>
              <a:rPr lang="en-US" sz="2000"/>
              <a:t>j= j + 1</a:t>
            </a:r>
            <a:endParaRPr sz="2000"/>
          </a:p>
          <a:p>
            <a:pPr marL="0" lvl="0" indent="0" algn="l" rtl="0">
              <a:spcBef>
                <a:spcPts val="0"/>
              </a:spcBef>
              <a:spcAft>
                <a:spcPts val="0"/>
              </a:spcAft>
              <a:buNone/>
            </a:pPr>
            <a:r>
              <a:rPr lang="en-US" sz="2000"/>
              <a:t>end while</a:t>
            </a:r>
            <a:endParaRPr sz="2000"/>
          </a:p>
          <a:p>
            <a:pPr marL="0" lvl="0" indent="0" algn="l" rtl="0">
              <a:spcBef>
                <a:spcPts val="0"/>
              </a:spcBef>
              <a:spcAft>
                <a:spcPts val="0"/>
              </a:spcAft>
              <a:buNone/>
            </a:pPr>
            <a:r>
              <a:rPr lang="en-US" sz="2000"/>
              <a:t>set k= 0</a:t>
            </a:r>
            <a:endParaRPr sz="2000"/>
          </a:p>
          <a:p>
            <a:pPr marL="0" lvl="0" indent="0" algn="l" rtl="0">
              <a:spcBef>
                <a:spcPts val="0"/>
              </a:spcBef>
              <a:spcAft>
                <a:spcPts val="0"/>
              </a:spcAft>
              <a:buNone/>
            </a:pPr>
            <a:r>
              <a:rPr lang="en-US" sz="2000"/>
              <a:t>while (b [k] NOT EQUALS null character)</a:t>
            </a:r>
            <a:endParaRPr sz="2000"/>
          </a:p>
          <a:p>
            <a:pPr marL="0" lvl="0" indent="0" algn="l" rtl="0">
              <a:spcBef>
                <a:spcPts val="0"/>
              </a:spcBef>
              <a:spcAft>
                <a:spcPts val="0"/>
              </a:spcAft>
              <a:buNone/>
            </a:pPr>
            <a:r>
              <a:rPr lang="en-US" sz="2000"/>
              <a:t>print b [k ]</a:t>
            </a:r>
            <a:endParaRPr sz="2000"/>
          </a:p>
          <a:p>
            <a:pPr marL="0" lvl="0" indent="0" algn="l" rtl="0">
              <a:spcBef>
                <a:spcPts val="0"/>
              </a:spcBef>
              <a:spcAft>
                <a:spcPts val="0"/>
              </a:spcAft>
              <a:buNone/>
            </a:pPr>
            <a:r>
              <a:rPr lang="en-US" sz="2000"/>
              <a:t>k= k + 1</a:t>
            </a:r>
            <a:endParaRPr sz="2000"/>
          </a:p>
          <a:p>
            <a:pPr marL="0" lvl="0" indent="0" algn="l" rtl="0">
              <a:spcBef>
                <a:spcPts val="0"/>
              </a:spcBef>
              <a:spcAft>
                <a:spcPts val="0"/>
              </a:spcAft>
              <a:buNone/>
            </a:pPr>
            <a:r>
              <a:rPr lang="en-US" sz="2000"/>
              <a:t>end while</a:t>
            </a:r>
            <a:endParaRPr sz="2000"/>
          </a:p>
          <a:p>
            <a:pPr marL="0" lvl="0" indent="0" algn="l" rtl="0">
              <a:spcBef>
                <a:spcPts val="0"/>
              </a:spcBef>
              <a:spcAft>
                <a:spcPts val="0"/>
              </a:spcAft>
              <a:buNone/>
            </a:pPr>
            <a:r>
              <a:rPr lang="en-US" sz="2000"/>
              <a:t>[Note: MOD finds the remainder after the division of one number by another. For example, the expression "5 MOD" would  </a:t>
            </a:r>
            <a:endParaRPr sz="2000"/>
          </a:p>
          <a:p>
            <a:pPr marL="0" lvl="0" indent="0" algn="l" rtl="0">
              <a:spcBef>
                <a:spcPts val="0"/>
              </a:spcBef>
              <a:spcAft>
                <a:spcPts val="0"/>
              </a:spcAft>
              <a:buNone/>
            </a:pPr>
            <a:r>
              <a:rPr lang="en-US" sz="2000"/>
              <a:t>evaluate to 1 because 2 leaves a quotient of 2 and a remainder 1]</a:t>
            </a:r>
            <a:endParaRPr sz="2000"/>
          </a:p>
        </p:txBody>
      </p:sp>
      <p:sp>
        <p:nvSpPr>
          <p:cNvPr id="1211" name="Google Shape;1211;g13a937d13f5_0_622"/>
          <p:cNvSpPr txBox="1"/>
          <p:nvPr/>
        </p:nvSpPr>
        <p:spPr>
          <a:xfrm>
            <a:off x="4855350" y="1267875"/>
            <a:ext cx="8298900" cy="1554600"/>
          </a:xfrm>
          <a:prstGeom prst="rect">
            <a:avLst/>
          </a:prstGeom>
          <a:noFill/>
          <a:ln>
            <a:noFill/>
          </a:ln>
        </p:spPr>
        <p:txBody>
          <a:bodyPr spcFirstLastPara="1" wrap="square" lIns="91425" tIns="91425" rIns="91425" bIns="91425" anchor="t" anchorCtr="0">
            <a:spAutoFit/>
          </a:bodyPr>
          <a:lstStyle/>
          <a:p>
            <a:pPr marL="457200" lvl="0" indent="-355600" algn="l" rtl="0">
              <a:lnSpc>
                <a:spcPct val="115000"/>
              </a:lnSpc>
              <a:spcBef>
                <a:spcPts val="120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t a l p</a:t>
            </a:r>
            <a:endParaRPr sz="200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l I a</a:t>
            </a:r>
            <a:endParaRPr sz="200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A t p l</a:t>
            </a:r>
            <a:endParaRPr sz="200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A p t l</a:t>
            </a:r>
            <a:endParaRPr sz="2000">
              <a:solidFill>
                <a:schemeClr val="dk1"/>
              </a:solidFill>
              <a:latin typeface="Calibri"/>
              <a:ea typeface="Calibri"/>
              <a:cs typeface="Calibri"/>
              <a:sym typeface="Calibri"/>
            </a:endParaRPr>
          </a:p>
        </p:txBody>
      </p:sp>
      <p:pic>
        <p:nvPicPr>
          <p:cNvPr id="1212" name="Google Shape;1212;g13a937d13f5_0_622"/>
          <p:cNvPicPr preferRelativeResize="0"/>
          <p:nvPr/>
        </p:nvPicPr>
        <p:blipFill rotWithShape="1">
          <a:blip r:embed="rId3">
            <a:alphaModFix/>
          </a:blip>
          <a:srcRect/>
          <a:stretch/>
        </p:blipFill>
        <p:spPr>
          <a:xfrm>
            <a:off x="4779002" y="22358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12"/>
                                        </p:tgtEl>
                                        <p:attrNameLst>
                                          <p:attrName>style.visibility</p:attrName>
                                        </p:attrNameLst>
                                      </p:cBhvr>
                                      <p:to>
                                        <p:strVal val="visible"/>
                                      </p:to>
                                    </p:set>
                                    <p:animEffect transition="in" filter="fade">
                                      <p:cBhvr>
                                        <p:cTn id="7" dur="1000"/>
                                        <p:tgtEl>
                                          <p:spTgt spid="1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1217"/>
        <p:cNvGrpSpPr/>
        <p:nvPr/>
      </p:nvGrpSpPr>
      <p:grpSpPr>
        <a:xfrm>
          <a:off x="0" y="0"/>
          <a:ext cx="0" cy="0"/>
          <a:chOff x="0" y="0"/>
          <a:chExt cx="0" cy="0"/>
        </a:xfrm>
      </p:grpSpPr>
      <p:sp>
        <p:nvSpPr>
          <p:cNvPr id="1218" name="Google Shape;1218;g13a937d13f5_0_595"/>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 for a1= 3 and b1= 4?</a:t>
            </a:r>
            <a:endParaRPr sz="2600"/>
          </a:p>
          <a:p>
            <a:pPr marL="0" lvl="0" indent="0" algn="l" rtl="0">
              <a:spcBef>
                <a:spcPts val="1000"/>
              </a:spcBef>
              <a:spcAft>
                <a:spcPts val="0"/>
              </a:spcAft>
              <a:buNone/>
            </a:pPr>
            <a:r>
              <a:rPr lang="en-US" sz="2600"/>
              <a:t>integer fun(integer a1, integer b1)</a:t>
            </a:r>
            <a:endParaRPr sz="2600"/>
          </a:p>
          <a:p>
            <a:pPr marL="0" lvl="0" indent="0" algn="l" rtl="0">
              <a:spcBef>
                <a:spcPts val="1000"/>
              </a:spcBef>
              <a:spcAft>
                <a:spcPts val="0"/>
              </a:spcAft>
              <a:buNone/>
            </a:pPr>
            <a:r>
              <a:rPr lang="en-US" sz="2600"/>
              <a:t>if (a1 EQUALS 0)</a:t>
            </a:r>
            <a:endParaRPr sz="2600"/>
          </a:p>
          <a:p>
            <a:pPr marL="0" lvl="0" indent="0" algn="l" rtl="0">
              <a:spcBef>
                <a:spcPts val="1000"/>
              </a:spcBef>
              <a:spcAft>
                <a:spcPts val="0"/>
              </a:spcAft>
              <a:buNone/>
            </a:pPr>
            <a:r>
              <a:rPr lang="en-US" sz="2600"/>
              <a:t>return b1 + 6</a:t>
            </a:r>
            <a:endParaRPr sz="2600"/>
          </a:p>
          <a:p>
            <a:pPr marL="0" lvl="0" indent="0" algn="l" rtl="0">
              <a:spcBef>
                <a:spcPts val="1000"/>
              </a:spcBef>
              <a:spcAft>
                <a:spcPts val="0"/>
              </a:spcAft>
              <a:buNone/>
            </a:pPr>
            <a:r>
              <a:rPr lang="en-US" sz="2600"/>
              <a:t>else if(a1 EQUALS 1)</a:t>
            </a:r>
            <a:endParaRPr sz="2600"/>
          </a:p>
          <a:p>
            <a:pPr marL="0" lvl="0" indent="0" algn="l" rtl="0">
              <a:spcBef>
                <a:spcPts val="1000"/>
              </a:spcBef>
              <a:spcAft>
                <a:spcPts val="0"/>
              </a:spcAft>
              <a:buNone/>
            </a:pPr>
            <a:r>
              <a:rPr lang="en-US" sz="2600"/>
              <a:t>return b1</a:t>
            </a:r>
            <a:endParaRPr sz="2600"/>
          </a:p>
          <a:p>
            <a:pPr marL="0" lvl="0" indent="0" algn="l" rtl="0">
              <a:spcBef>
                <a:spcPts val="1000"/>
              </a:spcBef>
              <a:spcAft>
                <a:spcPts val="0"/>
              </a:spcAft>
              <a:buNone/>
            </a:pPr>
            <a:r>
              <a:rPr lang="en-US" sz="2600"/>
              <a:t>else</a:t>
            </a:r>
            <a:endParaRPr sz="2600"/>
          </a:p>
          <a:p>
            <a:pPr marL="0" lvl="0" indent="0" algn="l" rtl="0">
              <a:spcBef>
                <a:spcPts val="1000"/>
              </a:spcBef>
              <a:spcAft>
                <a:spcPts val="0"/>
              </a:spcAft>
              <a:buNone/>
            </a:pPr>
            <a:r>
              <a:rPr lang="en-US" sz="2600"/>
              <a:t>return fun ( a1 - 1, a1 + b1 + 5 ) + fun ( a1 - 1, a1 + b1)</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end function fun ( )</a:t>
            </a:r>
            <a:endParaRPr sz="2600"/>
          </a:p>
        </p:txBody>
      </p:sp>
      <p:sp>
        <p:nvSpPr>
          <p:cNvPr id="1219" name="Google Shape;1219;g13a937d13f5_0_595"/>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56</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77</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57</a:t>
            </a:r>
            <a:endParaRPr sz="2600">
              <a:solidFill>
                <a:schemeClr val="dk1"/>
              </a:solidFill>
              <a:latin typeface="Calibri"/>
              <a:ea typeface="Calibri"/>
              <a:cs typeface="Calibri"/>
              <a:sym typeface="Calibri"/>
            </a:endParaRPr>
          </a:p>
        </p:txBody>
      </p:sp>
      <p:pic>
        <p:nvPicPr>
          <p:cNvPr id="1220" name="Google Shape;1220;g13a937d13f5_0_595"/>
          <p:cNvPicPr preferRelativeResize="0"/>
          <p:nvPr/>
        </p:nvPicPr>
        <p:blipFill rotWithShape="1">
          <a:blip r:embed="rId3">
            <a:alphaModFix/>
          </a:blip>
          <a:srcRect/>
          <a:stretch/>
        </p:blipFill>
        <p:spPr>
          <a:xfrm>
            <a:off x="4717752" y="17273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0"/>
                                        </p:tgtEl>
                                        <p:attrNameLst>
                                          <p:attrName>style.visibility</p:attrName>
                                        </p:attrNameLst>
                                      </p:cBhvr>
                                      <p:to>
                                        <p:strVal val="visible"/>
                                      </p:to>
                                    </p:set>
                                    <p:animEffect transition="in" filter="fade">
                                      <p:cBhvr>
                                        <p:cTn id="7" dur="1000"/>
                                        <p:tgtEl>
                                          <p:spTgt spid="1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1225"/>
        <p:cNvGrpSpPr/>
        <p:nvPr/>
      </p:nvGrpSpPr>
      <p:grpSpPr>
        <a:xfrm>
          <a:off x="0" y="0"/>
          <a:ext cx="0" cy="0"/>
          <a:chOff x="0" y="0"/>
          <a:chExt cx="0" cy="0"/>
        </a:xfrm>
      </p:grpSpPr>
      <p:sp>
        <p:nvSpPr>
          <p:cNvPr id="1226" name="Google Shape;1226;g13a937d13f5_0_637"/>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r>
              <a:rPr lang="en-US" sz="2600"/>
              <a:t>integer p</a:t>
            </a:r>
            <a:endParaRPr sz="2600"/>
          </a:p>
          <a:p>
            <a:pPr marL="0" lvl="0" indent="0" algn="l" rtl="0">
              <a:spcBef>
                <a:spcPts val="1000"/>
              </a:spcBef>
              <a:spcAft>
                <a:spcPts val="0"/>
              </a:spcAft>
              <a:buNone/>
            </a:pPr>
            <a:r>
              <a:rPr lang="en-US" sz="2600"/>
              <a:t>set p = 1</a:t>
            </a:r>
            <a:endParaRPr sz="2600"/>
          </a:p>
          <a:p>
            <a:pPr marL="0" lvl="0" indent="0" algn="l" rtl="0">
              <a:spcBef>
                <a:spcPts val="1000"/>
              </a:spcBef>
              <a:spcAft>
                <a:spcPts val="0"/>
              </a:spcAft>
              <a:buNone/>
            </a:pPr>
            <a:r>
              <a:rPr lang="en-US" sz="2600"/>
              <a:t>while( p + 2 &lt;= 4)</a:t>
            </a:r>
            <a:endParaRPr sz="2600"/>
          </a:p>
          <a:p>
            <a:pPr marL="0" lvl="0" indent="0" algn="l" rtl="0">
              <a:spcBef>
                <a:spcPts val="1000"/>
              </a:spcBef>
              <a:spcAft>
                <a:spcPts val="0"/>
              </a:spcAft>
              <a:buNone/>
            </a:pPr>
            <a:r>
              <a:rPr lang="en-US" sz="2600"/>
              <a:t>print p</a:t>
            </a:r>
            <a:endParaRPr sz="2600"/>
          </a:p>
          <a:p>
            <a:pPr marL="0" lvl="0" indent="0" algn="l" rtl="0">
              <a:spcBef>
                <a:spcPts val="1000"/>
              </a:spcBef>
              <a:spcAft>
                <a:spcPts val="0"/>
              </a:spcAft>
              <a:buNone/>
            </a:pPr>
            <a:r>
              <a:rPr lang="en-US" sz="2600"/>
              <a:t>p= p+1</a:t>
            </a:r>
            <a:endParaRPr sz="2600"/>
          </a:p>
          <a:p>
            <a:pPr marL="0" lvl="0" indent="0" algn="l" rtl="0">
              <a:spcBef>
                <a:spcPts val="1000"/>
              </a:spcBef>
              <a:spcAft>
                <a:spcPts val="0"/>
              </a:spcAft>
              <a:buNone/>
            </a:pPr>
            <a:r>
              <a:rPr lang="en-US" sz="2600"/>
              <a:t>jump out of the loop</a:t>
            </a:r>
            <a:endParaRPr sz="2600"/>
          </a:p>
          <a:p>
            <a:pPr marL="0" lvl="0" indent="0" algn="l" rtl="0">
              <a:spcBef>
                <a:spcPts val="1000"/>
              </a:spcBef>
              <a:spcAft>
                <a:spcPts val="0"/>
              </a:spcAft>
              <a:buNone/>
            </a:pPr>
            <a:r>
              <a:rPr lang="en-US" sz="2600"/>
              <a:t>end while</a:t>
            </a:r>
            <a:endParaRPr sz="2600"/>
          </a:p>
        </p:txBody>
      </p:sp>
      <p:sp>
        <p:nvSpPr>
          <p:cNvPr id="1227" name="Google Shape;1227;g13a937d13f5_0_637"/>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0</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a:t>
            </a:r>
            <a:endParaRPr sz="2600">
              <a:solidFill>
                <a:schemeClr val="dk1"/>
              </a:solidFill>
              <a:latin typeface="Calibri"/>
              <a:ea typeface="Calibri"/>
              <a:cs typeface="Calibri"/>
              <a:sym typeface="Calibri"/>
            </a:endParaRPr>
          </a:p>
        </p:txBody>
      </p:sp>
      <p:pic>
        <p:nvPicPr>
          <p:cNvPr id="1228" name="Google Shape;1228;g13a937d13f5_0_637"/>
          <p:cNvPicPr preferRelativeResize="0"/>
          <p:nvPr/>
        </p:nvPicPr>
        <p:blipFill rotWithShape="1">
          <a:blip r:embed="rId3">
            <a:alphaModFix/>
          </a:blip>
          <a:srcRect/>
          <a:stretch/>
        </p:blipFill>
        <p:spPr>
          <a:xfrm>
            <a:off x="4779002" y="264684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8"/>
                                        </p:tgtEl>
                                        <p:attrNameLst>
                                          <p:attrName>style.visibility</p:attrName>
                                        </p:attrNameLst>
                                      </p:cBhvr>
                                      <p:to>
                                        <p:strVal val="visible"/>
                                      </p:to>
                                    </p:set>
                                    <p:animEffect transition="in" filter="fade">
                                      <p:cBhvr>
                                        <p:cTn id="7" dur="1000"/>
                                        <p:tgtEl>
                                          <p:spTgt spid="1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1233"/>
        <p:cNvGrpSpPr/>
        <p:nvPr/>
      </p:nvGrpSpPr>
      <p:grpSpPr>
        <a:xfrm>
          <a:off x="0" y="0"/>
          <a:ext cx="0" cy="0"/>
          <a:chOff x="0" y="0"/>
          <a:chExt cx="0" cy="0"/>
        </a:xfrm>
      </p:grpSpPr>
      <p:sp>
        <p:nvSpPr>
          <p:cNvPr id="1234" name="Google Shape;1234;g13a937d13f5_0_644"/>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2600"/>
              <a:t>What will be the output of the following pseudocode?</a:t>
            </a:r>
            <a:endParaRPr sz="2600"/>
          </a:p>
          <a:p>
            <a:pPr marL="0" lvl="0" indent="0" algn="l" rtl="0">
              <a:spcBef>
                <a:spcPts val="0"/>
              </a:spcBef>
              <a:spcAft>
                <a:spcPts val="0"/>
              </a:spcAft>
              <a:buNone/>
            </a:pPr>
            <a:r>
              <a:rPr lang="en-US" sz="2600"/>
              <a:t>Integer x</a:t>
            </a:r>
            <a:endParaRPr sz="2600"/>
          </a:p>
          <a:p>
            <a:pPr marL="0" lvl="0" indent="0" algn="l" rtl="0">
              <a:spcBef>
                <a:spcPts val="0"/>
              </a:spcBef>
              <a:spcAft>
                <a:spcPts val="0"/>
              </a:spcAft>
              <a:buNone/>
            </a:pPr>
            <a:r>
              <a:rPr lang="en-US" sz="2600"/>
              <a:t>Set x= 3</a:t>
            </a:r>
            <a:endParaRPr sz="2600"/>
          </a:p>
          <a:p>
            <a:pPr marL="0" lvl="0" indent="0" algn="l" rtl="0">
              <a:spcBef>
                <a:spcPts val="0"/>
              </a:spcBef>
              <a:spcAft>
                <a:spcPts val="0"/>
              </a:spcAft>
              <a:buNone/>
            </a:pPr>
            <a:r>
              <a:rPr lang="en-US" sz="2600"/>
              <a:t>do</a:t>
            </a:r>
            <a:endParaRPr sz="2600"/>
          </a:p>
          <a:p>
            <a:pPr marL="0" lvl="0" indent="0" algn="l" rtl="0">
              <a:spcBef>
                <a:spcPts val="0"/>
              </a:spcBef>
              <a:spcAft>
                <a:spcPts val="0"/>
              </a:spcAft>
              <a:buNone/>
            </a:pPr>
            <a:r>
              <a:rPr lang="en-US" sz="2600"/>
              <a:t>X= x-1</a:t>
            </a:r>
            <a:endParaRPr sz="2600"/>
          </a:p>
          <a:p>
            <a:pPr marL="0" lvl="0" indent="0" algn="l" rtl="0">
              <a:spcBef>
                <a:spcPts val="0"/>
              </a:spcBef>
              <a:spcAft>
                <a:spcPts val="0"/>
              </a:spcAft>
              <a:buNone/>
            </a:pPr>
            <a:r>
              <a:rPr lang="en-US" sz="2600"/>
              <a:t>Print x * 4</a:t>
            </a:r>
            <a:endParaRPr sz="2600"/>
          </a:p>
          <a:p>
            <a:pPr marL="0" lvl="0" indent="0" algn="l" rtl="0">
              <a:spcBef>
                <a:spcPts val="0"/>
              </a:spcBef>
              <a:spcAft>
                <a:spcPts val="0"/>
              </a:spcAft>
              <a:buNone/>
            </a:pPr>
            <a:r>
              <a:rPr lang="en-US" sz="2600"/>
              <a:t>Continue with next iteration</a:t>
            </a:r>
            <a:endParaRPr sz="2600"/>
          </a:p>
          <a:p>
            <a:pPr marL="0" lvl="0" indent="0" algn="l" rtl="0">
              <a:spcBef>
                <a:spcPts val="0"/>
              </a:spcBef>
              <a:spcAft>
                <a:spcPts val="0"/>
              </a:spcAft>
              <a:buNone/>
            </a:pPr>
            <a:r>
              <a:rPr lang="en-US" sz="2600"/>
              <a:t>Print x * 7</a:t>
            </a:r>
            <a:endParaRPr sz="2600"/>
          </a:p>
          <a:p>
            <a:pPr marL="0" lvl="0" indent="0" algn="l" rtl="0">
              <a:spcBef>
                <a:spcPts val="0"/>
              </a:spcBef>
              <a:spcAft>
                <a:spcPts val="0"/>
              </a:spcAft>
              <a:buNone/>
            </a:pPr>
            <a:r>
              <a:rPr lang="en-US" sz="2600"/>
              <a:t>X= x-1</a:t>
            </a:r>
            <a:endParaRPr sz="2600"/>
          </a:p>
          <a:p>
            <a:pPr marL="0" lvl="0" indent="0" algn="l" rtl="0">
              <a:spcBef>
                <a:spcPts val="0"/>
              </a:spcBef>
              <a:spcAft>
                <a:spcPts val="0"/>
              </a:spcAft>
              <a:buNone/>
            </a:pPr>
            <a:r>
              <a:rPr lang="en-US" sz="2600"/>
              <a:t>While ( x not equals 2)</a:t>
            </a:r>
            <a:endParaRPr sz="2600"/>
          </a:p>
          <a:p>
            <a:pPr marL="0" lvl="0" indent="0" algn="l" rtl="0">
              <a:spcBef>
                <a:spcPts val="0"/>
              </a:spcBef>
              <a:spcAft>
                <a:spcPts val="0"/>
              </a:spcAft>
              <a:buNone/>
            </a:pPr>
            <a:r>
              <a:rPr lang="en-US" sz="2600"/>
              <a:t>End do while</a:t>
            </a:r>
            <a:endParaRPr sz="2600"/>
          </a:p>
          <a:p>
            <a:pPr marL="0" lvl="0" indent="0" algn="l" rtl="0">
              <a:spcBef>
                <a:spcPts val="0"/>
              </a:spcBef>
              <a:spcAft>
                <a:spcPts val="0"/>
              </a:spcAft>
              <a:buNone/>
            </a:pPr>
            <a:r>
              <a:rPr lang="en-US" sz="2600"/>
              <a:t>Print x * x/6</a:t>
            </a:r>
            <a:endParaRPr sz="2600"/>
          </a:p>
          <a:p>
            <a:pPr marL="0" lvl="0" indent="0" algn="l" rtl="0">
              <a:spcBef>
                <a:spcPts val="0"/>
              </a:spcBef>
              <a:spcAft>
                <a:spcPts val="0"/>
              </a:spcAft>
              <a:buNone/>
            </a:pPr>
            <a:r>
              <a:rPr lang="en-US" sz="2600"/>
              <a:t>[Note:- A do-while is a control flow statement that executes a block of code at least once and then repeatedly executes the block ]</a:t>
            </a:r>
            <a:endParaRPr sz="2600"/>
          </a:p>
        </p:txBody>
      </p:sp>
      <p:sp>
        <p:nvSpPr>
          <p:cNvPr id="1235" name="Google Shape;1235;g13a937d13f5_0_644"/>
          <p:cNvSpPr txBox="1"/>
          <p:nvPr/>
        </p:nvSpPr>
        <p:spPr>
          <a:xfrm>
            <a:off x="4855350" y="1267875"/>
            <a:ext cx="8298900" cy="2102700"/>
          </a:xfrm>
          <a:prstGeom prst="rect">
            <a:avLst/>
          </a:prstGeom>
          <a:noFill/>
          <a:ln>
            <a:noFill/>
          </a:ln>
        </p:spPr>
        <p:txBody>
          <a:bodyPr spcFirstLastPara="1" wrap="square" lIns="91425" tIns="91425" rIns="91425" bIns="91425" anchor="t" anchorCtr="0">
            <a:spAutoFit/>
          </a:bodyPr>
          <a:lstStyle/>
          <a:p>
            <a:pPr marL="457200" lvl="0" indent="-406400" algn="l" rtl="0">
              <a:lnSpc>
                <a:spcPct val="115000"/>
              </a:lnSpc>
              <a:spcBef>
                <a:spcPts val="1200"/>
              </a:spcBef>
              <a:spcAft>
                <a:spcPts val="0"/>
              </a:spcAft>
              <a:buClr>
                <a:schemeClr val="dk1"/>
              </a:buClr>
              <a:buSzPts val="2800"/>
              <a:buFont typeface="Calibri"/>
              <a:buAutoNum type="alphaUcPeriod"/>
            </a:pPr>
            <a:r>
              <a:rPr lang="en-US" sz="2800">
                <a:solidFill>
                  <a:schemeClr val="dk1"/>
                </a:solidFill>
                <a:latin typeface="Calibri"/>
                <a:ea typeface="Calibri"/>
                <a:cs typeface="Calibri"/>
                <a:sym typeface="Calibri"/>
              </a:rPr>
              <a:t>7 8</a:t>
            </a:r>
            <a:endParaRPr sz="2800">
              <a:solidFill>
                <a:schemeClr val="dk1"/>
              </a:solidFill>
              <a:latin typeface="Calibri"/>
              <a:ea typeface="Calibri"/>
              <a:cs typeface="Calibri"/>
              <a:sym typeface="Calibri"/>
            </a:endParaRPr>
          </a:p>
          <a:p>
            <a:pPr marL="457200" lvl="0" indent="-406400" algn="l" rtl="0">
              <a:lnSpc>
                <a:spcPct val="115000"/>
              </a:lnSpc>
              <a:spcBef>
                <a:spcPts val="0"/>
              </a:spcBef>
              <a:spcAft>
                <a:spcPts val="0"/>
              </a:spcAft>
              <a:buClr>
                <a:schemeClr val="dk1"/>
              </a:buClr>
              <a:buSzPts val="2800"/>
              <a:buFont typeface="Calibri"/>
              <a:buAutoNum type="alphaUcPeriod"/>
            </a:pPr>
            <a:r>
              <a:rPr lang="en-US" sz="2800">
                <a:solidFill>
                  <a:schemeClr val="dk1"/>
                </a:solidFill>
                <a:latin typeface="Calibri"/>
                <a:ea typeface="Calibri"/>
                <a:cs typeface="Calibri"/>
                <a:sym typeface="Calibri"/>
              </a:rPr>
              <a:t>8 0</a:t>
            </a:r>
            <a:endParaRPr sz="2800">
              <a:solidFill>
                <a:schemeClr val="dk1"/>
              </a:solidFill>
              <a:latin typeface="Calibri"/>
              <a:ea typeface="Calibri"/>
              <a:cs typeface="Calibri"/>
              <a:sym typeface="Calibri"/>
            </a:endParaRPr>
          </a:p>
          <a:p>
            <a:pPr marL="457200" lvl="0" indent="-406400" algn="l" rtl="0">
              <a:lnSpc>
                <a:spcPct val="115000"/>
              </a:lnSpc>
              <a:spcBef>
                <a:spcPts val="0"/>
              </a:spcBef>
              <a:spcAft>
                <a:spcPts val="0"/>
              </a:spcAft>
              <a:buClr>
                <a:schemeClr val="dk1"/>
              </a:buClr>
              <a:buSzPts val="2800"/>
              <a:buFont typeface="Calibri"/>
              <a:buAutoNum type="alphaUcPeriod"/>
            </a:pPr>
            <a:r>
              <a:rPr lang="en-US" sz="2800">
                <a:solidFill>
                  <a:schemeClr val="dk1"/>
                </a:solidFill>
                <a:latin typeface="Calibri"/>
                <a:ea typeface="Calibri"/>
                <a:cs typeface="Calibri"/>
                <a:sym typeface="Calibri"/>
              </a:rPr>
              <a:t>9 6</a:t>
            </a:r>
            <a:endParaRPr sz="2800">
              <a:solidFill>
                <a:schemeClr val="dk1"/>
              </a:solidFill>
              <a:latin typeface="Calibri"/>
              <a:ea typeface="Calibri"/>
              <a:cs typeface="Calibri"/>
              <a:sym typeface="Calibri"/>
            </a:endParaRPr>
          </a:p>
          <a:p>
            <a:pPr marL="457200" lvl="0" indent="-406400" algn="l" rtl="0">
              <a:lnSpc>
                <a:spcPct val="115000"/>
              </a:lnSpc>
              <a:spcBef>
                <a:spcPts val="0"/>
              </a:spcBef>
              <a:spcAft>
                <a:spcPts val="0"/>
              </a:spcAft>
              <a:buClr>
                <a:schemeClr val="dk1"/>
              </a:buClr>
              <a:buSzPts val="2800"/>
              <a:buFont typeface="Calibri"/>
              <a:buAutoNum type="alphaUcPeriod"/>
            </a:pPr>
            <a:r>
              <a:rPr lang="en-US" sz="2800">
                <a:solidFill>
                  <a:schemeClr val="dk1"/>
                </a:solidFill>
                <a:latin typeface="Calibri"/>
                <a:ea typeface="Calibri"/>
                <a:cs typeface="Calibri"/>
                <a:sym typeface="Calibri"/>
              </a:rPr>
              <a:t>7 0</a:t>
            </a:r>
            <a:endParaRPr sz="2800">
              <a:solidFill>
                <a:schemeClr val="dk1"/>
              </a:solidFill>
              <a:latin typeface="Calibri"/>
              <a:ea typeface="Calibri"/>
              <a:cs typeface="Calibri"/>
              <a:sym typeface="Calibri"/>
            </a:endParaRPr>
          </a:p>
        </p:txBody>
      </p:sp>
      <p:pic>
        <p:nvPicPr>
          <p:cNvPr id="1236" name="Google Shape;1236;g13a937d13f5_0_644"/>
          <p:cNvPicPr preferRelativeResize="0"/>
          <p:nvPr/>
        </p:nvPicPr>
        <p:blipFill rotWithShape="1">
          <a:blip r:embed="rId3">
            <a:alphaModFix/>
          </a:blip>
          <a:srcRect/>
          <a:stretch/>
        </p:blipFill>
        <p:spPr>
          <a:xfrm>
            <a:off x="4742252" y="1764096"/>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6"/>
                                        </p:tgtEl>
                                        <p:attrNameLst>
                                          <p:attrName>style.visibility</p:attrName>
                                        </p:attrNameLst>
                                      </p:cBhvr>
                                      <p:to>
                                        <p:strVal val="visible"/>
                                      </p:to>
                                    </p:set>
                                    <p:animEffect transition="in" filter="fade">
                                      <p:cBhvr>
                                        <p:cTn id="7" dur="1000"/>
                                        <p:tgtEl>
                                          <p:spTgt spid="1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1241"/>
        <p:cNvGrpSpPr/>
        <p:nvPr/>
      </p:nvGrpSpPr>
      <p:grpSpPr>
        <a:xfrm>
          <a:off x="0" y="0"/>
          <a:ext cx="0" cy="0"/>
          <a:chOff x="0" y="0"/>
          <a:chExt cx="0" cy="0"/>
        </a:xfrm>
      </p:grpSpPr>
      <p:sp>
        <p:nvSpPr>
          <p:cNvPr id="1242" name="Google Shape;1242;g13a937d13f5_0_651"/>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r>
              <a:rPr lang="en-US" sz="2600"/>
              <a:t>Integer j, m</a:t>
            </a:r>
            <a:endParaRPr sz="2600"/>
          </a:p>
          <a:p>
            <a:pPr marL="0" lvl="0" indent="0" algn="l" rtl="0">
              <a:spcBef>
                <a:spcPts val="1000"/>
              </a:spcBef>
              <a:spcAft>
                <a:spcPts val="0"/>
              </a:spcAft>
              <a:buNone/>
            </a:pPr>
            <a:r>
              <a:rPr lang="en-US" sz="2600"/>
              <a:t>Set m= 1</a:t>
            </a:r>
            <a:endParaRPr sz="2600"/>
          </a:p>
          <a:p>
            <a:pPr marL="0" lvl="0" indent="0" algn="l" rtl="0">
              <a:spcBef>
                <a:spcPts val="1000"/>
              </a:spcBef>
              <a:spcAft>
                <a:spcPts val="0"/>
              </a:spcAft>
              <a:buNone/>
            </a:pPr>
            <a:r>
              <a:rPr lang="en-US" sz="2600"/>
              <a:t>Integer a[4] = { 1,1,2,2}</a:t>
            </a:r>
            <a:endParaRPr sz="2600"/>
          </a:p>
          <a:p>
            <a:pPr marL="0" lvl="0" indent="0" algn="l" rtl="0">
              <a:spcBef>
                <a:spcPts val="1000"/>
              </a:spcBef>
              <a:spcAft>
                <a:spcPts val="0"/>
              </a:spcAft>
              <a:buNone/>
            </a:pPr>
            <a:r>
              <a:rPr lang="en-US" sz="2600"/>
              <a:t>a[0] = a [0] + a [1]</a:t>
            </a:r>
            <a:endParaRPr sz="2600"/>
          </a:p>
          <a:p>
            <a:pPr marL="0" lvl="0" indent="0" algn="l" rtl="0">
              <a:spcBef>
                <a:spcPts val="1000"/>
              </a:spcBef>
              <a:spcAft>
                <a:spcPts val="0"/>
              </a:spcAft>
              <a:buNone/>
            </a:pPr>
            <a:r>
              <a:rPr lang="en-US" sz="2600"/>
              <a:t>a[1] = a [1] + a [2]</a:t>
            </a:r>
            <a:endParaRPr sz="2600"/>
          </a:p>
          <a:p>
            <a:pPr marL="0" lvl="0" indent="0" algn="l" rtl="0">
              <a:spcBef>
                <a:spcPts val="1000"/>
              </a:spcBef>
              <a:spcAft>
                <a:spcPts val="0"/>
              </a:spcAft>
              <a:buNone/>
            </a:pPr>
            <a:r>
              <a:rPr lang="en-US" sz="2600"/>
              <a:t>a[2] = a [2] + a [3]</a:t>
            </a:r>
            <a:endParaRPr sz="2600"/>
          </a:p>
          <a:p>
            <a:pPr marL="0" lvl="0" indent="0" algn="l" rtl="0">
              <a:spcBef>
                <a:spcPts val="1000"/>
              </a:spcBef>
              <a:spcAft>
                <a:spcPts val="0"/>
              </a:spcAft>
              <a:buNone/>
            </a:pPr>
            <a:r>
              <a:rPr lang="en-US" sz="2600"/>
              <a:t>a[3] = a [3] + a [0]</a:t>
            </a:r>
            <a:endParaRPr sz="2600"/>
          </a:p>
          <a:p>
            <a:pPr marL="0" lvl="0" indent="0" algn="l" rtl="0">
              <a:spcBef>
                <a:spcPts val="1000"/>
              </a:spcBef>
              <a:spcAft>
                <a:spcPts val="0"/>
              </a:spcAft>
              <a:buNone/>
            </a:pPr>
            <a:r>
              <a:rPr lang="en-US" sz="2600"/>
              <a:t>m= a[3]</a:t>
            </a:r>
            <a:endParaRPr sz="2600"/>
          </a:p>
          <a:p>
            <a:pPr marL="0" lvl="0" indent="0" algn="l" rtl="0">
              <a:spcBef>
                <a:spcPts val="1000"/>
              </a:spcBef>
              <a:spcAft>
                <a:spcPts val="0"/>
              </a:spcAft>
              <a:buNone/>
            </a:pPr>
            <a:r>
              <a:rPr lang="en-US" sz="2600"/>
              <a:t>Print m</a:t>
            </a:r>
            <a:endParaRPr sz="2600"/>
          </a:p>
        </p:txBody>
      </p:sp>
      <p:sp>
        <p:nvSpPr>
          <p:cNvPr id="1243" name="Google Shape;1243;g13a937d13f5_0_651"/>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2</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4</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1</a:t>
            </a:r>
            <a:endParaRPr sz="2600">
              <a:solidFill>
                <a:schemeClr val="dk1"/>
              </a:solidFill>
              <a:latin typeface="Calibri"/>
              <a:ea typeface="Calibri"/>
              <a:cs typeface="Calibri"/>
              <a:sym typeface="Calibri"/>
            </a:endParaRPr>
          </a:p>
        </p:txBody>
      </p:sp>
      <p:pic>
        <p:nvPicPr>
          <p:cNvPr id="1244" name="Google Shape;1244;g13a937d13f5_0_651"/>
          <p:cNvPicPr preferRelativeResize="0"/>
          <p:nvPr/>
        </p:nvPicPr>
        <p:blipFill rotWithShape="1">
          <a:blip r:embed="rId3">
            <a:alphaModFix/>
          </a:blip>
          <a:srcRect/>
          <a:stretch/>
        </p:blipFill>
        <p:spPr>
          <a:xfrm>
            <a:off x="4791252" y="22049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44"/>
                                        </p:tgtEl>
                                        <p:attrNameLst>
                                          <p:attrName>style.visibility</p:attrName>
                                        </p:attrNameLst>
                                      </p:cBhvr>
                                      <p:to>
                                        <p:strVal val="visible"/>
                                      </p:to>
                                    </p:set>
                                    <p:animEffect transition="in" filter="fade">
                                      <p:cBhvr>
                                        <p:cTn id="7" dur="1000"/>
                                        <p:tgtEl>
                                          <p:spTgt spid="1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1249"/>
        <p:cNvGrpSpPr/>
        <p:nvPr/>
      </p:nvGrpSpPr>
      <p:grpSpPr>
        <a:xfrm>
          <a:off x="0" y="0"/>
          <a:ext cx="0" cy="0"/>
          <a:chOff x="0" y="0"/>
          <a:chExt cx="0" cy="0"/>
        </a:xfrm>
      </p:grpSpPr>
      <p:sp>
        <p:nvSpPr>
          <p:cNvPr id="1250" name="Google Shape;1250;g13a937d13f5_0_664"/>
          <p:cNvSpPr txBox="1">
            <a:spLocks noGrp="1"/>
          </p:cNvSpPr>
          <p:nvPr>
            <p:ph idx="1"/>
          </p:nvPr>
        </p:nvSpPr>
        <p:spPr>
          <a:xfrm>
            <a:off x="144075" y="374600"/>
            <a:ext cx="11209800" cy="5802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600"/>
              <a:t>What will be the output of the following pseudocode?</a:t>
            </a:r>
            <a:endParaRPr sz="2600"/>
          </a:p>
          <a:p>
            <a:pPr marL="0" lvl="0" indent="0" algn="l" rtl="0">
              <a:spcBef>
                <a:spcPts val="1000"/>
              </a:spcBef>
              <a:spcAft>
                <a:spcPts val="0"/>
              </a:spcAft>
              <a:buNone/>
            </a:pPr>
            <a:r>
              <a:rPr lang="en-US" sz="2600"/>
              <a:t>Integer f, k, j</a:t>
            </a:r>
            <a:endParaRPr sz="2600"/>
          </a:p>
          <a:p>
            <a:pPr marL="0" lvl="0" indent="0" algn="l" rtl="0">
              <a:spcBef>
                <a:spcPts val="1000"/>
              </a:spcBef>
              <a:spcAft>
                <a:spcPts val="0"/>
              </a:spcAft>
              <a:buNone/>
            </a:pPr>
            <a:r>
              <a:rPr lang="en-US" sz="2600"/>
              <a:t>Set f= 9, k= 55</a:t>
            </a:r>
            <a:endParaRPr sz="2600"/>
          </a:p>
          <a:p>
            <a:pPr marL="0" lvl="0" indent="0" algn="l" rtl="0">
              <a:spcBef>
                <a:spcPts val="1000"/>
              </a:spcBef>
              <a:spcAft>
                <a:spcPts val="0"/>
              </a:spcAft>
              <a:buNone/>
            </a:pPr>
            <a:r>
              <a:rPr lang="en-US" sz="2600"/>
              <a:t>j= f + k / 8</a:t>
            </a:r>
            <a:endParaRPr sz="2600"/>
          </a:p>
          <a:p>
            <a:pPr marL="0" lvl="0" indent="0" algn="l" rtl="0">
              <a:spcBef>
                <a:spcPts val="1000"/>
              </a:spcBef>
              <a:spcAft>
                <a:spcPts val="0"/>
              </a:spcAft>
              <a:buNone/>
            </a:pPr>
            <a:r>
              <a:rPr lang="en-US" sz="2600"/>
              <a:t>if( j + 1 &gt;= 8)</a:t>
            </a:r>
            <a:endParaRPr sz="2600"/>
          </a:p>
          <a:p>
            <a:pPr marL="0" lvl="0" indent="0" algn="l" rtl="0">
              <a:spcBef>
                <a:spcPts val="1000"/>
              </a:spcBef>
              <a:spcAft>
                <a:spcPts val="0"/>
              </a:spcAft>
              <a:buNone/>
            </a:pPr>
            <a:r>
              <a:rPr lang="en-US" sz="2600"/>
              <a:t>f = f + 1</a:t>
            </a:r>
            <a:endParaRPr sz="2600"/>
          </a:p>
          <a:p>
            <a:pPr marL="0" lvl="0" indent="0" algn="l" rtl="0">
              <a:spcBef>
                <a:spcPts val="1000"/>
              </a:spcBef>
              <a:spcAft>
                <a:spcPts val="0"/>
              </a:spcAft>
              <a:buNone/>
            </a:pPr>
            <a:r>
              <a:rPr lang="en-US" sz="2600"/>
              <a:t>Else</a:t>
            </a:r>
            <a:endParaRPr sz="2600"/>
          </a:p>
          <a:p>
            <a:pPr marL="0" lvl="0" indent="0" algn="l" rtl="0">
              <a:spcBef>
                <a:spcPts val="1000"/>
              </a:spcBef>
              <a:spcAft>
                <a:spcPts val="0"/>
              </a:spcAft>
              <a:buNone/>
            </a:pPr>
            <a:r>
              <a:rPr lang="en-US" sz="2600"/>
              <a:t>K = k + 1</a:t>
            </a:r>
            <a:endParaRPr sz="2600"/>
          </a:p>
          <a:p>
            <a:pPr marL="0" lvl="0" indent="0" algn="l" rtl="0">
              <a:spcBef>
                <a:spcPts val="1000"/>
              </a:spcBef>
              <a:spcAft>
                <a:spcPts val="0"/>
              </a:spcAft>
              <a:buNone/>
            </a:pPr>
            <a:r>
              <a:rPr lang="en-US" sz="2600"/>
              <a:t>End if</a:t>
            </a:r>
            <a:endParaRPr sz="2600"/>
          </a:p>
          <a:p>
            <a:pPr marL="0" lvl="0" indent="0" algn="l" rtl="0">
              <a:spcBef>
                <a:spcPts val="1000"/>
              </a:spcBef>
              <a:spcAft>
                <a:spcPts val="0"/>
              </a:spcAft>
              <a:buNone/>
            </a:pPr>
            <a:r>
              <a:rPr lang="en-US" sz="2600"/>
              <a:t>Print f + k</a:t>
            </a:r>
            <a:endParaRPr sz="2600"/>
          </a:p>
        </p:txBody>
      </p:sp>
      <p:sp>
        <p:nvSpPr>
          <p:cNvPr id="1251" name="Google Shape;1251;g13a937d13f5_0_664"/>
          <p:cNvSpPr txBox="1"/>
          <p:nvPr/>
        </p:nvSpPr>
        <p:spPr>
          <a:xfrm>
            <a:off x="4855350" y="1267875"/>
            <a:ext cx="8298900" cy="1965600"/>
          </a:xfrm>
          <a:prstGeom prst="rect">
            <a:avLst/>
          </a:prstGeom>
          <a:noFill/>
          <a:ln>
            <a:noFill/>
          </a:ln>
        </p:spPr>
        <p:txBody>
          <a:bodyPr spcFirstLastPara="1" wrap="square" lIns="91425" tIns="91425" rIns="91425" bIns="91425" anchor="t" anchorCtr="0">
            <a:spAutoFit/>
          </a:bodyPr>
          <a:lstStyle/>
          <a:p>
            <a:pPr marL="457200" lvl="0" indent="-393700" algn="l" rtl="0">
              <a:lnSpc>
                <a:spcPct val="115000"/>
              </a:lnSpc>
              <a:spcBef>
                <a:spcPts val="120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65</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67</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78</a:t>
            </a:r>
            <a:endParaRPr sz="2600">
              <a:solidFill>
                <a:schemeClr val="dk1"/>
              </a:solidFill>
              <a:latin typeface="Calibri"/>
              <a:ea typeface="Calibri"/>
              <a:cs typeface="Calibri"/>
              <a:sym typeface="Calibri"/>
            </a:endParaRPr>
          </a:p>
          <a:p>
            <a:pPr marL="457200" lvl="0" indent="-393700" algn="l" rtl="0">
              <a:lnSpc>
                <a:spcPct val="115000"/>
              </a:lnSpc>
              <a:spcBef>
                <a:spcPts val="0"/>
              </a:spcBef>
              <a:spcAft>
                <a:spcPts val="0"/>
              </a:spcAft>
              <a:buClr>
                <a:schemeClr val="dk1"/>
              </a:buClr>
              <a:buSzPts val="2600"/>
              <a:buFont typeface="Calibri"/>
              <a:buAutoNum type="alphaUcPeriod"/>
            </a:pPr>
            <a:r>
              <a:rPr lang="en-US" sz="2600">
                <a:solidFill>
                  <a:schemeClr val="dk1"/>
                </a:solidFill>
                <a:latin typeface="Calibri"/>
                <a:ea typeface="Calibri"/>
                <a:cs typeface="Calibri"/>
                <a:sym typeface="Calibri"/>
              </a:rPr>
              <a:t>66</a:t>
            </a:r>
            <a:endParaRPr sz="2600">
              <a:solidFill>
                <a:schemeClr val="dk1"/>
              </a:solidFill>
              <a:latin typeface="Calibri"/>
              <a:ea typeface="Calibri"/>
              <a:cs typeface="Calibri"/>
              <a:sym typeface="Calibri"/>
            </a:endParaRPr>
          </a:p>
        </p:txBody>
      </p:sp>
      <p:pic>
        <p:nvPicPr>
          <p:cNvPr id="1252" name="Google Shape;1252;g13a937d13f5_0_664"/>
          <p:cNvPicPr preferRelativeResize="0"/>
          <p:nvPr/>
        </p:nvPicPr>
        <p:blipFill rotWithShape="1">
          <a:blip r:embed="rId3">
            <a:alphaModFix/>
          </a:blip>
          <a:srcRect/>
          <a:stretch/>
        </p:blipFill>
        <p:spPr>
          <a:xfrm>
            <a:off x="4779002" y="1176271"/>
            <a:ext cx="552900" cy="5866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52"/>
                                        </p:tgtEl>
                                        <p:attrNameLst>
                                          <p:attrName>style.visibility</p:attrName>
                                        </p:attrNameLst>
                                      </p:cBhvr>
                                      <p:to>
                                        <p:strVal val="visible"/>
                                      </p:to>
                                    </p:set>
                                    <p:animEffect transition="in" filter="fade">
                                      <p:cBhvr>
                                        <p:cTn id="7" dur="1000"/>
                                        <p:tgtEl>
                                          <p:spTgt spid="1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sp>
        <p:nvSpPr>
          <p:cNvPr id="1257" name="Google Shape;1257;p191"/>
          <p:cNvSpPr txBox="1">
            <a:spLocks noGrp="1"/>
          </p:cNvSpPr>
          <p:nvPr>
            <p:ph type="ctrTitle"/>
          </p:nvPr>
        </p:nvSpPr>
        <p:spPr>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600"/>
              <a:buFont typeface="Calibri"/>
              <a:buNone/>
            </a:pPr>
            <a:r>
              <a:rPr lang="en-US" sz="6600" b="1"/>
              <a:t>Thank You</a:t>
            </a:r>
            <a:endParaRPr sz="6600" b="1"/>
          </a:p>
        </p:txBody>
      </p:sp>
      <p:sp>
        <p:nvSpPr>
          <p:cNvPr id="1258" name="Google Shape;1258;p191"/>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TotalTime>
  <Words>12502</Words>
  <Application>Microsoft Office PowerPoint</Application>
  <PresentationFormat>Widescreen</PresentationFormat>
  <Paragraphs>2271</Paragraphs>
  <Slides>152</Slides>
  <Notes>152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152</vt:i4>
      </vt:variant>
    </vt:vector>
  </HeadingPairs>
  <TitlesOfParts>
    <vt:vector size="158" baseType="lpstr">
      <vt:lpstr>Arial</vt:lpstr>
      <vt:lpstr>Bodoni MT Black</vt:lpstr>
      <vt:lpstr>Calibri</vt:lpstr>
      <vt:lpstr>Trebuchet MS</vt:lpstr>
      <vt:lpstr>Wingdings 3</vt:lpstr>
      <vt:lpstr>Facet</vt:lpstr>
      <vt:lpstr>PowerPoint Presentation</vt:lpstr>
      <vt:lpstr> What will be the output of the following pseudocode? integer n, h,m,s set n=45000; h=n/ 3600; m=(n mod 3600)/60; s=m mod 60; print "h",":","m",":","s"; (Note mod finds the remainder alter division of one number by another . For example, the expression "5 mod 2" would evaluate to 1 because 5 evaluated by 2 leaves a quotient of 2 and a remainder of 1) a) 12:20:03 b) 4:50:00 c) none of these options d) 12:30:30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Farah</dc:creator>
  <cp:lastModifiedBy>Admin</cp:lastModifiedBy>
  <cp:revision>3</cp:revision>
  <dcterms:created xsi:type="dcterms:W3CDTF">2016-06-03T08:51:39Z</dcterms:created>
  <dcterms:modified xsi:type="dcterms:W3CDTF">2022-09-11T16:58:41Z</dcterms:modified>
</cp:coreProperties>
</file>